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omments/modernComment_164_2E5B198B.xml" ContentType="application/vnd.ms-powerpoint.comments+xml"/>
  <Override PartName="/ppt/comments/modernComment_169_D57E7175.xml" ContentType="application/vnd.ms-powerpoint.comments+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11" r:id="rId1"/>
  </p:sldMasterIdLst>
  <p:notesMasterIdLst>
    <p:notesMasterId r:id="rId55"/>
  </p:notesMasterIdLst>
  <p:handoutMasterIdLst>
    <p:handoutMasterId r:id="rId56"/>
  </p:handoutMasterIdLst>
  <p:sldIdLst>
    <p:sldId id="256" r:id="rId2"/>
    <p:sldId id="347" r:id="rId3"/>
    <p:sldId id="360" r:id="rId4"/>
    <p:sldId id="260" r:id="rId5"/>
    <p:sldId id="270" r:id="rId6"/>
    <p:sldId id="261" r:id="rId7"/>
    <p:sldId id="343" r:id="rId8"/>
    <p:sldId id="344" r:id="rId9"/>
    <p:sldId id="326" r:id="rId10"/>
    <p:sldId id="269" r:id="rId11"/>
    <p:sldId id="375" r:id="rId12"/>
    <p:sldId id="376" r:id="rId13"/>
    <p:sldId id="336" r:id="rId14"/>
    <p:sldId id="346" r:id="rId15"/>
    <p:sldId id="356" r:id="rId16"/>
    <p:sldId id="357" r:id="rId17"/>
    <p:sldId id="361" r:id="rId18"/>
    <p:sldId id="367" r:id="rId19"/>
    <p:sldId id="368" r:id="rId20"/>
    <p:sldId id="329" r:id="rId21"/>
    <p:sldId id="362" r:id="rId22"/>
    <p:sldId id="263" r:id="rId23"/>
    <p:sldId id="301" r:id="rId24"/>
    <p:sldId id="330" r:id="rId25"/>
    <p:sldId id="331" r:id="rId26"/>
    <p:sldId id="333" r:id="rId27"/>
    <p:sldId id="350" r:id="rId28"/>
    <p:sldId id="351" r:id="rId29"/>
    <p:sldId id="364" r:id="rId30"/>
    <p:sldId id="365" r:id="rId31"/>
    <p:sldId id="366" r:id="rId32"/>
    <p:sldId id="353" r:id="rId33"/>
    <p:sldId id="377" r:id="rId34"/>
    <p:sldId id="354" r:id="rId35"/>
    <p:sldId id="369" r:id="rId36"/>
    <p:sldId id="370" r:id="rId37"/>
    <p:sldId id="372" r:id="rId38"/>
    <p:sldId id="373" r:id="rId39"/>
    <p:sldId id="371" r:id="rId40"/>
    <p:sldId id="315" r:id="rId41"/>
    <p:sldId id="318" r:id="rId42"/>
    <p:sldId id="277" r:id="rId43"/>
    <p:sldId id="319" r:id="rId44"/>
    <p:sldId id="374" r:id="rId45"/>
    <p:sldId id="339" r:id="rId46"/>
    <p:sldId id="288" r:id="rId47"/>
    <p:sldId id="289" r:id="rId48"/>
    <p:sldId id="291" r:id="rId49"/>
    <p:sldId id="290" r:id="rId50"/>
    <p:sldId id="292" r:id="rId51"/>
    <p:sldId id="293" r:id="rId52"/>
    <p:sldId id="295" r:id="rId53"/>
    <p:sldId id="342" r:id="rId5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705DCF5-AC58-B31B-4E73-7F02C1997AA5}" name="Shira Tziony" initials="ST" userId="S::shira.tziony@live.biu.ac.il::1e73dfbc-599d-4f7d-924b-f18c59617c6c"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75E224-856A-4A7D-93D0-F3BB094D58BF}" v="122" dt="2026-08-02T08:11:34.56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457" autoAdjust="0"/>
    <p:restoredTop sz="94660"/>
  </p:normalViewPr>
  <p:slideViewPr>
    <p:cSldViewPr snapToGrid="0">
      <p:cViewPr varScale="1">
        <p:scale>
          <a:sx n="74" d="100"/>
          <a:sy n="74" d="100"/>
        </p:scale>
        <p:origin x="30" y="24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63" Type="http://schemas.microsoft.com/office/2018/10/relationships/authors" Targe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61" Type="http://schemas.microsoft.com/office/2016/11/relationships/changesInfo" Target="changesInfos/changesInfo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ira Tziony" userId="1e73dfbc-599d-4f7d-924b-f18c59617c6c" providerId="ADAL" clId="{10F76ED8-25F1-4C4E-B6D7-CF79958B146E}"/>
    <pc:docChg chg="undo redo custSel addSld delSld modSld sldOrd">
      <pc:chgData name="Shira Tziony" userId="1e73dfbc-599d-4f7d-924b-f18c59617c6c" providerId="ADAL" clId="{10F76ED8-25F1-4C4E-B6D7-CF79958B146E}" dt="2026-08-02T18:11:14.350" v="6031" actId="14100"/>
      <pc:docMkLst>
        <pc:docMk/>
      </pc:docMkLst>
      <pc:sldChg chg="modSp mod">
        <pc:chgData name="Shira Tziony" userId="1e73dfbc-599d-4f7d-924b-f18c59617c6c" providerId="ADAL" clId="{10F76ED8-25F1-4C4E-B6D7-CF79958B146E}" dt="2026-07-23T12:11:47.472" v="4561" actId="14100"/>
        <pc:sldMkLst>
          <pc:docMk/>
          <pc:sldMk cId="2634415387" sldId="256"/>
        </pc:sldMkLst>
        <pc:spChg chg="mod">
          <ac:chgData name="Shira Tziony" userId="1e73dfbc-599d-4f7d-924b-f18c59617c6c" providerId="ADAL" clId="{10F76ED8-25F1-4C4E-B6D7-CF79958B146E}" dt="2026-07-23T12:11:47.472" v="4561" actId="14100"/>
          <ac:spMkLst>
            <pc:docMk/>
            <pc:sldMk cId="2634415387" sldId="256"/>
            <ac:spMk id="7" creationId="{EC093F4F-CAC5-E1EA-467B-EB8A4ADF2927}"/>
          </ac:spMkLst>
        </pc:spChg>
        <pc:spChg chg="mod">
          <ac:chgData name="Shira Tziony" userId="1e73dfbc-599d-4f7d-924b-f18c59617c6c" providerId="ADAL" clId="{10F76ED8-25F1-4C4E-B6D7-CF79958B146E}" dt="2026-07-23T12:11:11.937" v="4557" actId="20577"/>
          <ac:spMkLst>
            <pc:docMk/>
            <pc:sldMk cId="2634415387" sldId="256"/>
            <ac:spMk id="10" creationId="{B3B98A0B-5AE3-3B31-7017-61F973E59877}"/>
          </ac:spMkLst>
        </pc:spChg>
      </pc:sldChg>
      <pc:sldChg chg="modSp mod">
        <pc:chgData name="Shira Tziony" userId="1e73dfbc-599d-4f7d-924b-f18c59617c6c" providerId="ADAL" clId="{10F76ED8-25F1-4C4E-B6D7-CF79958B146E}" dt="2026-07-27T21:01:46.051" v="5541" actId="20577"/>
        <pc:sldMkLst>
          <pc:docMk/>
          <pc:sldMk cId="188516239" sldId="260"/>
        </pc:sldMkLst>
        <pc:spChg chg="mod">
          <ac:chgData name="Shira Tziony" userId="1e73dfbc-599d-4f7d-924b-f18c59617c6c" providerId="ADAL" clId="{10F76ED8-25F1-4C4E-B6D7-CF79958B146E}" dt="2026-07-27T21:01:46.051" v="5541" actId="20577"/>
          <ac:spMkLst>
            <pc:docMk/>
            <pc:sldMk cId="188516239" sldId="260"/>
            <ac:spMk id="5" creationId="{32A7AA4F-4ACE-EABB-5217-90A927DA1887}"/>
          </ac:spMkLst>
        </pc:spChg>
      </pc:sldChg>
      <pc:sldChg chg="modSp mod">
        <pc:chgData name="Shira Tziony" userId="1e73dfbc-599d-4f7d-924b-f18c59617c6c" providerId="ADAL" clId="{10F76ED8-25F1-4C4E-B6D7-CF79958B146E}" dt="2026-07-23T12:00:37.906" v="4499" actId="403"/>
        <pc:sldMkLst>
          <pc:docMk/>
          <pc:sldMk cId="895689543" sldId="263"/>
        </pc:sldMkLst>
        <pc:spChg chg="mod">
          <ac:chgData name="Shira Tziony" userId="1e73dfbc-599d-4f7d-924b-f18c59617c6c" providerId="ADAL" clId="{10F76ED8-25F1-4C4E-B6D7-CF79958B146E}" dt="2026-07-23T12:00:37.906" v="4499" actId="403"/>
          <ac:spMkLst>
            <pc:docMk/>
            <pc:sldMk cId="895689543" sldId="263"/>
            <ac:spMk id="2" creationId="{9998060C-258F-B1E7-96A0-0967B124C31E}"/>
          </ac:spMkLst>
        </pc:spChg>
        <pc:graphicFrameChg chg="mod modGraphic">
          <ac:chgData name="Shira Tziony" userId="1e73dfbc-599d-4f7d-924b-f18c59617c6c" providerId="ADAL" clId="{10F76ED8-25F1-4C4E-B6D7-CF79958B146E}" dt="2026-07-23T11:20:38.884" v="3095"/>
          <ac:graphicFrameMkLst>
            <pc:docMk/>
            <pc:sldMk cId="895689543" sldId="263"/>
            <ac:graphicFrameMk id="75" creationId="{40BD28D4-DD03-2B20-407D-E85924BF13CF}"/>
          </ac:graphicFrameMkLst>
        </pc:graphicFrameChg>
      </pc:sldChg>
      <pc:sldChg chg="mod ord modShow">
        <pc:chgData name="Shira Tziony" userId="1e73dfbc-599d-4f7d-924b-f18c59617c6c" providerId="ADAL" clId="{10F76ED8-25F1-4C4E-B6D7-CF79958B146E}" dt="2026-07-26T20:30:16.260" v="4811" actId="34476"/>
        <pc:sldMkLst>
          <pc:docMk/>
          <pc:sldMk cId="2148460994" sldId="269"/>
        </pc:sldMkLst>
      </pc:sldChg>
      <pc:sldChg chg="modSp">
        <pc:chgData name="Shira Tziony" userId="1e73dfbc-599d-4f7d-924b-f18c59617c6c" providerId="ADAL" clId="{10F76ED8-25F1-4C4E-B6D7-CF79958B146E}" dt="2026-07-26T20:24:46.845" v="4810" actId="20577"/>
        <pc:sldMkLst>
          <pc:docMk/>
          <pc:sldMk cId="2855622720" sldId="270"/>
        </pc:sldMkLst>
        <pc:spChg chg="mod">
          <ac:chgData name="Shira Tziony" userId="1e73dfbc-599d-4f7d-924b-f18c59617c6c" providerId="ADAL" clId="{10F76ED8-25F1-4C4E-B6D7-CF79958B146E}" dt="2026-07-26T20:24:46.845" v="4810" actId="20577"/>
          <ac:spMkLst>
            <pc:docMk/>
            <pc:sldMk cId="2855622720" sldId="270"/>
            <ac:spMk id="5" creationId="{A5B9CD0D-6FEA-67F4-390E-C72BEBEF6F13}"/>
          </ac:spMkLst>
        </pc:spChg>
      </pc:sldChg>
      <pc:sldChg chg="ord">
        <pc:chgData name="Shira Tziony" userId="1e73dfbc-599d-4f7d-924b-f18c59617c6c" providerId="ADAL" clId="{10F76ED8-25F1-4C4E-B6D7-CF79958B146E}" dt="2026-07-23T12:05:35.907" v="4522"/>
        <pc:sldMkLst>
          <pc:docMk/>
          <pc:sldMk cId="241868718" sldId="277"/>
        </pc:sldMkLst>
      </pc:sldChg>
      <pc:sldChg chg="addSp delSp modSp mod modClrScheme chgLayout">
        <pc:chgData name="Shira Tziony" userId="1e73dfbc-599d-4f7d-924b-f18c59617c6c" providerId="ADAL" clId="{10F76ED8-25F1-4C4E-B6D7-CF79958B146E}" dt="2026-07-23T12:04:11.718" v="4507" actId="22"/>
        <pc:sldMkLst>
          <pc:docMk/>
          <pc:sldMk cId="1188877216" sldId="288"/>
        </pc:sldMkLst>
        <pc:spChg chg="mod ord">
          <ac:chgData name="Shira Tziony" userId="1e73dfbc-599d-4f7d-924b-f18c59617c6c" providerId="ADAL" clId="{10F76ED8-25F1-4C4E-B6D7-CF79958B146E}" dt="2026-07-23T11:55:26.694" v="4464" actId="700"/>
          <ac:spMkLst>
            <pc:docMk/>
            <pc:sldMk cId="1188877216" sldId="288"/>
            <ac:spMk id="2" creationId="{A4DD80E2-9D6C-7ABB-69F2-A02D63A9159D}"/>
          </ac:spMkLst>
        </pc:spChg>
        <pc:spChg chg="mod ord">
          <ac:chgData name="Shira Tziony" userId="1e73dfbc-599d-4f7d-924b-f18c59617c6c" providerId="ADAL" clId="{10F76ED8-25F1-4C4E-B6D7-CF79958B146E}" dt="2026-07-23T11:55:27.710" v="4465" actId="27636"/>
          <ac:spMkLst>
            <pc:docMk/>
            <pc:sldMk cId="1188877216" sldId="288"/>
            <ac:spMk id="4" creationId="{F4575CB2-29EF-D872-1D61-3D5F013B643B}"/>
          </ac:spMkLst>
        </pc:spChg>
        <pc:picChg chg="add">
          <ac:chgData name="Shira Tziony" userId="1e73dfbc-599d-4f7d-924b-f18c59617c6c" providerId="ADAL" clId="{10F76ED8-25F1-4C4E-B6D7-CF79958B146E}" dt="2026-07-23T12:04:11.718" v="4507" actId="22"/>
          <ac:picMkLst>
            <pc:docMk/>
            <pc:sldMk cId="1188877216" sldId="288"/>
            <ac:picMk id="7" creationId="{E2AD9B5F-930F-4F85-5C19-DEF2B2843337}"/>
          </ac:picMkLst>
        </pc:picChg>
      </pc:sldChg>
      <pc:sldChg chg="addSp delSp modSp mod modClrScheme chgLayout">
        <pc:chgData name="Shira Tziony" userId="1e73dfbc-599d-4f7d-924b-f18c59617c6c" providerId="ADAL" clId="{10F76ED8-25F1-4C4E-B6D7-CF79958B146E}" dt="2026-07-23T12:04:13.862" v="4508" actId="22"/>
        <pc:sldMkLst>
          <pc:docMk/>
          <pc:sldMk cId="3303769695" sldId="289"/>
        </pc:sldMkLst>
        <pc:spChg chg="mod ord">
          <ac:chgData name="Shira Tziony" userId="1e73dfbc-599d-4f7d-924b-f18c59617c6c" providerId="ADAL" clId="{10F76ED8-25F1-4C4E-B6D7-CF79958B146E}" dt="2026-07-23T11:55:42.880" v="4467" actId="700"/>
          <ac:spMkLst>
            <pc:docMk/>
            <pc:sldMk cId="3303769695" sldId="289"/>
            <ac:spMk id="2" creationId="{03CA4362-68D0-94E6-AF29-B86BE7A50915}"/>
          </ac:spMkLst>
        </pc:spChg>
        <pc:spChg chg="mod ord">
          <ac:chgData name="Shira Tziony" userId="1e73dfbc-599d-4f7d-924b-f18c59617c6c" providerId="ADAL" clId="{10F76ED8-25F1-4C4E-B6D7-CF79958B146E}" dt="2026-07-23T11:55:42.880" v="4467" actId="700"/>
          <ac:spMkLst>
            <pc:docMk/>
            <pc:sldMk cId="3303769695" sldId="289"/>
            <ac:spMk id="4" creationId="{D3282269-17AE-F182-92C9-5B97CE56CAA9}"/>
          </ac:spMkLst>
        </pc:spChg>
        <pc:picChg chg="add">
          <ac:chgData name="Shira Tziony" userId="1e73dfbc-599d-4f7d-924b-f18c59617c6c" providerId="ADAL" clId="{10F76ED8-25F1-4C4E-B6D7-CF79958B146E}" dt="2026-07-23T12:04:13.862" v="4508" actId="22"/>
          <ac:picMkLst>
            <pc:docMk/>
            <pc:sldMk cId="3303769695" sldId="289"/>
            <ac:picMk id="6" creationId="{126DAD30-82E5-A5D4-08D6-5BB4652D8F39}"/>
          </ac:picMkLst>
        </pc:picChg>
      </pc:sldChg>
      <pc:sldChg chg="addSp delSp modSp mod modClrScheme chgLayout">
        <pc:chgData name="Shira Tziony" userId="1e73dfbc-599d-4f7d-924b-f18c59617c6c" providerId="ADAL" clId="{10F76ED8-25F1-4C4E-B6D7-CF79958B146E}" dt="2026-07-23T12:04:18.051" v="4510" actId="22"/>
        <pc:sldMkLst>
          <pc:docMk/>
          <pc:sldMk cId="2895444988" sldId="290"/>
        </pc:sldMkLst>
        <pc:spChg chg="mod ord">
          <ac:chgData name="Shira Tziony" userId="1e73dfbc-599d-4f7d-924b-f18c59617c6c" providerId="ADAL" clId="{10F76ED8-25F1-4C4E-B6D7-CF79958B146E}" dt="2026-07-23T11:56:09.125" v="4471" actId="700"/>
          <ac:spMkLst>
            <pc:docMk/>
            <pc:sldMk cId="2895444988" sldId="290"/>
            <ac:spMk id="2" creationId="{5245C679-213B-AA1F-5093-6ED25EDF4DA6}"/>
          </ac:spMkLst>
        </pc:spChg>
        <pc:spChg chg="mod ord">
          <ac:chgData name="Shira Tziony" userId="1e73dfbc-599d-4f7d-924b-f18c59617c6c" providerId="ADAL" clId="{10F76ED8-25F1-4C4E-B6D7-CF79958B146E}" dt="2026-07-23T11:56:09.125" v="4471" actId="700"/>
          <ac:spMkLst>
            <pc:docMk/>
            <pc:sldMk cId="2895444988" sldId="290"/>
            <ac:spMk id="4" creationId="{AFC2B051-D592-AD58-77F6-33274C1A095B}"/>
          </ac:spMkLst>
        </pc:spChg>
        <pc:picChg chg="add">
          <ac:chgData name="Shira Tziony" userId="1e73dfbc-599d-4f7d-924b-f18c59617c6c" providerId="ADAL" clId="{10F76ED8-25F1-4C4E-B6D7-CF79958B146E}" dt="2026-07-23T12:04:18.051" v="4510" actId="22"/>
          <ac:picMkLst>
            <pc:docMk/>
            <pc:sldMk cId="2895444988" sldId="290"/>
            <ac:picMk id="6" creationId="{EBF0148D-BF0E-A4F9-19BF-0B79B4286C48}"/>
          </ac:picMkLst>
        </pc:picChg>
      </pc:sldChg>
      <pc:sldChg chg="addSp delSp modSp mod modClrScheme chgLayout">
        <pc:chgData name="Shira Tziony" userId="1e73dfbc-599d-4f7d-924b-f18c59617c6c" providerId="ADAL" clId="{10F76ED8-25F1-4C4E-B6D7-CF79958B146E}" dt="2026-07-23T12:04:15.420" v="4509" actId="22"/>
        <pc:sldMkLst>
          <pc:docMk/>
          <pc:sldMk cId="3955935032" sldId="291"/>
        </pc:sldMkLst>
        <pc:spChg chg="mod ord">
          <ac:chgData name="Shira Tziony" userId="1e73dfbc-599d-4f7d-924b-f18c59617c6c" providerId="ADAL" clId="{10F76ED8-25F1-4C4E-B6D7-CF79958B146E}" dt="2026-07-23T11:55:56.314" v="4469" actId="700"/>
          <ac:spMkLst>
            <pc:docMk/>
            <pc:sldMk cId="3955935032" sldId="291"/>
            <ac:spMk id="2" creationId="{DD385A93-E096-1480-18DF-6C4DA0BFDB17}"/>
          </ac:spMkLst>
        </pc:spChg>
        <pc:spChg chg="mod ord">
          <ac:chgData name="Shira Tziony" userId="1e73dfbc-599d-4f7d-924b-f18c59617c6c" providerId="ADAL" clId="{10F76ED8-25F1-4C4E-B6D7-CF79958B146E}" dt="2026-07-23T11:55:56.314" v="4469" actId="700"/>
          <ac:spMkLst>
            <pc:docMk/>
            <pc:sldMk cId="3955935032" sldId="291"/>
            <ac:spMk id="4" creationId="{CB75CE32-3A08-5A4D-AB88-774509BA87A8}"/>
          </ac:spMkLst>
        </pc:spChg>
        <pc:picChg chg="add">
          <ac:chgData name="Shira Tziony" userId="1e73dfbc-599d-4f7d-924b-f18c59617c6c" providerId="ADAL" clId="{10F76ED8-25F1-4C4E-B6D7-CF79958B146E}" dt="2026-07-23T12:04:15.420" v="4509" actId="22"/>
          <ac:picMkLst>
            <pc:docMk/>
            <pc:sldMk cId="3955935032" sldId="291"/>
            <ac:picMk id="6" creationId="{0F2368F0-405A-5A91-3103-B77562CDBD8E}"/>
          </ac:picMkLst>
        </pc:picChg>
      </pc:sldChg>
      <pc:sldChg chg="addSp delSp modSp mod modClrScheme chgLayout">
        <pc:chgData name="Shira Tziony" userId="1e73dfbc-599d-4f7d-924b-f18c59617c6c" providerId="ADAL" clId="{10F76ED8-25F1-4C4E-B6D7-CF79958B146E}" dt="2026-07-23T12:04:19.829" v="4511" actId="22"/>
        <pc:sldMkLst>
          <pc:docMk/>
          <pc:sldMk cId="4181137682" sldId="292"/>
        </pc:sldMkLst>
        <pc:spChg chg="mod ord">
          <ac:chgData name="Shira Tziony" userId="1e73dfbc-599d-4f7d-924b-f18c59617c6c" providerId="ADAL" clId="{10F76ED8-25F1-4C4E-B6D7-CF79958B146E}" dt="2026-07-23T11:56:19.028" v="4473" actId="700"/>
          <ac:spMkLst>
            <pc:docMk/>
            <pc:sldMk cId="4181137682" sldId="292"/>
            <ac:spMk id="2" creationId="{C4C72E08-BB83-7E28-A925-F22A70085E61}"/>
          </ac:spMkLst>
        </pc:spChg>
        <pc:spChg chg="mod ord">
          <ac:chgData name="Shira Tziony" userId="1e73dfbc-599d-4f7d-924b-f18c59617c6c" providerId="ADAL" clId="{10F76ED8-25F1-4C4E-B6D7-CF79958B146E}" dt="2026-07-23T11:56:19.028" v="4473" actId="700"/>
          <ac:spMkLst>
            <pc:docMk/>
            <pc:sldMk cId="4181137682" sldId="292"/>
            <ac:spMk id="4" creationId="{E0E95D6B-CE1B-30AC-79D7-79B83B3ED9F3}"/>
          </ac:spMkLst>
        </pc:spChg>
        <pc:picChg chg="add">
          <ac:chgData name="Shira Tziony" userId="1e73dfbc-599d-4f7d-924b-f18c59617c6c" providerId="ADAL" clId="{10F76ED8-25F1-4C4E-B6D7-CF79958B146E}" dt="2026-07-23T12:04:19.829" v="4511" actId="22"/>
          <ac:picMkLst>
            <pc:docMk/>
            <pc:sldMk cId="4181137682" sldId="292"/>
            <ac:picMk id="6" creationId="{C9E7D08E-2158-B156-1A84-3C685CD72460}"/>
          </ac:picMkLst>
        </pc:picChg>
      </pc:sldChg>
      <pc:sldChg chg="addSp delSp modSp mod modClrScheme chgLayout">
        <pc:chgData name="Shira Tziony" userId="1e73dfbc-599d-4f7d-924b-f18c59617c6c" providerId="ADAL" clId="{10F76ED8-25F1-4C4E-B6D7-CF79958B146E}" dt="2026-07-23T12:04:21.357" v="4512" actId="22"/>
        <pc:sldMkLst>
          <pc:docMk/>
          <pc:sldMk cId="1631259519" sldId="293"/>
        </pc:sldMkLst>
        <pc:spChg chg="mod ord">
          <ac:chgData name="Shira Tziony" userId="1e73dfbc-599d-4f7d-924b-f18c59617c6c" providerId="ADAL" clId="{10F76ED8-25F1-4C4E-B6D7-CF79958B146E}" dt="2026-07-23T11:56:29.247" v="4475" actId="700"/>
          <ac:spMkLst>
            <pc:docMk/>
            <pc:sldMk cId="1631259519" sldId="293"/>
            <ac:spMk id="2" creationId="{CA2A8293-7ACF-68F0-5F3F-4C0B3BDD572D}"/>
          </ac:spMkLst>
        </pc:spChg>
        <pc:spChg chg="mod ord">
          <ac:chgData name="Shira Tziony" userId="1e73dfbc-599d-4f7d-924b-f18c59617c6c" providerId="ADAL" clId="{10F76ED8-25F1-4C4E-B6D7-CF79958B146E}" dt="2026-07-23T11:56:29.247" v="4475" actId="700"/>
          <ac:spMkLst>
            <pc:docMk/>
            <pc:sldMk cId="1631259519" sldId="293"/>
            <ac:spMk id="4" creationId="{C3E15312-C4AE-A0BA-6084-492186F28FAF}"/>
          </ac:spMkLst>
        </pc:spChg>
        <pc:picChg chg="add">
          <ac:chgData name="Shira Tziony" userId="1e73dfbc-599d-4f7d-924b-f18c59617c6c" providerId="ADAL" clId="{10F76ED8-25F1-4C4E-B6D7-CF79958B146E}" dt="2026-07-23T12:04:21.357" v="4512" actId="22"/>
          <ac:picMkLst>
            <pc:docMk/>
            <pc:sldMk cId="1631259519" sldId="293"/>
            <ac:picMk id="6" creationId="{2C256FCE-E7C7-1627-46EE-CFDAFC7D1969}"/>
          </ac:picMkLst>
        </pc:picChg>
      </pc:sldChg>
      <pc:sldChg chg="addSp delSp modSp mod modClrScheme chgLayout">
        <pc:chgData name="Shira Tziony" userId="1e73dfbc-599d-4f7d-924b-f18c59617c6c" providerId="ADAL" clId="{10F76ED8-25F1-4C4E-B6D7-CF79958B146E}" dt="2026-07-23T12:04:23.423" v="4513" actId="22"/>
        <pc:sldMkLst>
          <pc:docMk/>
          <pc:sldMk cId="72197052" sldId="295"/>
        </pc:sldMkLst>
        <pc:spChg chg="mod ord">
          <ac:chgData name="Shira Tziony" userId="1e73dfbc-599d-4f7d-924b-f18c59617c6c" providerId="ADAL" clId="{10F76ED8-25F1-4C4E-B6D7-CF79958B146E}" dt="2026-07-23T11:56:40.904" v="4477" actId="700"/>
          <ac:spMkLst>
            <pc:docMk/>
            <pc:sldMk cId="72197052" sldId="295"/>
            <ac:spMk id="2" creationId="{2B3D05B5-9303-906F-BB62-8F4547088664}"/>
          </ac:spMkLst>
        </pc:spChg>
        <pc:spChg chg="mod ord">
          <ac:chgData name="Shira Tziony" userId="1e73dfbc-599d-4f7d-924b-f18c59617c6c" providerId="ADAL" clId="{10F76ED8-25F1-4C4E-B6D7-CF79958B146E}" dt="2026-07-23T11:56:40.904" v="4477" actId="700"/>
          <ac:spMkLst>
            <pc:docMk/>
            <pc:sldMk cId="72197052" sldId="295"/>
            <ac:spMk id="4" creationId="{B0389A82-B013-F2CB-4C9D-F3B95006293D}"/>
          </ac:spMkLst>
        </pc:spChg>
        <pc:picChg chg="add">
          <ac:chgData name="Shira Tziony" userId="1e73dfbc-599d-4f7d-924b-f18c59617c6c" providerId="ADAL" clId="{10F76ED8-25F1-4C4E-B6D7-CF79958B146E}" dt="2026-07-23T12:04:23.423" v="4513" actId="22"/>
          <ac:picMkLst>
            <pc:docMk/>
            <pc:sldMk cId="72197052" sldId="295"/>
            <ac:picMk id="6" creationId="{C7073EA5-B07E-D21C-8AA8-7841C0AE9FDA}"/>
          </ac:picMkLst>
        </pc:picChg>
      </pc:sldChg>
      <pc:sldChg chg="modSp mod">
        <pc:chgData name="Shira Tziony" userId="1e73dfbc-599d-4f7d-924b-f18c59617c6c" providerId="ADAL" clId="{10F76ED8-25F1-4C4E-B6D7-CF79958B146E}" dt="2026-07-23T11:28:47.761" v="3238" actId="20577"/>
        <pc:sldMkLst>
          <pc:docMk/>
          <pc:sldMk cId="3500762409" sldId="301"/>
        </pc:sldMkLst>
        <pc:spChg chg="mod">
          <ac:chgData name="Shira Tziony" userId="1e73dfbc-599d-4f7d-924b-f18c59617c6c" providerId="ADAL" clId="{10F76ED8-25F1-4C4E-B6D7-CF79958B146E}" dt="2026-07-23T11:28:47.761" v="3238" actId="20577"/>
          <ac:spMkLst>
            <pc:docMk/>
            <pc:sldMk cId="3500762409" sldId="301"/>
            <ac:spMk id="4" creationId="{98027DF5-C371-DAD8-E7C0-27A0C2E08A4D}"/>
          </ac:spMkLst>
        </pc:spChg>
      </pc:sldChg>
      <pc:sldChg chg="modSp mod modAnim">
        <pc:chgData name="Shira Tziony" userId="1e73dfbc-599d-4f7d-924b-f18c59617c6c" providerId="ADAL" clId="{10F76ED8-25F1-4C4E-B6D7-CF79958B146E}" dt="2026-07-23T12:02:38.468" v="4502"/>
        <pc:sldMkLst>
          <pc:docMk/>
          <pc:sldMk cId="413879432" sldId="315"/>
        </pc:sldMkLst>
        <pc:spChg chg="mod">
          <ac:chgData name="Shira Tziony" userId="1e73dfbc-599d-4f7d-924b-f18c59617c6c" providerId="ADAL" clId="{10F76ED8-25F1-4C4E-B6D7-CF79958B146E}" dt="2026-07-23T11:57:18.619" v="4483" actId="403"/>
          <ac:spMkLst>
            <pc:docMk/>
            <pc:sldMk cId="413879432" sldId="315"/>
            <ac:spMk id="3" creationId="{DF24C4D7-9BBC-023C-9424-C05E81BEF243}"/>
          </ac:spMkLst>
        </pc:spChg>
        <pc:spChg chg="mod">
          <ac:chgData name="Shira Tziony" userId="1e73dfbc-599d-4f7d-924b-f18c59617c6c" providerId="ADAL" clId="{10F76ED8-25F1-4C4E-B6D7-CF79958B146E}" dt="2026-07-23T11:45:36.270" v="4166" actId="20577"/>
          <ac:spMkLst>
            <pc:docMk/>
            <pc:sldMk cId="413879432" sldId="315"/>
            <ac:spMk id="6" creationId="{AC86B701-D68E-9AF6-5381-55F188981411}"/>
          </ac:spMkLst>
        </pc:spChg>
      </pc:sldChg>
      <pc:sldChg chg="addSp delSp modSp mod setBg">
        <pc:chgData name="Shira Tziony" userId="1e73dfbc-599d-4f7d-924b-f18c59617c6c" providerId="ADAL" clId="{10F76ED8-25F1-4C4E-B6D7-CF79958B146E}" dt="2026-07-23T12:05:10.119" v="4517" actId="22"/>
        <pc:sldMkLst>
          <pc:docMk/>
          <pc:sldMk cId="725327644" sldId="318"/>
        </pc:sldMkLst>
        <pc:spChg chg="mod">
          <ac:chgData name="Shira Tziony" userId="1e73dfbc-599d-4f7d-924b-f18c59617c6c" providerId="ADAL" clId="{10F76ED8-25F1-4C4E-B6D7-CF79958B146E}" dt="2026-07-23T12:04:58.287" v="4516" actId="26606"/>
          <ac:spMkLst>
            <pc:docMk/>
            <pc:sldMk cId="725327644" sldId="318"/>
            <ac:spMk id="2" creationId="{45ECAE16-5013-EC17-470B-84AA0746C098}"/>
          </ac:spMkLst>
        </pc:spChg>
        <pc:spChg chg="mod">
          <ac:chgData name="Shira Tziony" userId="1e73dfbc-599d-4f7d-924b-f18c59617c6c" providerId="ADAL" clId="{10F76ED8-25F1-4C4E-B6D7-CF79958B146E}" dt="2026-07-23T12:04:58.287" v="4516" actId="26606"/>
          <ac:spMkLst>
            <pc:docMk/>
            <pc:sldMk cId="725327644" sldId="318"/>
            <ac:spMk id="3" creationId="{9793991A-30BE-0328-43A7-88D08D169606}"/>
          </ac:spMkLst>
        </pc:spChg>
        <pc:spChg chg="add">
          <ac:chgData name="Shira Tziony" userId="1e73dfbc-599d-4f7d-924b-f18c59617c6c" providerId="ADAL" clId="{10F76ED8-25F1-4C4E-B6D7-CF79958B146E}" dt="2026-07-23T12:04:58.287" v="4516" actId="26606"/>
          <ac:spMkLst>
            <pc:docMk/>
            <pc:sldMk cId="725327644" sldId="318"/>
            <ac:spMk id="10" creationId="{A77DD2C1-0122-44FD-8A7F-7BC5E8565C8F}"/>
          </ac:spMkLst>
        </pc:spChg>
        <pc:spChg chg="add">
          <ac:chgData name="Shira Tziony" userId="1e73dfbc-599d-4f7d-924b-f18c59617c6c" providerId="ADAL" clId="{10F76ED8-25F1-4C4E-B6D7-CF79958B146E}" dt="2026-07-23T12:04:58.287" v="4516" actId="26606"/>
          <ac:spMkLst>
            <pc:docMk/>
            <pc:sldMk cId="725327644" sldId="318"/>
            <ac:spMk id="14" creationId="{46BC3A56-B546-4061-8E22-D2983771DE98}"/>
          </ac:spMkLst>
        </pc:spChg>
        <pc:spChg chg="add">
          <ac:chgData name="Shira Tziony" userId="1e73dfbc-599d-4f7d-924b-f18c59617c6c" providerId="ADAL" clId="{10F76ED8-25F1-4C4E-B6D7-CF79958B146E}" dt="2026-07-23T12:04:58.287" v="4516" actId="26606"/>
          <ac:spMkLst>
            <pc:docMk/>
            <pc:sldMk cId="725327644" sldId="318"/>
            <ac:spMk id="16" creationId="{923A7353-9373-4700-8B89-F4F7BA2DC635}"/>
          </ac:spMkLst>
        </pc:spChg>
        <pc:picChg chg="add">
          <ac:chgData name="Shira Tziony" userId="1e73dfbc-599d-4f7d-924b-f18c59617c6c" providerId="ADAL" clId="{10F76ED8-25F1-4C4E-B6D7-CF79958B146E}" dt="2026-07-23T12:04:58.287" v="4516" actId="26606"/>
          <ac:picMkLst>
            <pc:docMk/>
            <pc:sldMk cId="725327644" sldId="318"/>
            <ac:picMk id="7" creationId="{6A4AD429-AF1F-C67F-BAEC-0A2CD6C7D7CC}"/>
          </ac:picMkLst>
        </pc:picChg>
        <pc:picChg chg="add">
          <ac:chgData name="Shira Tziony" userId="1e73dfbc-599d-4f7d-924b-f18c59617c6c" providerId="ADAL" clId="{10F76ED8-25F1-4C4E-B6D7-CF79958B146E}" dt="2026-07-23T12:05:10.119" v="4517" actId="22"/>
          <ac:picMkLst>
            <pc:docMk/>
            <pc:sldMk cId="725327644" sldId="318"/>
            <ac:picMk id="8" creationId="{F452116E-01C0-2E44-5CCC-B1F96765CCC6}"/>
          </ac:picMkLst>
        </pc:picChg>
        <pc:cxnChg chg="add">
          <ac:chgData name="Shira Tziony" userId="1e73dfbc-599d-4f7d-924b-f18c59617c6c" providerId="ADAL" clId="{10F76ED8-25F1-4C4E-B6D7-CF79958B146E}" dt="2026-07-23T12:04:58.287" v="4516" actId="26606"/>
          <ac:cxnSpMkLst>
            <pc:docMk/>
            <pc:sldMk cId="725327644" sldId="318"/>
            <ac:cxnSpMk id="12" creationId="{5A7B6757-994C-4B75-ABFE-D8F9E760938D}"/>
          </ac:cxnSpMkLst>
        </pc:cxnChg>
      </pc:sldChg>
      <pc:sldChg chg="addSp delSp modSp mod setBg">
        <pc:chgData name="Shira Tziony" userId="1e73dfbc-599d-4f7d-924b-f18c59617c6c" providerId="ADAL" clId="{10F76ED8-25F1-4C4E-B6D7-CF79958B146E}" dt="2026-07-23T12:05:21.381" v="4520" actId="22"/>
        <pc:sldMkLst>
          <pc:docMk/>
          <pc:sldMk cId="3050364030" sldId="319"/>
        </pc:sldMkLst>
        <pc:spChg chg="mod">
          <ac:chgData name="Shira Tziony" userId="1e73dfbc-599d-4f7d-924b-f18c59617c6c" providerId="ADAL" clId="{10F76ED8-25F1-4C4E-B6D7-CF79958B146E}" dt="2026-07-23T12:05:19.251" v="4519" actId="26606"/>
          <ac:spMkLst>
            <pc:docMk/>
            <pc:sldMk cId="3050364030" sldId="319"/>
            <ac:spMk id="2" creationId="{FDB7E51B-583F-42AB-4233-BAF1AAD37113}"/>
          </ac:spMkLst>
        </pc:spChg>
        <pc:spChg chg="add">
          <ac:chgData name="Shira Tziony" userId="1e73dfbc-599d-4f7d-924b-f18c59617c6c" providerId="ADAL" clId="{10F76ED8-25F1-4C4E-B6D7-CF79958B146E}" dt="2026-07-23T12:05:19.251" v="4519" actId="26606"/>
          <ac:spMkLst>
            <pc:docMk/>
            <pc:sldMk cId="3050364030" sldId="319"/>
            <ac:spMk id="7" creationId="{FBDCECDC-EEE3-4128-AA5E-82A8C08796E8}"/>
          </ac:spMkLst>
        </pc:spChg>
        <pc:spChg chg="add">
          <ac:chgData name="Shira Tziony" userId="1e73dfbc-599d-4f7d-924b-f18c59617c6c" providerId="ADAL" clId="{10F76ED8-25F1-4C4E-B6D7-CF79958B146E}" dt="2026-07-23T12:05:19.251" v="4519" actId="26606"/>
          <ac:spMkLst>
            <pc:docMk/>
            <pc:sldMk cId="3050364030" sldId="319"/>
            <ac:spMk id="9" creationId="{4260EDE0-989C-4E16-AF94-F652294D828E}"/>
          </ac:spMkLst>
        </pc:spChg>
        <pc:spChg chg="add">
          <ac:chgData name="Shira Tziony" userId="1e73dfbc-599d-4f7d-924b-f18c59617c6c" providerId="ADAL" clId="{10F76ED8-25F1-4C4E-B6D7-CF79958B146E}" dt="2026-07-23T12:05:19.251" v="4519" actId="26606"/>
          <ac:spMkLst>
            <pc:docMk/>
            <pc:sldMk cId="3050364030" sldId="319"/>
            <ac:spMk id="11" creationId="{1F3985C0-E548-44D2-B30E-F3E42DADE133}"/>
          </ac:spMkLst>
        </pc:spChg>
        <pc:picChg chg="add">
          <ac:chgData name="Shira Tziony" userId="1e73dfbc-599d-4f7d-924b-f18c59617c6c" providerId="ADAL" clId="{10F76ED8-25F1-4C4E-B6D7-CF79958B146E}" dt="2026-07-23T12:05:21.381" v="4520" actId="22"/>
          <ac:picMkLst>
            <pc:docMk/>
            <pc:sldMk cId="3050364030" sldId="319"/>
            <ac:picMk id="6" creationId="{671B979A-8DAB-C446-538A-8707B50AE48F}"/>
          </ac:picMkLst>
        </pc:picChg>
      </pc:sldChg>
      <pc:sldChg chg="modSp mod">
        <pc:chgData name="Shira Tziony" userId="1e73dfbc-599d-4f7d-924b-f18c59617c6c" providerId="ADAL" clId="{10F76ED8-25F1-4C4E-B6D7-CF79958B146E}" dt="2026-07-23T11:59:36.728" v="4492" actId="12"/>
        <pc:sldMkLst>
          <pc:docMk/>
          <pc:sldMk cId="1640287084" sldId="326"/>
        </pc:sldMkLst>
        <pc:spChg chg="mod">
          <ac:chgData name="Shira Tziony" userId="1e73dfbc-599d-4f7d-924b-f18c59617c6c" providerId="ADAL" clId="{10F76ED8-25F1-4C4E-B6D7-CF79958B146E}" dt="2026-07-23T11:59:36.728" v="4492" actId="12"/>
          <ac:spMkLst>
            <pc:docMk/>
            <pc:sldMk cId="1640287084" sldId="326"/>
            <ac:spMk id="10" creationId="{15491509-03E0-8DDD-E310-DC40163B9E15}"/>
          </ac:spMkLst>
        </pc:spChg>
      </pc:sldChg>
      <pc:sldChg chg="modSp mod ord">
        <pc:chgData name="Shira Tziony" userId="1e73dfbc-599d-4f7d-924b-f18c59617c6c" providerId="ADAL" clId="{10F76ED8-25F1-4C4E-B6D7-CF79958B146E}" dt="2026-07-23T11:17:24.255" v="2941"/>
        <pc:sldMkLst>
          <pc:docMk/>
          <pc:sldMk cId="3481347190" sldId="329"/>
        </pc:sldMkLst>
        <pc:spChg chg="mod">
          <ac:chgData name="Shira Tziony" userId="1e73dfbc-599d-4f7d-924b-f18c59617c6c" providerId="ADAL" clId="{10F76ED8-25F1-4C4E-B6D7-CF79958B146E}" dt="2026-07-23T06:09:58.134" v="226" actId="13822"/>
          <ac:spMkLst>
            <pc:docMk/>
            <pc:sldMk cId="3481347190" sldId="329"/>
            <ac:spMk id="5" creationId="{BDA6A266-1AFD-6D89-030E-DFCAE258B070}"/>
          </ac:spMkLst>
        </pc:spChg>
        <pc:spChg chg="mod">
          <ac:chgData name="Shira Tziony" userId="1e73dfbc-599d-4f7d-924b-f18c59617c6c" providerId="ADAL" clId="{10F76ED8-25F1-4C4E-B6D7-CF79958B146E}" dt="2026-07-23T06:08:40.255" v="219" actId="13822"/>
          <ac:spMkLst>
            <pc:docMk/>
            <pc:sldMk cId="3481347190" sldId="329"/>
            <ac:spMk id="14" creationId="{007C1C71-E9C0-87C8-840B-83AF8EE8AB0C}"/>
          </ac:spMkLst>
        </pc:spChg>
        <pc:spChg chg="mod">
          <ac:chgData name="Shira Tziony" userId="1e73dfbc-599d-4f7d-924b-f18c59617c6c" providerId="ADAL" clId="{10F76ED8-25F1-4C4E-B6D7-CF79958B146E}" dt="2026-07-23T06:22:20.846" v="359" actId="313"/>
          <ac:spMkLst>
            <pc:docMk/>
            <pc:sldMk cId="3481347190" sldId="329"/>
            <ac:spMk id="55" creationId="{69D95B36-8FB8-05A0-46E9-105D52E7CC5C}"/>
          </ac:spMkLst>
        </pc:spChg>
        <pc:spChg chg="mod">
          <ac:chgData name="Shira Tziony" userId="1e73dfbc-599d-4f7d-924b-f18c59617c6c" providerId="ADAL" clId="{10F76ED8-25F1-4C4E-B6D7-CF79958B146E}" dt="2026-07-23T06:09:18.647" v="221" actId="13822"/>
          <ac:spMkLst>
            <pc:docMk/>
            <pc:sldMk cId="3481347190" sldId="329"/>
            <ac:spMk id="100" creationId="{D36FD1C5-A5F9-E07D-6C8B-E8B81C473EDC}"/>
          </ac:spMkLst>
        </pc:spChg>
        <pc:spChg chg="mod">
          <ac:chgData name="Shira Tziony" userId="1e73dfbc-599d-4f7d-924b-f18c59617c6c" providerId="ADAL" clId="{10F76ED8-25F1-4C4E-B6D7-CF79958B146E}" dt="2026-07-23T06:09:35.442" v="223" actId="13822"/>
          <ac:spMkLst>
            <pc:docMk/>
            <pc:sldMk cId="3481347190" sldId="329"/>
            <ac:spMk id="101" creationId="{D090CC29-3037-C7B7-1929-FA30980587D5}"/>
          </ac:spMkLst>
        </pc:spChg>
        <pc:spChg chg="mod">
          <ac:chgData name="Shira Tziony" userId="1e73dfbc-599d-4f7d-924b-f18c59617c6c" providerId="ADAL" clId="{10F76ED8-25F1-4C4E-B6D7-CF79958B146E}" dt="2026-07-23T06:09:52.392" v="225" actId="13822"/>
          <ac:spMkLst>
            <pc:docMk/>
            <pc:sldMk cId="3481347190" sldId="329"/>
            <ac:spMk id="102" creationId="{4085DF6C-DBD0-3BAA-C333-F43993E264DF}"/>
          </ac:spMkLst>
        </pc:spChg>
        <pc:spChg chg="mod">
          <ac:chgData name="Shira Tziony" userId="1e73dfbc-599d-4f7d-924b-f18c59617c6c" providerId="ADAL" clId="{10F76ED8-25F1-4C4E-B6D7-CF79958B146E}" dt="2026-07-23T06:08:40.255" v="219" actId="13822"/>
          <ac:spMkLst>
            <pc:docMk/>
            <pc:sldMk cId="3481347190" sldId="329"/>
            <ac:spMk id="103" creationId="{0C590E23-D39F-EDA2-D814-125DE0068FDC}"/>
          </ac:spMkLst>
        </pc:spChg>
        <pc:spChg chg="mod">
          <ac:chgData name="Shira Tziony" userId="1e73dfbc-599d-4f7d-924b-f18c59617c6c" providerId="ADAL" clId="{10F76ED8-25F1-4C4E-B6D7-CF79958B146E}" dt="2026-07-23T06:09:24.639" v="222" actId="13822"/>
          <ac:spMkLst>
            <pc:docMk/>
            <pc:sldMk cId="3481347190" sldId="329"/>
            <ac:spMk id="104" creationId="{7E9BAE62-FF71-F8BE-778B-FB291D5BCAA0}"/>
          </ac:spMkLst>
        </pc:spChg>
        <pc:spChg chg="mod">
          <ac:chgData name="Shira Tziony" userId="1e73dfbc-599d-4f7d-924b-f18c59617c6c" providerId="ADAL" clId="{10F76ED8-25F1-4C4E-B6D7-CF79958B146E}" dt="2026-07-23T06:09:42.401" v="224" actId="13822"/>
          <ac:spMkLst>
            <pc:docMk/>
            <pc:sldMk cId="3481347190" sldId="329"/>
            <ac:spMk id="105" creationId="{164AB61D-49CB-71DB-21C9-7F7C539590E2}"/>
          </ac:spMkLst>
        </pc:spChg>
        <pc:spChg chg="mod">
          <ac:chgData name="Shira Tziony" userId="1e73dfbc-599d-4f7d-924b-f18c59617c6c" providerId="ADAL" clId="{10F76ED8-25F1-4C4E-B6D7-CF79958B146E}" dt="2026-07-23T06:09:58.134" v="226" actId="13822"/>
          <ac:spMkLst>
            <pc:docMk/>
            <pc:sldMk cId="3481347190" sldId="329"/>
            <ac:spMk id="107" creationId="{DF4F5A18-111F-87C0-BAC3-B35A9CFBC9F4}"/>
          </ac:spMkLst>
        </pc:spChg>
        <pc:spChg chg="mod">
          <ac:chgData name="Shira Tziony" userId="1e73dfbc-599d-4f7d-924b-f18c59617c6c" providerId="ADAL" clId="{10F76ED8-25F1-4C4E-B6D7-CF79958B146E}" dt="2026-07-23T06:09:07.103" v="220" actId="13822"/>
          <ac:spMkLst>
            <pc:docMk/>
            <pc:sldMk cId="3481347190" sldId="329"/>
            <ac:spMk id="108" creationId="{E024990D-D26E-E28F-A7CB-7B9A9AEC4446}"/>
          </ac:spMkLst>
        </pc:spChg>
        <pc:spChg chg="mod">
          <ac:chgData name="Shira Tziony" userId="1e73dfbc-599d-4f7d-924b-f18c59617c6c" providerId="ADAL" clId="{10F76ED8-25F1-4C4E-B6D7-CF79958B146E}" dt="2026-07-23T06:22:06.680" v="356" actId="13822"/>
          <ac:spMkLst>
            <pc:docMk/>
            <pc:sldMk cId="3481347190" sldId="329"/>
            <ac:spMk id="109" creationId="{BB1EDADA-DBDD-7D35-F6F5-EA127517340A}"/>
          </ac:spMkLst>
        </pc:spChg>
        <pc:spChg chg="mod">
          <ac:chgData name="Shira Tziony" userId="1e73dfbc-599d-4f7d-924b-f18c59617c6c" providerId="ADAL" clId="{10F76ED8-25F1-4C4E-B6D7-CF79958B146E}" dt="2026-07-23T06:22:10.523" v="357" actId="13822"/>
          <ac:spMkLst>
            <pc:docMk/>
            <pc:sldMk cId="3481347190" sldId="329"/>
            <ac:spMk id="110" creationId="{4856CAE8-6F2B-94E8-B25D-08A75832D48C}"/>
          </ac:spMkLst>
        </pc:spChg>
        <pc:spChg chg="mod">
          <ac:chgData name="Shira Tziony" userId="1e73dfbc-599d-4f7d-924b-f18c59617c6c" providerId="ADAL" clId="{10F76ED8-25F1-4C4E-B6D7-CF79958B146E}" dt="2026-07-23T06:22:14.913" v="358" actId="13822"/>
          <ac:spMkLst>
            <pc:docMk/>
            <pc:sldMk cId="3481347190" sldId="329"/>
            <ac:spMk id="111" creationId="{FDD913EC-17AB-A2A7-C8FC-8FA73F77C64C}"/>
          </ac:spMkLst>
        </pc:spChg>
        <pc:spChg chg="mod">
          <ac:chgData name="Shira Tziony" userId="1e73dfbc-599d-4f7d-924b-f18c59617c6c" providerId="ADAL" clId="{10F76ED8-25F1-4C4E-B6D7-CF79958B146E}" dt="2026-07-23T06:09:42.401" v="224" actId="13822"/>
          <ac:spMkLst>
            <pc:docMk/>
            <pc:sldMk cId="3481347190" sldId="329"/>
            <ac:spMk id="112" creationId="{0AF6A4EC-7F1F-1326-2F1F-6A9B79890FC2}"/>
          </ac:spMkLst>
        </pc:spChg>
        <pc:cxnChg chg="mod">
          <ac:chgData name="Shira Tziony" userId="1e73dfbc-599d-4f7d-924b-f18c59617c6c" providerId="ADAL" clId="{10F76ED8-25F1-4C4E-B6D7-CF79958B146E}" dt="2026-07-23T06:22:02.102" v="355" actId="13822"/>
          <ac:cxnSpMkLst>
            <pc:docMk/>
            <pc:sldMk cId="3481347190" sldId="329"/>
            <ac:cxnSpMk id="114" creationId="{FD5D1B1B-B077-94C4-D862-018676A07059}"/>
          </ac:cxnSpMkLst>
        </pc:cxnChg>
        <pc:cxnChg chg="mod">
          <ac:chgData name="Shira Tziony" userId="1e73dfbc-599d-4f7d-924b-f18c59617c6c" providerId="ADAL" clId="{10F76ED8-25F1-4C4E-B6D7-CF79958B146E}" dt="2026-07-23T06:22:02.102" v="355" actId="13822"/>
          <ac:cxnSpMkLst>
            <pc:docMk/>
            <pc:sldMk cId="3481347190" sldId="329"/>
            <ac:cxnSpMk id="115" creationId="{3A483AA4-0A86-599B-F9FC-88810F2C9968}"/>
          </ac:cxnSpMkLst>
        </pc:cxnChg>
        <pc:cxnChg chg="mod">
          <ac:chgData name="Shira Tziony" userId="1e73dfbc-599d-4f7d-924b-f18c59617c6c" providerId="ADAL" clId="{10F76ED8-25F1-4C4E-B6D7-CF79958B146E}" dt="2026-07-23T06:22:02.102" v="355" actId="13822"/>
          <ac:cxnSpMkLst>
            <pc:docMk/>
            <pc:sldMk cId="3481347190" sldId="329"/>
            <ac:cxnSpMk id="116" creationId="{F5333E85-EC61-D7D5-DDCB-2161EFBD912A}"/>
          </ac:cxnSpMkLst>
        </pc:cxnChg>
        <pc:cxnChg chg="mod">
          <ac:chgData name="Shira Tziony" userId="1e73dfbc-599d-4f7d-924b-f18c59617c6c" providerId="ADAL" clId="{10F76ED8-25F1-4C4E-B6D7-CF79958B146E}" dt="2026-07-23T06:22:02.102" v="355" actId="13822"/>
          <ac:cxnSpMkLst>
            <pc:docMk/>
            <pc:sldMk cId="3481347190" sldId="329"/>
            <ac:cxnSpMk id="117" creationId="{64AE5DC6-1A07-6AF0-8F74-61E7299B32EF}"/>
          </ac:cxnSpMkLst>
        </pc:cxnChg>
      </pc:sldChg>
      <pc:sldChg chg="addSp delSp modSp mod addAnim delAnim modAnim">
        <pc:chgData name="Shira Tziony" userId="1e73dfbc-599d-4f7d-924b-f18c59617c6c" providerId="ADAL" clId="{10F76ED8-25F1-4C4E-B6D7-CF79958B146E}" dt="2026-08-02T08:06:40.318" v="5917"/>
        <pc:sldMkLst>
          <pc:docMk/>
          <pc:sldMk cId="3708256591" sldId="330"/>
        </pc:sldMkLst>
        <pc:spChg chg="mod">
          <ac:chgData name="Shira Tziony" userId="1e73dfbc-599d-4f7d-924b-f18c59617c6c" providerId="ADAL" clId="{10F76ED8-25F1-4C4E-B6D7-CF79958B146E}" dt="2026-07-23T08:53:42.734" v="725" actId="27636"/>
          <ac:spMkLst>
            <pc:docMk/>
            <pc:sldMk cId="3708256591" sldId="330"/>
            <ac:spMk id="2" creationId="{6E1D5442-6AB3-CD0B-2120-6A3D3B0CDFE8}"/>
          </ac:spMkLst>
        </pc:spChg>
        <pc:spChg chg="add del mod">
          <ac:chgData name="Shira Tziony" userId="1e73dfbc-599d-4f7d-924b-f18c59617c6c" providerId="ADAL" clId="{10F76ED8-25F1-4C4E-B6D7-CF79958B146E}" dt="2026-08-02T07:44:23.169" v="5669" actId="20577"/>
          <ac:spMkLst>
            <pc:docMk/>
            <pc:sldMk cId="3708256591" sldId="330"/>
            <ac:spMk id="3" creationId="{66C57F19-CC6C-9066-ADB0-C78437234216}"/>
          </ac:spMkLst>
        </pc:spChg>
        <pc:spChg chg="mod">
          <ac:chgData name="Shira Tziony" userId="1e73dfbc-599d-4f7d-924b-f18c59617c6c" providerId="ADAL" clId="{10F76ED8-25F1-4C4E-B6D7-CF79958B146E}" dt="2026-07-23T10:06:36.342" v="1173" actId="20577"/>
          <ac:spMkLst>
            <pc:docMk/>
            <pc:sldMk cId="3708256591" sldId="330"/>
            <ac:spMk id="4" creationId="{9E2F2FDA-ED11-52E0-83A0-6BAB40FCBC27}"/>
          </ac:spMkLst>
        </pc:spChg>
        <pc:spChg chg="add del mod">
          <ac:chgData name="Shira Tziony" userId="1e73dfbc-599d-4f7d-924b-f18c59617c6c" providerId="ADAL" clId="{10F76ED8-25F1-4C4E-B6D7-CF79958B146E}" dt="2026-08-02T07:44:57.019" v="5678" actId="20577"/>
          <ac:spMkLst>
            <pc:docMk/>
            <pc:sldMk cId="3708256591" sldId="330"/>
            <ac:spMk id="7" creationId="{2C79F5E4-46CB-026A-1009-7F0129832010}"/>
          </ac:spMkLst>
        </pc:spChg>
        <pc:spChg chg="add del mod">
          <ac:chgData name="Shira Tziony" userId="1e73dfbc-599d-4f7d-924b-f18c59617c6c" providerId="ADAL" clId="{10F76ED8-25F1-4C4E-B6D7-CF79958B146E}" dt="2026-08-02T07:51:35.766" v="5686" actId="20577"/>
          <ac:spMkLst>
            <pc:docMk/>
            <pc:sldMk cId="3708256591" sldId="330"/>
            <ac:spMk id="19" creationId="{EFDC9A04-E47F-6F06-F5F5-18A21B82124D}"/>
          </ac:spMkLst>
        </pc:spChg>
        <pc:picChg chg="add mod">
          <ac:chgData name="Shira Tziony" userId="1e73dfbc-599d-4f7d-924b-f18c59617c6c" providerId="ADAL" clId="{10F76ED8-25F1-4C4E-B6D7-CF79958B146E}" dt="2026-08-02T07:43:54.851" v="5656" actId="1076"/>
          <ac:picMkLst>
            <pc:docMk/>
            <pc:sldMk cId="3708256591" sldId="330"/>
            <ac:picMk id="8" creationId="{9BAB3507-D488-E50E-CEE4-ED683C8A0DFD}"/>
          </ac:picMkLst>
        </pc:picChg>
        <pc:picChg chg="add mod">
          <ac:chgData name="Shira Tziony" userId="1e73dfbc-599d-4f7d-924b-f18c59617c6c" providerId="ADAL" clId="{10F76ED8-25F1-4C4E-B6D7-CF79958B146E}" dt="2026-08-02T07:43:59.435" v="5658" actId="1076"/>
          <ac:picMkLst>
            <pc:docMk/>
            <pc:sldMk cId="3708256591" sldId="330"/>
            <ac:picMk id="10" creationId="{A7BBCB46-3CB8-631E-D9E7-3DDCC11ED511}"/>
          </ac:picMkLst>
        </pc:picChg>
        <pc:picChg chg="add mod">
          <ac:chgData name="Shira Tziony" userId="1e73dfbc-599d-4f7d-924b-f18c59617c6c" providerId="ADAL" clId="{10F76ED8-25F1-4C4E-B6D7-CF79958B146E}" dt="2026-08-02T07:43:56.755" v="5657" actId="1076"/>
          <ac:picMkLst>
            <pc:docMk/>
            <pc:sldMk cId="3708256591" sldId="330"/>
            <ac:picMk id="12" creationId="{F1DAFC52-AEA1-0F5B-0883-42F50E201CA0}"/>
          </ac:picMkLst>
        </pc:picChg>
        <pc:picChg chg="add del mod modCrop">
          <ac:chgData name="Shira Tziony" userId="1e73dfbc-599d-4f7d-924b-f18c59617c6c" providerId="ADAL" clId="{10F76ED8-25F1-4C4E-B6D7-CF79958B146E}" dt="2026-08-02T07:42:14.151" v="5608" actId="478"/>
          <ac:picMkLst>
            <pc:docMk/>
            <pc:sldMk cId="3708256591" sldId="330"/>
            <ac:picMk id="13" creationId="{CC5937EC-CE96-98C7-EC0F-41DE15117D46}"/>
          </ac:picMkLst>
        </pc:picChg>
        <pc:picChg chg="add del mod modCrop">
          <ac:chgData name="Shira Tziony" userId="1e73dfbc-599d-4f7d-924b-f18c59617c6c" providerId="ADAL" clId="{10F76ED8-25F1-4C4E-B6D7-CF79958B146E}" dt="2026-08-02T07:42:15.280" v="5609" actId="478"/>
          <ac:picMkLst>
            <pc:docMk/>
            <pc:sldMk cId="3708256591" sldId="330"/>
            <ac:picMk id="15" creationId="{71A2D9C1-13D9-D5A7-520F-8E6C54229E99}"/>
          </ac:picMkLst>
        </pc:picChg>
        <pc:picChg chg="add del mod modCrop">
          <ac:chgData name="Shira Tziony" userId="1e73dfbc-599d-4f7d-924b-f18c59617c6c" providerId="ADAL" clId="{10F76ED8-25F1-4C4E-B6D7-CF79958B146E}" dt="2026-08-02T07:43:26.235" v="5648" actId="478"/>
          <ac:picMkLst>
            <pc:docMk/>
            <pc:sldMk cId="3708256591" sldId="330"/>
            <ac:picMk id="18" creationId="{853B0A6A-16B4-5D43-9017-A7D3F6969C9B}"/>
          </ac:picMkLst>
        </pc:picChg>
      </pc:sldChg>
      <pc:sldChg chg="addSp delSp modSp mod modAnim">
        <pc:chgData name="Shira Tziony" userId="1e73dfbc-599d-4f7d-924b-f18c59617c6c" providerId="ADAL" clId="{10F76ED8-25F1-4C4E-B6D7-CF79958B146E}" dt="2026-08-02T08:06:44.320" v="5920"/>
        <pc:sldMkLst>
          <pc:docMk/>
          <pc:sldMk cId="2903480847" sldId="331"/>
        </pc:sldMkLst>
        <pc:spChg chg="mod">
          <ac:chgData name="Shira Tziony" userId="1e73dfbc-599d-4f7d-924b-f18c59617c6c" providerId="ADAL" clId="{10F76ED8-25F1-4C4E-B6D7-CF79958B146E}" dt="2026-07-27T21:21:47.260" v="5543" actId="20577"/>
          <ac:spMkLst>
            <pc:docMk/>
            <pc:sldMk cId="2903480847" sldId="331"/>
            <ac:spMk id="2" creationId="{244D7388-76D5-1F7F-B37D-ACE774FF8CE7}"/>
          </ac:spMkLst>
        </pc:spChg>
        <pc:spChg chg="mod">
          <ac:chgData name="Shira Tziony" userId="1e73dfbc-599d-4f7d-924b-f18c59617c6c" providerId="ADAL" clId="{10F76ED8-25F1-4C4E-B6D7-CF79958B146E}" dt="2026-07-23T10:06:52.010" v="1191" actId="20577"/>
          <ac:spMkLst>
            <pc:docMk/>
            <pc:sldMk cId="2903480847" sldId="331"/>
            <ac:spMk id="4" creationId="{7D448174-44C8-87BD-DE19-2B66B3966A34}"/>
          </ac:spMkLst>
        </pc:spChg>
        <pc:spChg chg="add mod">
          <ac:chgData name="Shira Tziony" userId="1e73dfbc-599d-4f7d-924b-f18c59617c6c" providerId="ADAL" clId="{10F76ED8-25F1-4C4E-B6D7-CF79958B146E}" dt="2026-08-02T07:52:04.244" v="5688" actId="20577"/>
          <ac:spMkLst>
            <pc:docMk/>
            <pc:sldMk cId="2903480847" sldId="331"/>
            <ac:spMk id="5" creationId="{7814338B-BB19-A870-2361-C97531026173}"/>
          </ac:spMkLst>
        </pc:spChg>
        <pc:spChg chg="add mod">
          <ac:chgData name="Shira Tziony" userId="1e73dfbc-599d-4f7d-924b-f18c59617c6c" providerId="ADAL" clId="{10F76ED8-25F1-4C4E-B6D7-CF79958B146E}" dt="2026-08-02T07:52:24.647" v="5697" actId="20577"/>
          <ac:spMkLst>
            <pc:docMk/>
            <pc:sldMk cId="2903480847" sldId="331"/>
            <ac:spMk id="8" creationId="{3DF01B49-CCFC-D863-3EA7-535F8E8D1764}"/>
          </ac:spMkLst>
        </pc:spChg>
        <pc:spChg chg="add mod">
          <ac:chgData name="Shira Tziony" userId="1e73dfbc-599d-4f7d-924b-f18c59617c6c" providerId="ADAL" clId="{10F76ED8-25F1-4C4E-B6D7-CF79958B146E}" dt="2026-08-02T07:52:36.564" v="5699" actId="20577"/>
          <ac:spMkLst>
            <pc:docMk/>
            <pc:sldMk cId="2903480847" sldId="331"/>
            <ac:spMk id="10" creationId="{635CBC66-B75F-B0F2-0411-867C45D32CE3}"/>
          </ac:spMkLst>
        </pc:spChg>
        <pc:picChg chg="add mod">
          <ac:chgData name="Shira Tziony" userId="1e73dfbc-599d-4f7d-924b-f18c59617c6c" providerId="ADAL" clId="{10F76ED8-25F1-4C4E-B6D7-CF79958B146E}" dt="2026-08-02T07:54:08.553" v="5714" actId="1076"/>
          <ac:picMkLst>
            <pc:docMk/>
            <pc:sldMk cId="2903480847" sldId="331"/>
            <ac:picMk id="7" creationId="{3EFB8F3D-0870-FDA4-FE8A-273B4E41ECAD}"/>
          </ac:picMkLst>
        </pc:picChg>
        <pc:picChg chg="add mod">
          <ac:chgData name="Shira Tziony" userId="1e73dfbc-599d-4f7d-924b-f18c59617c6c" providerId="ADAL" clId="{10F76ED8-25F1-4C4E-B6D7-CF79958B146E}" dt="2026-08-02T07:54:21.818" v="5716" actId="1076"/>
          <ac:picMkLst>
            <pc:docMk/>
            <pc:sldMk cId="2903480847" sldId="331"/>
            <ac:picMk id="11" creationId="{926CB9A8-8C71-B219-4CD7-BE6EFD894ED8}"/>
          </ac:picMkLst>
        </pc:picChg>
        <pc:picChg chg="add del mod modCrop">
          <ac:chgData name="Shira Tziony" userId="1e73dfbc-599d-4f7d-924b-f18c59617c6c" providerId="ADAL" clId="{10F76ED8-25F1-4C4E-B6D7-CF79958B146E}" dt="2026-08-02T07:53:16.308" v="5702" actId="478"/>
          <ac:picMkLst>
            <pc:docMk/>
            <pc:sldMk cId="2903480847" sldId="331"/>
            <ac:picMk id="12" creationId="{FB73DBE7-B39D-EDB4-0776-9D5299C872B8}"/>
          </ac:picMkLst>
        </pc:picChg>
        <pc:picChg chg="add mod">
          <ac:chgData name="Shira Tziony" userId="1e73dfbc-599d-4f7d-924b-f18c59617c6c" providerId="ADAL" clId="{10F76ED8-25F1-4C4E-B6D7-CF79958B146E}" dt="2026-08-02T07:54:25.039" v="5717" actId="1076"/>
          <ac:picMkLst>
            <pc:docMk/>
            <pc:sldMk cId="2903480847" sldId="331"/>
            <ac:picMk id="14" creationId="{F3EB7A8C-E4FB-DD46-A732-4712CB8F3E02}"/>
          </ac:picMkLst>
        </pc:picChg>
        <pc:picChg chg="add del mod modCrop">
          <ac:chgData name="Shira Tziony" userId="1e73dfbc-599d-4f7d-924b-f18c59617c6c" providerId="ADAL" clId="{10F76ED8-25F1-4C4E-B6D7-CF79958B146E}" dt="2026-08-02T07:53:16.308" v="5702" actId="478"/>
          <ac:picMkLst>
            <pc:docMk/>
            <pc:sldMk cId="2903480847" sldId="331"/>
            <ac:picMk id="16" creationId="{13FD5D3E-6AF7-2537-17BF-E902706A4B44}"/>
          </ac:picMkLst>
        </pc:picChg>
        <pc:picChg chg="add del mod modCrop">
          <ac:chgData name="Shira Tziony" userId="1e73dfbc-599d-4f7d-924b-f18c59617c6c" providerId="ADAL" clId="{10F76ED8-25F1-4C4E-B6D7-CF79958B146E}" dt="2026-08-02T07:53:16.308" v="5702" actId="478"/>
          <ac:picMkLst>
            <pc:docMk/>
            <pc:sldMk cId="2903480847" sldId="331"/>
            <ac:picMk id="18" creationId="{93D34DB1-6D59-244C-C38D-EC5D4E9DAF70}"/>
          </ac:picMkLst>
        </pc:picChg>
      </pc:sldChg>
      <pc:sldChg chg="addSp delSp modSp mod modAnim">
        <pc:chgData name="Shira Tziony" userId="1e73dfbc-599d-4f7d-924b-f18c59617c6c" providerId="ADAL" clId="{10F76ED8-25F1-4C4E-B6D7-CF79958B146E}" dt="2026-08-02T08:06:48.121" v="5922"/>
        <pc:sldMkLst>
          <pc:docMk/>
          <pc:sldMk cId="1783527972" sldId="333"/>
        </pc:sldMkLst>
        <pc:spChg chg="mod">
          <ac:chgData name="Shira Tziony" userId="1e73dfbc-599d-4f7d-924b-f18c59617c6c" providerId="ADAL" clId="{10F76ED8-25F1-4C4E-B6D7-CF79958B146E}" dt="2026-07-23T10:07:12.013" v="1207" actId="20577"/>
          <ac:spMkLst>
            <pc:docMk/>
            <pc:sldMk cId="1783527972" sldId="333"/>
            <ac:spMk id="4" creationId="{D3A4CAE4-439D-6FF2-0040-784DA7412B6C}"/>
          </ac:spMkLst>
        </pc:spChg>
        <pc:spChg chg="add mod">
          <ac:chgData name="Shira Tziony" userId="1e73dfbc-599d-4f7d-924b-f18c59617c6c" providerId="ADAL" clId="{10F76ED8-25F1-4C4E-B6D7-CF79958B146E}" dt="2026-08-02T07:57:53.950" v="5797" actId="1076"/>
          <ac:spMkLst>
            <pc:docMk/>
            <pc:sldMk cId="1783527972" sldId="333"/>
            <ac:spMk id="9" creationId="{43B97747-81F1-3C5C-9169-2BCE6FE3CB31}"/>
          </ac:spMkLst>
        </pc:spChg>
        <pc:spChg chg="add mod">
          <ac:chgData name="Shira Tziony" userId="1e73dfbc-599d-4f7d-924b-f18c59617c6c" providerId="ADAL" clId="{10F76ED8-25F1-4C4E-B6D7-CF79958B146E}" dt="2026-08-02T07:57:58.862" v="5798" actId="1076"/>
          <ac:spMkLst>
            <pc:docMk/>
            <pc:sldMk cId="1783527972" sldId="333"/>
            <ac:spMk id="11" creationId="{91FFCBCD-8BBD-6947-4723-2052D1A78617}"/>
          </ac:spMkLst>
        </pc:spChg>
        <pc:spChg chg="add mod">
          <ac:chgData name="Shira Tziony" userId="1e73dfbc-599d-4f7d-924b-f18c59617c6c" providerId="ADAL" clId="{10F76ED8-25F1-4C4E-B6D7-CF79958B146E}" dt="2026-07-23T10:09:42.215" v="1360" actId="20577"/>
          <ac:spMkLst>
            <pc:docMk/>
            <pc:sldMk cId="1783527972" sldId="333"/>
            <ac:spMk id="15" creationId="{59072256-7292-B969-0F23-8505F54F4DF1}"/>
          </ac:spMkLst>
        </pc:spChg>
        <pc:picChg chg="add mod">
          <ac:chgData name="Shira Tziony" userId="1e73dfbc-599d-4f7d-924b-f18c59617c6c" providerId="ADAL" clId="{10F76ED8-25F1-4C4E-B6D7-CF79958B146E}" dt="2026-08-02T08:00:47.081" v="5832" actId="1036"/>
          <ac:picMkLst>
            <pc:docMk/>
            <pc:sldMk cId="1783527972" sldId="333"/>
            <ac:picMk id="3" creationId="{B60BFBCD-DB05-7A00-3CA9-AA5CDB6CE7CD}"/>
          </ac:picMkLst>
        </pc:picChg>
        <pc:picChg chg="add mod">
          <ac:chgData name="Shira Tziony" userId="1e73dfbc-599d-4f7d-924b-f18c59617c6c" providerId="ADAL" clId="{10F76ED8-25F1-4C4E-B6D7-CF79958B146E}" dt="2026-08-02T08:00:47.081" v="5832" actId="1036"/>
          <ac:picMkLst>
            <pc:docMk/>
            <pc:sldMk cId="1783527972" sldId="333"/>
            <ac:picMk id="7" creationId="{040354A5-F0CB-438F-2DE2-C849EEAF4999}"/>
          </ac:picMkLst>
        </pc:picChg>
        <pc:picChg chg="add del mod modCrop">
          <ac:chgData name="Shira Tziony" userId="1e73dfbc-599d-4f7d-924b-f18c59617c6c" providerId="ADAL" clId="{10F76ED8-25F1-4C4E-B6D7-CF79958B146E}" dt="2026-08-02T07:54:59.565" v="5725" actId="478"/>
          <ac:picMkLst>
            <pc:docMk/>
            <pc:sldMk cId="1783527972" sldId="333"/>
            <ac:picMk id="8" creationId="{1B766115-6C65-98D7-7E98-925E7EC13749}"/>
          </ac:picMkLst>
        </pc:picChg>
        <pc:picChg chg="add del mod modCrop">
          <ac:chgData name="Shira Tziony" userId="1e73dfbc-599d-4f7d-924b-f18c59617c6c" providerId="ADAL" clId="{10F76ED8-25F1-4C4E-B6D7-CF79958B146E}" dt="2026-08-02T07:55:01.172" v="5726" actId="478"/>
          <ac:picMkLst>
            <pc:docMk/>
            <pc:sldMk cId="1783527972" sldId="333"/>
            <ac:picMk id="10" creationId="{F4271E07-9C95-10AD-311E-A833688BEFF1}"/>
          </ac:picMkLst>
        </pc:picChg>
      </pc:sldChg>
      <pc:sldChg chg="addSp delSp modSp mod">
        <pc:chgData name="Shira Tziony" userId="1e73dfbc-599d-4f7d-924b-f18c59617c6c" providerId="ADAL" clId="{10F76ED8-25F1-4C4E-B6D7-CF79958B146E}" dt="2026-07-24T15:17:17.917" v="4693" actId="1076"/>
        <pc:sldMkLst>
          <pc:docMk/>
          <pc:sldMk cId="2769076508" sldId="336"/>
        </pc:sldMkLst>
        <pc:spChg chg="mod">
          <ac:chgData name="Shira Tziony" userId="1e73dfbc-599d-4f7d-924b-f18c59617c6c" providerId="ADAL" clId="{10F76ED8-25F1-4C4E-B6D7-CF79958B146E}" dt="2026-07-24T14:51:23.812" v="4610" actId="20577"/>
          <ac:spMkLst>
            <pc:docMk/>
            <pc:sldMk cId="2769076508" sldId="336"/>
            <ac:spMk id="9" creationId="{6959D835-D8A8-73A8-2F85-4FF8E6453793}"/>
          </ac:spMkLst>
        </pc:spChg>
        <pc:graphicFrameChg chg="add mod modGraphic">
          <ac:chgData name="Shira Tziony" userId="1e73dfbc-599d-4f7d-924b-f18c59617c6c" providerId="ADAL" clId="{10F76ED8-25F1-4C4E-B6D7-CF79958B146E}" dt="2026-07-24T15:17:02.292" v="4689" actId="20577"/>
          <ac:graphicFrameMkLst>
            <pc:docMk/>
            <pc:sldMk cId="2769076508" sldId="336"/>
            <ac:graphicFrameMk id="2" creationId="{33F4F0E1-C452-A35E-8742-27A1DE7E9330}"/>
          </ac:graphicFrameMkLst>
        </pc:graphicFrameChg>
        <pc:picChg chg="mod ord">
          <ac:chgData name="Shira Tziony" userId="1e73dfbc-599d-4f7d-924b-f18c59617c6c" providerId="ADAL" clId="{10F76ED8-25F1-4C4E-B6D7-CF79958B146E}" dt="2026-07-24T15:17:17.917" v="4693" actId="1076"/>
          <ac:picMkLst>
            <pc:docMk/>
            <pc:sldMk cId="2769076508" sldId="336"/>
            <ac:picMk id="11" creationId="{4209E65A-F4D9-DC66-9A65-A5498910F441}"/>
          </ac:picMkLst>
        </pc:picChg>
        <pc:picChg chg="mod">
          <ac:chgData name="Shira Tziony" userId="1e73dfbc-599d-4f7d-924b-f18c59617c6c" providerId="ADAL" clId="{10F76ED8-25F1-4C4E-B6D7-CF79958B146E}" dt="2026-07-24T14:54:03.495" v="4682" actId="1076"/>
          <ac:picMkLst>
            <pc:docMk/>
            <pc:sldMk cId="2769076508" sldId="336"/>
            <ac:picMk id="12" creationId="{3F78DAA7-ECB8-8A96-0DBB-1B377605959E}"/>
          </ac:picMkLst>
        </pc:picChg>
      </pc:sldChg>
      <pc:sldChg chg="addSp mod">
        <pc:chgData name="Shira Tziony" userId="1e73dfbc-599d-4f7d-924b-f18c59617c6c" providerId="ADAL" clId="{10F76ED8-25F1-4C4E-B6D7-CF79958B146E}" dt="2026-07-23T12:04:24.825" v="4514" actId="22"/>
        <pc:sldMkLst>
          <pc:docMk/>
          <pc:sldMk cId="0" sldId="342"/>
        </pc:sldMkLst>
        <pc:picChg chg="add">
          <ac:chgData name="Shira Tziony" userId="1e73dfbc-599d-4f7d-924b-f18c59617c6c" providerId="ADAL" clId="{10F76ED8-25F1-4C4E-B6D7-CF79958B146E}" dt="2026-07-23T12:04:24.825" v="4514" actId="22"/>
          <ac:picMkLst>
            <pc:docMk/>
            <pc:sldMk cId="0" sldId="342"/>
            <ac:picMk id="6" creationId="{BABC8E4C-999A-3D76-DC0B-756032FF33F2}"/>
          </ac:picMkLst>
        </pc:picChg>
      </pc:sldChg>
      <pc:sldChg chg="modSp mod">
        <pc:chgData name="Shira Tziony" userId="1e73dfbc-599d-4f7d-924b-f18c59617c6c" providerId="ADAL" clId="{10F76ED8-25F1-4C4E-B6D7-CF79958B146E}" dt="2026-07-26T20:37:28.595" v="4863" actId="14100"/>
        <pc:sldMkLst>
          <pc:docMk/>
          <pc:sldMk cId="3131627057" sldId="346"/>
        </pc:sldMkLst>
        <pc:spChg chg="mod">
          <ac:chgData name="Shira Tziony" userId="1e73dfbc-599d-4f7d-924b-f18c59617c6c" providerId="ADAL" clId="{10F76ED8-25F1-4C4E-B6D7-CF79958B146E}" dt="2026-07-26T20:37:28.595" v="4863" actId="14100"/>
          <ac:spMkLst>
            <pc:docMk/>
            <pc:sldMk cId="3131627057" sldId="346"/>
            <ac:spMk id="8" creationId="{25143B6A-EF67-3EEF-BE24-9C93181BE1E6}"/>
          </ac:spMkLst>
        </pc:spChg>
      </pc:sldChg>
      <pc:sldChg chg="modSp mod">
        <pc:chgData name="Shira Tziony" userId="1e73dfbc-599d-4f7d-924b-f18c59617c6c" providerId="ADAL" clId="{10F76ED8-25F1-4C4E-B6D7-CF79958B146E}" dt="2026-07-23T11:33:10.157" v="3488" actId="20577"/>
        <pc:sldMkLst>
          <pc:docMk/>
          <pc:sldMk cId="2871266599" sldId="347"/>
        </pc:sldMkLst>
        <pc:graphicFrameChg chg="modGraphic">
          <ac:chgData name="Shira Tziony" userId="1e73dfbc-599d-4f7d-924b-f18c59617c6c" providerId="ADAL" clId="{10F76ED8-25F1-4C4E-B6D7-CF79958B146E}" dt="2026-07-23T11:33:10.157" v="3488" actId="20577"/>
          <ac:graphicFrameMkLst>
            <pc:docMk/>
            <pc:sldMk cId="2871266599" sldId="347"/>
            <ac:graphicFrameMk id="10" creationId="{C76103B6-30B0-219D-B46A-69CEBEDFDA1B}"/>
          </ac:graphicFrameMkLst>
        </pc:graphicFrameChg>
      </pc:sldChg>
      <pc:sldChg chg="addSp delSp modSp mod modAnim">
        <pc:chgData name="Shira Tziony" userId="1e73dfbc-599d-4f7d-924b-f18c59617c6c" providerId="ADAL" clId="{10F76ED8-25F1-4C4E-B6D7-CF79958B146E}" dt="2026-08-02T08:06:51.906" v="5924"/>
        <pc:sldMkLst>
          <pc:docMk/>
          <pc:sldMk cId="742113194" sldId="350"/>
        </pc:sldMkLst>
        <pc:spChg chg="mod">
          <ac:chgData name="Shira Tziony" userId="1e73dfbc-599d-4f7d-924b-f18c59617c6c" providerId="ADAL" clId="{10F76ED8-25F1-4C4E-B6D7-CF79958B146E}" dt="2026-07-23T10:09:25.275" v="1355" actId="27636"/>
          <ac:spMkLst>
            <pc:docMk/>
            <pc:sldMk cId="742113194" sldId="350"/>
            <ac:spMk id="2" creationId="{D848CE58-AECB-389F-DB81-63656DA47EB9}"/>
          </ac:spMkLst>
        </pc:spChg>
        <pc:spChg chg="add mod">
          <ac:chgData name="Shira Tziony" userId="1e73dfbc-599d-4f7d-924b-f18c59617c6c" providerId="ADAL" clId="{10F76ED8-25F1-4C4E-B6D7-CF79958B146E}" dt="2026-08-02T07:58:15.946" v="5800"/>
          <ac:spMkLst>
            <pc:docMk/>
            <pc:sldMk cId="742113194" sldId="350"/>
            <ac:spMk id="3" creationId="{6E38FFA2-3D0C-3DF9-7A7E-0779FCF68978}"/>
          </ac:spMkLst>
        </pc:spChg>
        <pc:spChg chg="add mod">
          <ac:chgData name="Shira Tziony" userId="1e73dfbc-599d-4f7d-924b-f18c59617c6c" providerId="ADAL" clId="{10F76ED8-25F1-4C4E-B6D7-CF79958B146E}" dt="2026-08-02T07:58:15.946" v="5800"/>
          <ac:spMkLst>
            <pc:docMk/>
            <pc:sldMk cId="742113194" sldId="350"/>
            <ac:spMk id="4" creationId="{94263F4E-7E20-14C8-BDA7-0744E7DBCBD0}"/>
          </ac:spMkLst>
        </pc:spChg>
        <pc:spChg chg="add mod">
          <ac:chgData name="Shira Tziony" userId="1e73dfbc-599d-4f7d-924b-f18c59617c6c" providerId="ADAL" clId="{10F76ED8-25F1-4C4E-B6D7-CF79958B146E}" dt="2026-07-23T10:08:27.627" v="1314" actId="20577"/>
          <ac:spMkLst>
            <pc:docMk/>
            <pc:sldMk cId="742113194" sldId="350"/>
            <ac:spMk id="20" creationId="{B86D939D-DBC6-988D-8786-D0BE1DD890B1}"/>
          </ac:spMkLst>
        </pc:spChg>
        <pc:picChg chg="add mod">
          <ac:chgData name="Shira Tziony" userId="1e73dfbc-599d-4f7d-924b-f18c59617c6c" providerId="ADAL" clId="{10F76ED8-25F1-4C4E-B6D7-CF79958B146E}" dt="2026-08-02T08:00:36.974" v="5830" actId="1036"/>
          <ac:picMkLst>
            <pc:docMk/>
            <pc:sldMk cId="742113194" sldId="350"/>
            <ac:picMk id="7" creationId="{24264BAE-9B41-9969-231D-C33E7D76F331}"/>
          </ac:picMkLst>
        </pc:picChg>
        <pc:picChg chg="add mod">
          <ac:chgData name="Shira Tziony" userId="1e73dfbc-599d-4f7d-924b-f18c59617c6c" providerId="ADAL" clId="{10F76ED8-25F1-4C4E-B6D7-CF79958B146E}" dt="2026-08-02T08:00:36.974" v="5830" actId="1036"/>
          <ac:picMkLst>
            <pc:docMk/>
            <pc:sldMk cId="742113194" sldId="350"/>
            <ac:picMk id="9" creationId="{A2E680C8-227A-5D22-9AF3-76B5C080C4B4}"/>
          </ac:picMkLst>
        </pc:picChg>
        <pc:picChg chg="add del mod modCrop">
          <ac:chgData name="Shira Tziony" userId="1e73dfbc-599d-4f7d-924b-f18c59617c6c" providerId="ADAL" clId="{10F76ED8-25F1-4C4E-B6D7-CF79958B146E}" dt="2026-08-02T07:58:07.585" v="5799" actId="478"/>
          <ac:picMkLst>
            <pc:docMk/>
            <pc:sldMk cId="742113194" sldId="350"/>
            <ac:picMk id="12" creationId="{C0215EF9-4C45-730F-778A-5DA27CE39998}"/>
          </ac:picMkLst>
        </pc:picChg>
        <pc:picChg chg="add del mod">
          <ac:chgData name="Shira Tziony" userId="1e73dfbc-599d-4f7d-924b-f18c59617c6c" providerId="ADAL" clId="{10F76ED8-25F1-4C4E-B6D7-CF79958B146E}" dt="2026-08-02T07:58:07.585" v="5799" actId="478"/>
          <ac:picMkLst>
            <pc:docMk/>
            <pc:sldMk cId="742113194" sldId="350"/>
            <ac:picMk id="14" creationId="{8B61DDC3-99B8-E992-58BB-E2801CC793B0}"/>
          </ac:picMkLst>
        </pc:picChg>
      </pc:sldChg>
      <pc:sldChg chg="addSp delSp modSp mod modAnim">
        <pc:chgData name="Shira Tziony" userId="1e73dfbc-599d-4f7d-924b-f18c59617c6c" providerId="ADAL" clId="{10F76ED8-25F1-4C4E-B6D7-CF79958B146E}" dt="2026-08-02T08:06:55.552" v="5926"/>
        <pc:sldMkLst>
          <pc:docMk/>
          <pc:sldMk cId="1941826472" sldId="351"/>
        </pc:sldMkLst>
        <pc:spChg chg="add mod">
          <ac:chgData name="Shira Tziony" userId="1e73dfbc-599d-4f7d-924b-f18c59617c6c" providerId="ADAL" clId="{10F76ED8-25F1-4C4E-B6D7-CF79958B146E}" dt="2026-08-02T07:59:15.770" v="5814"/>
          <ac:spMkLst>
            <pc:docMk/>
            <pc:sldMk cId="1941826472" sldId="351"/>
            <ac:spMk id="2" creationId="{6C68B6EB-0BC3-05FC-F578-7EF92E782ACC}"/>
          </ac:spMkLst>
        </pc:spChg>
        <pc:spChg chg="add mod">
          <ac:chgData name="Shira Tziony" userId="1e73dfbc-599d-4f7d-924b-f18c59617c6c" providerId="ADAL" clId="{10F76ED8-25F1-4C4E-B6D7-CF79958B146E}" dt="2026-08-02T07:59:15.770" v="5814"/>
          <ac:spMkLst>
            <pc:docMk/>
            <pc:sldMk cId="1941826472" sldId="351"/>
            <ac:spMk id="3" creationId="{A8D50895-CC6F-B318-D060-73CAB7E0B587}"/>
          </ac:spMkLst>
        </pc:spChg>
        <pc:spChg chg="add mod">
          <ac:chgData name="Shira Tziony" userId="1e73dfbc-599d-4f7d-924b-f18c59617c6c" providerId="ADAL" clId="{10F76ED8-25F1-4C4E-B6D7-CF79958B146E}" dt="2026-07-27T10:46:12.412" v="5531" actId="20577"/>
          <ac:spMkLst>
            <pc:docMk/>
            <pc:sldMk cId="1941826472" sldId="351"/>
            <ac:spMk id="15" creationId="{C252D2D8-601C-14E0-E184-11E588464F63}"/>
          </ac:spMkLst>
        </pc:spChg>
        <pc:spChg chg="add mod">
          <ac:chgData name="Shira Tziony" userId="1e73dfbc-599d-4f7d-924b-f18c59617c6c" providerId="ADAL" clId="{10F76ED8-25F1-4C4E-B6D7-CF79958B146E}" dt="2026-07-23T10:09:52.130" v="1365" actId="20577"/>
          <ac:spMkLst>
            <pc:docMk/>
            <pc:sldMk cId="1941826472" sldId="351"/>
            <ac:spMk id="18" creationId="{F0056706-E279-4215-9A76-3DA88976942F}"/>
          </ac:spMkLst>
        </pc:spChg>
        <pc:picChg chg="add mod">
          <ac:chgData name="Shira Tziony" userId="1e73dfbc-599d-4f7d-924b-f18c59617c6c" providerId="ADAL" clId="{10F76ED8-25F1-4C4E-B6D7-CF79958B146E}" dt="2026-08-02T07:59:46.550" v="5820" actId="1076"/>
          <ac:picMkLst>
            <pc:docMk/>
            <pc:sldMk cId="1941826472" sldId="351"/>
            <ac:picMk id="5" creationId="{1900C187-180A-D399-190D-0412075C9CB0}"/>
          </ac:picMkLst>
        </pc:picChg>
        <pc:picChg chg="add del mod modCrop">
          <ac:chgData name="Shira Tziony" userId="1e73dfbc-599d-4f7d-924b-f18c59617c6c" providerId="ADAL" clId="{10F76ED8-25F1-4C4E-B6D7-CF79958B146E}" dt="2026-08-02T07:59:09.008" v="5813" actId="478"/>
          <ac:picMkLst>
            <pc:docMk/>
            <pc:sldMk cId="1941826472" sldId="351"/>
            <ac:picMk id="7" creationId="{E1AFE259-B595-107E-7870-21B480CD9901}"/>
          </ac:picMkLst>
        </pc:picChg>
        <pc:picChg chg="add mod">
          <ac:chgData name="Shira Tziony" userId="1e73dfbc-599d-4f7d-924b-f18c59617c6c" providerId="ADAL" clId="{10F76ED8-25F1-4C4E-B6D7-CF79958B146E}" dt="2026-08-02T07:59:55.427" v="5822" actId="1076"/>
          <ac:picMkLst>
            <pc:docMk/>
            <pc:sldMk cId="1941826472" sldId="351"/>
            <ac:picMk id="9" creationId="{6777F0DC-A718-BCEC-E2DF-B65690309DB8}"/>
          </ac:picMkLst>
        </pc:picChg>
        <pc:picChg chg="add del mod">
          <ac:chgData name="Shira Tziony" userId="1e73dfbc-599d-4f7d-924b-f18c59617c6c" providerId="ADAL" clId="{10F76ED8-25F1-4C4E-B6D7-CF79958B146E}" dt="2026-08-02T07:59:09.008" v="5813" actId="478"/>
          <ac:picMkLst>
            <pc:docMk/>
            <pc:sldMk cId="1941826472" sldId="351"/>
            <ac:picMk id="12" creationId="{940D7947-AC37-CA72-E48B-E4CD2038537C}"/>
          </ac:picMkLst>
        </pc:picChg>
      </pc:sldChg>
      <pc:sldChg chg="addSp delSp modSp mod modAnim">
        <pc:chgData name="Shira Tziony" userId="1e73dfbc-599d-4f7d-924b-f18c59617c6c" providerId="ADAL" clId="{10F76ED8-25F1-4C4E-B6D7-CF79958B146E}" dt="2026-08-02T08:11:34.569" v="5975"/>
        <pc:sldMkLst>
          <pc:docMk/>
          <pc:sldMk cId="3498275092" sldId="353"/>
        </pc:sldMkLst>
        <pc:spChg chg="mod">
          <ac:chgData name="Shira Tziony" userId="1e73dfbc-599d-4f7d-924b-f18c59617c6c" providerId="ADAL" clId="{10F76ED8-25F1-4C4E-B6D7-CF79958B146E}" dt="2026-07-27T07:27:24.191" v="5512" actId="20577"/>
          <ac:spMkLst>
            <pc:docMk/>
            <pc:sldMk cId="3498275092" sldId="353"/>
            <ac:spMk id="2" creationId="{52942059-996A-A22D-E04D-5F12ECF6E1F9}"/>
          </ac:spMkLst>
        </pc:spChg>
        <pc:spChg chg="mod">
          <ac:chgData name="Shira Tziony" userId="1e73dfbc-599d-4f7d-924b-f18c59617c6c" providerId="ADAL" clId="{10F76ED8-25F1-4C4E-B6D7-CF79958B146E}" dt="2026-07-27T07:23:19.815" v="5396" actId="20577"/>
          <ac:spMkLst>
            <pc:docMk/>
            <pc:sldMk cId="3498275092" sldId="353"/>
            <ac:spMk id="4" creationId="{42D9B999-9CF3-5EB0-E1ED-1D0544870327}"/>
          </ac:spMkLst>
        </pc:spChg>
        <pc:spChg chg="add mod">
          <ac:chgData name="Shira Tziony" userId="1e73dfbc-599d-4f7d-924b-f18c59617c6c" providerId="ADAL" clId="{10F76ED8-25F1-4C4E-B6D7-CF79958B146E}" dt="2026-07-27T07:27:40.371" v="5516" actId="20577"/>
          <ac:spMkLst>
            <pc:docMk/>
            <pc:sldMk cId="3498275092" sldId="353"/>
            <ac:spMk id="13" creationId="{26C870C2-8D89-3BCD-D5C8-4A97E7C2EAB5}"/>
          </ac:spMkLst>
        </pc:spChg>
        <pc:spChg chg="add mod">
          <ac:chgData name="Shira Tziony" userId="1e73dfbc-599d-4f7d-924b-f18c59617c6c" providerId="ADAL" clId="{10F76ED8-25F1-4C4E-B6D7-CF79958B146E}" dt="2026-07-27T07:27:08.588" v="5504" actId="1076"/>
          <ac:spMkLst>
            <pc:docMk/>
            <pc:sldMk cId="3498275092" sldId="353"/>
            <ac:spMk id="14" creationId="{1DC2FB58-675B-2106-8034-14C757D40FFD}"/>
          </ac:spMkLst>
        </pc:spChg>
        <pc:picChg chg="add mod modCrop">
          <ac:chgData name="Shira Tziony" userId="1e73dfbc-599d-4f7d-924b-f18c59617c6c" providerId="ADAL" clId="{10F76ED8-25F1-4C4E-B6D7-CF79958B146E}" dt="2026-07-27T07:27:34.789" v="5514" actId="1036"/>
          <ac:picMkLst>
            <pc:docMk/>
            <pc:sldMk cId="3498275092" sldId="353"/>
            <ac:picMk id="8" creationId="{A12A4D6E-FFFF-5912-81A5-30D8F3DE9C27}"/>
          </ac:picMkLst>
        </pc:picChg>
        <pc:picChg chg="add mod modCrop">
          <ac:chgData name="Shira Tziony" userId="1e73dfbc-599d-4f7d-924b-f18c59617c6c" providerId="ADAL" clId="{10F76ED8-25F1-4C4E-B6D7-CF79958B146E}" dt="2026-07-27T07:26:02.721" v="5470" actId="1036"/>
          <ac:picMkLst>
            <pc:docMk/>
            <pc:sldMk cId="3498275092" sldId="353"/>
            <ac:picMk id="11" creationId="{D550690E-2CE5-1DA9-1C6E-A4265391CA01}"/>
          </ac:picMkLst>
        </pc:picChg>
      </pc:sldChg>
      <pc:sldChg chg="addSp delSp modSp mod">
        <pc:chgData name="Shira Tziony" userId="1e73dfbc-599d-4f7d-924b-f18c59617c6c" providerId="ADAL" clId="{10F76ED8-25F1-4C4E-B6D7-CF79958B146E}" dt="2026-07-27T12:07:55.685" v="5537" actId="14100"/>
        <pc:sldMkLst>
          <pc:docMk/>
          <pc:sldMk cId="749922640" sldId="354"/>
        </pc:sldMkLst>
        <pc:spChg chg="add mod">
          <ac:chgData name="Shira Tziony" userId="1e73dfbc-599d-4f7d-924b-f18c59617c6c" providerId="ADAL" clId="{10F76ED8-25F1-4C4E-B6D7-CF79958B146E}" dt="2026-07-23T11:25:14.612" v="3139" actId="20577"/>
          <ac:spMkLst>
            <pc:docMk/>
            <pc:sldMk cId="749922640" sldId="354"/>
            <ac:spMk id="10" creationId="{4DFFB119-A46D-CF9F-D57C-F7CEB2236A75}"/>
          </ac:spMkLst>
        </pc:spChg>
        <pc:spChg chg="add mod">
          <ac:chgData name="Shira Tziony" userId="1e73dfbc-599d-4f7d-924b-f18c59617c6c" providerId="ADAL" clId="{10F76ED8-25F1-4C4E-B6D7-CF79958B146E}" dt="2026-07-23T11:25:36.897" v="3167" actId="20577"/>
          <ac:spMkLst>
            <pc:docMk/>
            <pc:sldMk cId="749922640" sldId="354"/>
            <ac:spMk id="11" creationId="{7903D822-A1BA-82B9-5612-EE1145A6A538}"/>
          </ac:spMkLst>
        </pc:spChg>
        <pc:picChg chg="add mod">
          <ac:chgData name="Shira Tziony" userId="1e73dfbc-599d-4f7d-924b-f18c59617c6c" providerId="ADAL" clId="{10F76ED8-25F1-4C4E-B6D7-CF79958B146E}" dt="2026-07-27T12:07:55.685" v="5537" actId="14100"/>
          <ac:picMkLst>
            <pc:docMk/>
            <pc:sldMk cId="749922640" sldId="354"/>
            <ac:picMk id="3" creationId="{106C7754-D63B-5965-0679-00C22DD67DE9}"/>
          </ac:picMkLst>
        </pc:picChg>
      </pc:sldChg>
      <pc:sldChg chg="modSp mod">
        <pc:chgData name="Shira Tziony" userId="1e73dfbc-599d-4f7d-924b-f18c59617c6c" providerId="ADAL" clId="{10F76ED8-25F1-4C4E-B6D7-CF79958B146E}" dt="2026-07-26T21:28:52.395" v="5003" actId="1035"/>
        <pc:sldMkLst>
          <pc:docMk/>
          <pc:sldMk cId="777722251" sldId="356"/>
        </pc:sldMkLst>
        <pc:spChg chg="mod">
          <ac:chgData name="Shira Tziony" userId="1e73dfbc-599d-4f7d-924b-f18c59617c6c" providerId="ADAL" clId="{10F76ED8-25F1-4C4E-B6D7-CF79958B146E}" dt="2026-07-26T21:28:46.989" v="4993" actId="1035"/>
          <ac:spMkLst>
            <pc:docMk/>
            <pc:sldMk cId="777722251" sldId="356"/>
            <ac:spMk id="4" creationId="{246B6E8F-5A07-5B58-3D9B-D56846B70CE7}"/>
          </ac:spMkLst>
        </pc:spChg>
        <pc:spChg chg="mod">
          <ac:chgData name="Shira Tziony" userId="1e73dfbc-599d-4f7d-924b-f18c59617c6c" providerId="ADAL" clId="{10F76ED8-25F1-4C4E-B6D7-CF79958B146E}" dt="2026-07-26T21:28:46.989" v="4993" actId="1035"/>
          <ac:spMkLst>
            <pc:docMk/>
            <pc:sldMk cId="777722251" sldId="356"/>
            <ac:spMk id="5" creationId="{289CF20F-004E-4F7E-ED4E-CB6136AE09BF}"/>
          </ac:spMkLst>
        </pc:spChg>
        <pc:spChg chg="mod">
          <ac:chgData name="Shira Tziony" userId="1e73dfbc-599d-4f7d-924b-f18c59617c6c" providerId="ADAL" clId="{10F76ED8-25F1-4C4E-B6D7-CF79958B146E}" dt="2026-07-26T21:28:52.395" v="5003" actId="1035"/>
          <ac:spMkLst>
            <pc:docMk/>
            <pc:sldMk cId="777722251" sldId="356"/>
            <ac:spMk id="8" creationId="{60B7B75C-599D-0C3B-145D-165F24586C50}"/>
          </ac:spMkLst>
        </pc:spChg>
        <pc:spChg chg="mod">
          <ac:chgData name="Shira Tziony" userId="1e73dfbc-599d-4f7d-924b-f18c59617c6c" providerId="ADAL" clId="{10F76ED8-25F1-4C4E-B6D7-CF79958B146E}" dt="2026-07-26T21:28:46.989" v="4993" actId="1035"/>
          <ac:spMkLst>
            <pc:docMk/>
            <pc:sldMk cId="777722251" sldId="356"/>
            <ac:spMk id="9" creationId="{42177440-557C-D1BB-1254-F749EDF271A2}"/>
          </ac:spMkLst>
        </pc:spChg>
      </pc:sldChg>
      <pc:sldChg chg="addSp modSp mod addAnim delAnim modAnim">
        <pc:chgData name="Shira Tziony" userId="1e73dfbc-599d-4f7d-924b-f18c59617c6c" providerId="ADAL" clId="{10F76ED8-25F1-4C4E-B6D7-CF79958B146E}" dt="2026-07-26T20:40:57.644" v="4869"/>
        <pc:sldMkLst>
          <pc:docMk/>
          <pc:sldMk cId="3581833589" sldId="361"/>
        </pc:sldMkLst>
        <pc:spChg chg="mod">
          <ac:chgData name="Shira Tziony" userId="1e73dfbc-599d-4f7d-924b-f18c59617c6c" providerId="ADAL" clId="{10F76ED8-25F1-4C4E-B6D7-CF79958B146E}" dt="2026-07-23T10:38:46.354" v="2007" actId="1076"/>
          <ac:spMkLst>
            <pc:docMk/>
            <pc:sldMk cId="3581833589" sldId="361"/>
            <ac:spMk id="3" creationId="{DFD00315-D81D-DFF0-5048-A196A08677B8}"/>
          </ac:spMkLst>
        </pc:spChg>
        <pc:spChg chg="mod">
          <ac:chgData name="Shira Tziony" userId="1e73dfbc-599d-4f7d-924b-f18c59617c6c" providerId="ADAL" clId="{10F76ED8-25F1-4C4E-B6D7-CF79958B146E}" dt="2026-07-23T10:43:31.866" v="2257" actId="20577"/>
          <ac:spMkLst>
            <pc:docMk/>
            <pc:sldMk cId="3581833589" sldId="361"/>
            <ac:spMk id="4" creationId="{39538CF4-E293-1519-188B-7CED6CDC703C}"/>
          </ac:spMkLst>
        </pc:spChg>
        <pc:spChg chg="mod">
          <ac:chgData name="Shira Tziony" userId="1e73dfbc-599d-4f7d-924b-f18c59617c6c" providerId="ADAL" clId="{10F76ED8-25F1-4C4E-B6D7-CF79958B146E}" dt="2026-07-23T10:38:53.162" v="2019" actId="20577"/>
          <ac:spMkLst>
            <pc:docMk/>
            <pc:sldMk cId="3581833589" sldId="361"/>
            <ac:spMk id="5" creationId="{D678CCF2-2854-4BC5-D8AA-0546782C1BCF}"/>
          </ac:spMkLst>
        </pc:spChg>
        <pc:spChg chg="mod">
          <ac:chgData name="Shira Tziony" userId="1e73dfbc-599d-4f7d-924b-f18c59617c6c" providerId="ADAL" clId="{10F76ED8-25F1-4C4E-B6D7-CF79958B146E}" dt="2026-07-23T10:43:45.386" v="2279" actId="404"/>
          <ac:spMkLst>
            <pc:docMk/>
            <pc:sldMk cId="3581833589" sldId="361"/>
            <ac:spMk id="6" creationId="{1B25B823-8ACD-A07D-FE6E-8CB2900EF8B0}"/>
          </ac:spMkLst>
        </pc:spChg>
        <pc:spChg chg="add mod">
          <ac:chgData name="Shira Tziony" userId="1e73dfbc-599d-4f7d-924b-f18c59617c6c" providerId="ADAL" clId="{10F76ED8-25F1-4C4E-B6D7-CF79958B146E}" dt="2026-07-23T10:38:36.862" v="2005" actId="1076"/>
          <ac:spMkLst>
            <pc:docMk/>
            <pc:sldMk cId="3581833589" sldId="361"/>
            <ac:spMk id="10" creationId="{4BD3FA1E-B04A-F99D-F699-1B9CBFA85662}"/>
          </ac:spMkLst>
        </pc:spChg>
        <pc:spChg chg="add mod">
          <ac:chgData name="Shira Tziony" userId="1e73dfbc-599d-4f7d-924b-f18c59617c6c" providerId="ADAL" clId="{10F76ED8-25F1-4C4E-B6D7-CF79958B146E}" dt="2026-07-24T14:46:14.928" v="4594"/>
          <ac:spMkLst>
            <pc:docMk/>
            <pc:sldMk cId="3581833589" sldId="361"/>
            <ac:spMk id="11" creationId="{49EFA49C-18DD-67BD-6C24-54C9B750A755}"/>
          </ac:spMkLst>
        </pc:spChg>
        <pc:picChg chg="add">
          <ac:chgData name="Shira Tziony" userId="1e73dfbc-599d-4f7d-924b-f18c59617c6c" providerId="ADAL" clId="{10F76ED8-25F1-4C4E-B6D7-CF79958B146E}" dt="2026-07-23T06:06:45.690" v="217" actId="22"/>
          <ac:picMkLst>
            <pc:docMk/>
            <pc:sldMk cId="3581833589" sldId="361"/>
            <ac:picMk id="9" creationId="{C3F5440D-F99B-BAD5-093E-81C477CCEB13}"/>
          </ac:picMkLst>
        </pc:picChg>
      </pc:sldChg>
      <pc:sldChg chg="addSp delSp modSp new mod setBg delAnim modAnim">
        <pc:chgData name="Shira Tziony" userId="1e73dfbc-599d-4f7d-924b-f18c59617c6c" providerId="ADAL" clId="{10F76ED8-25F1-4C4E-B6D7-CF79958B146E}" dt="2026-07-23T11:57:51.298" v="4484"/>
        <pc:sldMkLst>
          <pc:docMk/>
          <pc:sldMk cId="2789396416" sldId="362"/>
        </pc:sldMkLst>
        <pc:spChg chg="mod">
          <ac:chgData name="Shira Tziony" userId="1e73dfbc-599d-4f7d-924b-f18c59617c6c" providerId="ADAL" clId="{10F76ED8-25F1-4C4E-B6D7-CF79958B146E}" dt="2026-07-23T06:16:01.705" v="269" actId="26606"/>
          <ac:spMkLst>
            <pc:docMk/>
            <pc:sldMk cId="2789396416" sldId="362"/>
            <ac:spMk id="5" creationId="{BB57DD86-6833-245E-9F3A-8AFF2FBAD31D}"/>
          </ac:spMkLst>
        </pc:spChg>
        <pc:spChg chg="add mod">
          <ac:chgData name="Shira Tziony" userId="1e73dfbc-599d-4f7d-924b-f18c59617c6c" providerId="ADAL" clId="{10F76ED8-25F1-4C4E-B6D7-CF79958B146E}" dt="2026-07-23T11:19:47.620" v="3059" actId="14100"/>
          <ac:spMkLst>
            <pc:docMk/>
            <pc:sldMk cId="2789396416" sldId="362"/>
            <ac:spMk id="10" creationId="{8FD81484-7D6C-677E-ED7D-539E46895334}"/>
          </ac:spMkLst>
        </pc:spChg>
        <pc:spChg chg="add mod">
          <ac:chgData name="Shira Tziony" userId="1e73dfbc-599d-4f7d-924b-f18c59617c6c" providerId="ADAL" clId="{10F76ED8-25F1-4C4E-B6D7-CF79958B146E}" dt="2026-07-23T06:16:56.706" v="278" actId="1076"/>
          <ac:spMkLst>
            <pc:docMk/>
            <pc:sldMk cId="2789396416" sldId="362"/>
            <ac:spMk id="11" creationId="{598A15C3-1BCE-869E-AAA6-5F13DC3B1FD8}"/>
          </ac:spMkLst>
        </pc:spChg>
        <pc:spChg chg="add">
          <ac:chgData name="Shira Tziony" userId="1e73dfbc-599d-4f7d-924b-f18c59617c6c" providerId="ADAL" clId="{10F76ED8-25F1-4C4E-B6D7-CF79958B146E}" dt="2026-07-23T06:16:01.705" v="269" actId="26606"/>
          <ac:spMkLst>
            <pc:docMk/>
            <pc:sldMk cId="2789396416" sldId="362"/>
            <ac:spMk id="14" creationId="{3CFC9789-57F4-4B9C-ABAA-6F7C8BADCAE8}"/>
          </ac:spMkLst>
        </pc:spChg>
        <pc:spChg chg="add">
          <ac:chgData name="Shira Tziony" userId="1e73dfbc-599d-4f7d-924b-f18c59617c6c" providerId="ADAL" clId="{10F76ED8-25F1-4C4E-B6D7-CF79958B146E}" dt="2026-07-23T06:16:01.705" v="269" actId="26606"/>
          <ac:spMkLst>
            <pc:docMk/>
            <pc:sldMk cId="2789396416" sldId="362"/>
            <ac:spMk id="16" creationId="{9B54F538-07DE-4652-B506-5D16E3EBBB0F}"/>
          </ac:spMkLst>
        </pc:spChg>
        <pc:spChg chg="add mod">
          <ac:chgData name="Shira Tziony" userId="1e73dfbc-599d-4f7d-924b-f18c59617c6c" providerId="ADAL" clId="{10F76ED8-25F1-4C4E-B6D7-CF79958B146E}" dt="2026-07-23T06:24:53.055" v="379" actId="1076"/>
          <ac:spMkLst>
            <pc:docMk/>
            <pc:sldMk cId="2789396416" sldId="362"/>
            <ac:spMk id="23" creationId="{D6CA627C-5562-A0EA-77B0-12AB44FA551E}"/>
          </ac:spMkLst>
        </pc:spChg>
        <pc:spChg chg="add mod">
          <ac:chgData name="Shira Tziony" userId="1e73dfbc-599d-4f7d-924b-f18c59617c6c" providerId="ADAL" clId="{10F76ED8-25F1-4C4E-B6D7-CF79958B146E}" dt="2026-07-23T06:25:03.285" v="381" actId="1076"/>
          <ac:spMkLst>
            <pc:docMk/>
            <pc:sldMk cId="2789396416" sldId="362"/>
            <ac:spMk id="25" creationId="{DD9B83D0-DD48-BC4A-5BDB-AB39F2A5A6A8}"/>
          </ac:spMkLst>
        </pc:spChg>
        <pc:spChg chg="add mod">
          <ac:chgData name="Shira Tziony" userId="1e73dfbc-599d-4f7d-924b-f18c59617c6c" providerId="ADAL" clId="{10F76ED8-25F1-4C4E-B6D7-CF79958B146E}" dt="2026-07-23T06:24:39.030" v="377" actId="1076"/>
          <ac:spMkLst>
            <pc:docMk/>
            <pc:sldMk cId="2789396416" sldId="362"/>
            <ac:spMk id="26" creationId="{E65C4EF0-0D5D-A9E4-9E05-0908FD0B94BE}"/>
          </ac:spMkLst>
        </pc:spChg>
        <pc:spChg chg="add mod">
          <ac:chgData name="Shira Tziony" userId="1e73dfbc-599d-4f7d-924b-f18c59617c6c" providerId="ADAL" clId="{10F76ED8-25F1-4C4E-B6D7-CF79958B146E}" dt="2026-07-23T06:25:10.392" v="382" actId="1076"/>
          <ac:spMkLst>
            <pc:docMk/>
            <pc:sldMk cId="2789396416" sldId="362"/>
            <ac:spMk id="27" creationId="{04DD3B4D-5725-2DD3-1815-CA4A8783085B}"/>
          </ac:spMkLst>
        </pc:spChg>
        <pc:picChg chg="add mod">
          <ac:chgData name="Shira Tziony" userId="1e73dfbc-599d-4f7d-924b-f18c59617c6c" providerId="ADAL" clId="{10F76ED8-25F1-4C4E-B6D7-CF79958B146E}" dt="2026-07-23T06:18:36.978" v="299" actId="1076"/>
          <ac:picMkLst>
            <pc:docMk/>
            <pc:sldMk cId="2789396416" sldId="362"/>
            <ac:picMk id="13" creationId="{513025B7-32AB-B97F-6AC0-06052771B2B2}"/>
          </ac:picMkLst>
        </pc:picChg>
        <pc:picChg chg="add mod">
          <ac:chgData name="Shira Tziony" userId="1e73dfbc-599d-4f7d-924b-f18c59617c6c" providerId="ADAL" clId="{10F76ED8-25F1-4C4E-B6D7-CF79958B146E}" dt="2026-07-23T06:19:41.018" v="315" actId="1037"/>
          <ac:picMkLst>
            <pc:docMk/>
            <pc:sldMk cId="2789396416" sldId="362"/>
            <ac:picMk id="17" creationId="{AA56D721-7D2B-1380-862C-1BC54F9353EB}"/>
          </ac:picMkLst>
        </pc:picChg>
        <pc:picChg chg="add mod">
          <ac:chgData name="Shira Tziony" userId="1e73dfbc-599d-4f7d-924b-f18c59617c6c" providerId="ADAL" clId="{10F76ED8-25F1-4C4E-B6D7-CF79958B146E}" dt="2026-07-23T06:18:39.401" v="300" actId="1076"/>
          <ac:picMkLst>
            <pc:docMk/>
            <pc:sldMk cId="2789396416" sldId="362"/>
            <ac:picMk id="20" creationId="{8153384A-D306-3CC8-E4B4-A8A5E085F66D}"/>
          </ac:picMkLst>
        </pc:picChg>
        <pc:picChg chg="add mod">
          <ac:chgData name="Shira Tziony" userId="1e73dfbc-599d-4f7d-924b-f18c59617c6c" providerId="ADAL" clId="{10F76ED8-25F1-4C4E-B6D7-CF79958B146E}" dt="2026-07-23T06:19:41.018" v="315" actId="1037"/>
          <ac:picMkLst>
            <pc:docMk/>
            <pc:sldMk cId="2789396416" sldId="362"/>
            <ac:picMk id="22" creationId="{6C19AEB8-0BDF-CDE5-2E3A-A5A93B7E93C8}"/>
          </ac:picMkLst>
        </pc:picChg>
        <pc:cxnChg chg="add">
          <ac:chgData name="Shira Tziony" userId="1e73dfbc-599d-4f7d-924b-f18c59617c6c" providerId="ADAL" clId="{10F76ED8-25F1-4C4E-B6D7-CF79958B146E}" dt="2026-07-23T06:16:01.705" v="269" actId="26606"/>
          <ac:cxnSpMkLst>
            <pc:docMk/>
            <pc:sldMk cId="2789396416" sldId="362"/>
            <ac:cxnSpMk id="18" creationId="{03D56195-A6AC-4958-8B87-F7D009353EB1}"/>
          </ac:cxnSpMkLst>
        </pc:cxnChg>
        <pc:cxnChg chg="add mod">
          <ac:chgData name="Shira Tziony" userId="1e73dfbc-599d-4f7d-924b-f18c59617c6c" providerId="ADAL" clId="{10F76ED8-25F1-4C4E-B6D7-CF79958B146E}" dt="2026-07-23T06:26:27.019" v="401" actId="14100"/>
          <ac:cxnSpMkLst>
            <pc:docMk/>
            <pc:sldMk cId="2789396416" sldId="362"/>
            <ac:cxnSpMk id="41" creationId="{8F962402-5DA3-6A16-FE67-466E26BF7636}"/>
          </ac:cxnSpMkLst>
        </pc:cxnChg>
        <pc:cxnChg chg="add mod">
          <ac:chgData name="Shira Tziony" userId="1e73dfbc-599d-4f7d-924b-f18c59617c6c" providerId="ADAL" clId="{10F76ED8-25F1-4C4E-B6D7-CF79958B146E}" dt="2026-07-23T06:26:21.268" v="399" actId="14100"/>
          <ac:cxnSpMkLst>
            <pc:docMk/>
            <pc:sldMk cId="2789396416" sldId="362"/>
            <ac:cxnSpMk id="44" creationId="{C829860B-57D3-7ADD-BE38-123C356207EA}"/>
          </ac:cxnSpMkLst>
        </pc:cxnChg>
        <pc:cxnChg chg="add mod">
          <ac:chgData name="Shira Tziony" userId="1e73dfbc-599d-4f7d-924b-f18c59617c6c" providerId="ADAL" clId="{10F76ED8-25F1-4C4E-B6D7-CF79958B146E}" dt="2026-07-23T06:27:11.343" v="408" actId="1076"/>
          <ac:cxnSpMkLst>
            <pc:docMk/>
            <pc:sldMk cId="2789396416" sldId="362"/>
            <ac:cxnSpMk id="54" creationId="{F733243B-467A-89D1-689B-3D478E016513}"/>
          </ac:cxnSpMkLst>
        </pc:cxnChg>
      </pc:sldChg>
      <pc:sldChg chg="addSp delSp modSp new mod modAnim">
        <pc:chgData name="Shira Tziony" userId="1e73dfbc-599d-4f7d-924b-f18c59617c6c" providerId="ADAL" clId="{10F76ED8-25F1-4C4E-B6D7-CF79958B146E}" dt="2026-08-02T18:06:15.165" v="6022" actId="1076"/>
        <pc:sldMkLst>
          <pc:docMk/>
          <pc:sldMk cId="1530771867" sldId="364"/>
        </pc:sldMkLst>
        <pc:spChg chg="mod">
          <ac:chgData name="Shira Tziony" userId="1e73dfbc-599d-4f7d-924b-f18c59617c6c" providerId="ADAL" clId="{10F76ED8-25F1-4C4E-B6D7-CF79958B146E}" dt="2026-08-02T08:05:21.051" v="5908" actId="14100"/>
          <ac:spMkLst>
            <pc:docMk/>
            <pc:sldMk cId="1530771867" sldId="364"/>
            <ac:spMk id="2" creationId="{BD4E569E-CE9D-3B24-7FCE-6E40C0F0FDE6}"/>
          </ac:spMkLst>
        </pc:spChg>
        <pc:spChg chg="add mod">
          <ac:chgData name="Shira Tziony" userId="1e73dfbc-599d-4f7d-924b-f18c59617c6c" providerId="ADAL" clId="{10F76ED8-25F1-4C4E-B6D7-CF79958B146E}" dt="2026-07-23T12:18:06.155" v="4562" actId="20577"/>
          <ac:spMkLst>
            <pc:docMk/>
            <pc:sldMk cId="1530771867" sldId="364"/>
            <ac:spMk id="8" creationId="{25D0DAF1-6E78-16F9-278F-DEA435786246}"/>
          </ac:spMkLst>
        </pc:spChg>
        <pc:spChg chg="add mod">
          <ac:chgData name="Shira Tziony" userId="1e73dfbc-599d-4f7d-924b-f18c59617c6c" providerId="ADAL" clId="{10F76ED8-25F1-4C4E-B6D7-CF79958B146E}" dt="2026-07-23T10:12:44.289" v="1424" actId="1076"/>
          <ac:spMkLst>
            <pc:docMk/>
            <pc:sldMk cId="1530771867" sldId="364"/>
            <ac:spMk id="11" creationId="{83C4171C-0702-0766-EAD8-305928A2AFFC}"/>
          </ac:spMkLst>
        </pc:spChg>
        <pc:spChg chg="add mod">
          <ac:chgData name="Shira Tziony" userId="1e73dfbc-599d-4f7d-924b-f18c59617c6c" providerId="ADAL" clId="{10F76ED8-25F1-4C4E-B6D7-CF79958B146E}" dt="2026-07-23T10:12:53.840" v="1429" actId="1076"/>
          <ac:spMkLst>
            <pc:docMk/>
            <pc:sldMk cId="1530771867" sldId="364"/>
            <ac:spMk id="16" creationId="{6CC21477-0882-300D-DEB0-96C507C8D425}"/>
          </ac:spMkLst>
        </pc:spChg>
        <pc:spChg chg="add mod">
          <ac:chgData name="Shira Tziony" userId="1e73dfbc-599d-4f7d-924b-f18c59617c6c" providerId="ADAL" clId="{10F76ED8-25F1-4C4E-B6D7-CF79958B146E}" dt="2026-08-02T08:03:12.567" v="5864" actId="1076"/>
          <ac:spMkLst>
            <pc:docMk/>
            <pc:sldMk cId="1530771867" sldId="364"/>
            <ac:spMk id="17" creationId="{FD30F29C-F453-CF67-9731-23982EB7E196}"/>
          </ac:spMkLst>
        </pc:spChg>
        <pc:picChg chg="add del mod">
          <ac:chgData name="Shira Tziony" userId="1e73dfbc-599d-4f7d-924b-f18c59617c6c" providerId="ADAL" clId="{10F76ED8-25F1-4C4E-B6D7-CF79958B146E}" dt="2026-08-02T08:02:01.639" v="5847" actId="478"/>
          <ac:picMkLst>
            <pc:docMk/>
            <pc:sldMk cId="1530771867" sldId="364"/>
            <ac:picMk id="4" creationId="{B69F14F8-0F69-0905-562B-06A16052642B}"/>
          </ac:picMkLst>
        </pc:picChg>
        <pc:picChg chg="add">
          <ac:chgData name="Shira Tziony" userId="1e73dfbc-599d-4f7d-924b-f18c59617c6c" providerId="ADAL" clId="{10F76ED8-25F1-4C4E-B6D7-CF79958B146E}" dt="2026-07-23T10:10:31.216" v="1370" actId="22"/>
          <ac:picMkLst>
            <pc:docMk/>
            <pc:sldMk cId="1530771867" sldId="364"/>
            <ac:picMk id="7" creationId="{546063DE-40FD-F593-FA89-719E0DE50D95}"/>
          </ac:picMkLst>
        </pc:picChg>
        <pc:picChg chg="add del mod">
          <ac:chgData name="Shira Tziony" userId="1e73dfbc-599d-4f7d-924b-f18c59617c6c" providerId="ADAL" clId="{10F76ED8-25F1-4C4E-B6D7-CF79958B146E}" dt="2026-08-02T08:02:03.464" v="5848" actId="478"/>
          <ac:picMkLst>
            <pc:docMk/>
            <pc:sldMk cId="1530771867" sldId="364"/>
            <ac:picMk id="9" creationId="{E71C48DD-2DC2-AE0A-8E85-0745C4875C65}"/>
          </ac:picMkLst>
        </pc:picChg>
        <pc:picChg chg="add del mod">
          <ac:chgData name="Shira Tziony" userId="1e73dfbc-599d-4f7d-924b-f18c59617c6c" providerId="ADAL" clId="{10F76ED8-25F1-4C4E-B6D7-CF79958B146E}" dt="2026-08-02T08:01:57.177" v="5844" actId="478"/>
          <ac:picMkLst>
            <pc:docMk/>
            <pc:sldMk cId="1530771867" sldId="364"/>
            <ac:picMk id="10" creationId="{48F46846-F7DE-B525-8711-8192A83F1CD6}"/>
          </ac:picMkLst>
        </pc:picChg>
        <pc:picChg chg="add del mod">
          <ac:chgData name="Shira Tziony" userId="1e73dfbc-599d-4f7d-924b-f18c59617c6c" providerId="ADAL" clId="{10F76ED8-25F1-4C4E-B6D7-CF79958B146E}" dt="2026-08-02T08:01:59.035" v="5845" actId="478"/>
          <ac:picMkLst>
            <pc:docMk/>
            <pc:sldMk cId="1530771867" sldId="364"/>
            <ac:picMk id="13" creationId="{3D6606D2-710D-1585-7C9E-C270F9179710}"/>
          </ac:picMkLst>
        </pc:picChg>
        <pc:picChg chg="add del mod">
          <ac:chgData name="Shira Tziony" userId="1e73dfbc-599d-4f7d-924b-f18c59617c6c" providerId="ADAL" clId="{10F76ED8-25F1-4C4E-B6D7-CF79958B146E}" dt="2026-08-02T08:02:03.464" v="5848" actId="478"/>
          <ac:picMkLst>
            <pc:docMk/>
            <pc:sldMk cId="1530771867" sldId="364"/>
            <ac:picMk id="14" creationId="{C693A9CB-541B-3029-5403-11410778B558}"/>
          </ac:picMkLst>
        </pc:picChg>
        <pc:picChg chg="add del mod">
          <ac:chgData name="Shira Tziony" userId="1e73dfbc-599d-4f7d-924b-f18c59617c6c" providerId="ADAL" clId="{10F76ED8-25F1-4C4E-B6D7-CF79958B146E}" dt="2026-08-02T08:02:00.277" v="5846" actId="478"/>
          <ac:picMkLst>
            <pc:docMk/>
            <pc:sldMk cId="1530771867" sldId="364"/>
            <ac:picMk id="15" creationId="{012C5E78-25A9-BD82-8231-56C90530DC4E}"/>
          </ac:picMkLst>
        </pc:picChg>
        <pc:picChg chg="add mod">
          <ac:chgData name="Shira Tziony" userId="1e73dfbc-599d-4f7d-924b-f18c59617c6c" providerId="ADAL" clId="{10F76ED8-25F1-4C4E-B6D7-CF79958B146E}" dt="2026-08-02T18:06:10.516" v="6021" actId="1076"/>
          <ac:picMkLst>
            <pc:docMk/>
            <pc:sldMk cId="1530771867" sldId="364"/>
            <ac:picMk id="19" creationId="{3F951BE2-6CEB-5F77-1A21-CD629A8A966A}"/>
          </ac:picMkLst>
        </pc:picChg>
        <pc:picChg chg="add mod">
          <ac:chgData name="Shira Tziony" userId="1e73dfbc-599d-4f7d-924b-f18c59617c6c" providerId="ADAL" clId="{10F76ED8-25F1-4C4E-B6D7-CF79958B146E}" dt="2026-08-02T08:03:05.572" v="5862" actId="1076"/>
          <ac:picMkLst>
            <pc:docMk/>
            <pc:sldMk cId="1530771867" sldId="364"/>
            <ac:picMk id="21" creationId="{69B0E8E3-5E65-EE87-C273-0C34333EC29E}"/>
          </ac:picMkLst>
        </pc:picChg>
        <pc:picChg chg="add mod">
          <ac:chgData name="Shira Tziony" userId="1e73dfbc-599d-4f7d-924b-f18c59617c6c" providerId="ADAL" clId="{10F76ED8-25F1-4C4E-B6D7-CF79958B146E}" dt="2026-08-02T18:06:15.165" v="6022" actId="1076"/>
          <ac:picMkLst>
            <pc:docMk/>
            <pc:sldMk cId="1530771867" sldId="364"/>
            <ac:picMk id="23" creationId="{CD81CDC8-F8AF-A2D0-3062-5AF7E980B89B}"/>
          </ac:picMkLst>
        </pc:picChg>
      </pc:sldChg>
      <pc:sldChg chg="addSp delSp modSp add mod delAnim modAnim">
        <pc:chgData name="Shira Tziony" userId="1e73dfbc-599d-4f7d-924b-f18c59617c6c" providerId="ADAL" clId="{10F76ED8-25F1-4C4E-B6D7-CF79958B146E}" dt="2026-08-02T08:07:03.709" v="5932"/>
        <pc:sldMkLst>
          <pc:docMk/>
          <pc:sldMk cId="2028916297" sldId="365"/>
        </pc:sldMkLst>
        <pc:spChg chg="del">
          <ac:chgData name="Shira Tziony" userId="1e73dfbc-599d-4f7d-924b-f18c59617c6c" providerId="ADAL" clId="{10F76ED8-25F1-4C4E-B6D7-CF79958B146E}" dt="2026-08-02T08:05:28.631" v="5909" actId="478"/>
          <ac:spMkLst>
            <pc:docMk/>
            <pc:sldMk cId="2028916297" sldId="365"/>
            <ac:spMk id="2" creationId="{0E08B3C5-CBB1-C103-7907-B8F306CA3E81}"/>
          </ac:spMkLst>
        </pc:spChg>
        <pc:spChg chg="add mod">
          <ac:chgData name="Shira Tziony" userId="1e73dfbc-599d-4f7d-924b-f18c59617c6c" providerId="ADAL" clId="{10F76ED8-25F1-4C4E-B6D7-CF79958B146E}" dt="2026-08-02T08:03:37.567" v="5869"/>
          <ac:spMkLst>
            <pc:docMk/>
            <pc:sldMk cId="2028916297" sldId="365"/>
            <ac:spMk id="3" creationId="{06D8E7A8-A500-C68D-DCFA-CBD095BCFCE9}"/>
          </ac:spMkLst>
        </pc:spChg>
        <pc:spChg chg="add mod">
          <ac:chgData name="Shira Tziony" userId="1e73dfbc-599d-4f7d-924b-f18c59617c6c" providerId="ADAL" clId="{10F76ED8-25F1-4C4E-B6D7-CF79958B146E}" dt="2026-08-02T08:03:37.567" v="5869"/>
          <ac:spMkLst>
            <pc:docMk/>
            <pc:sldMk cId="2028916297" sldId="365"/>
            <ac:spMk id="4" creationId="{B6DA461A-3FE6-A221-D2DF-ECF4855A7243}"/>
          </ac:spMkLst>
        </pc:spChg>
        <pc:spChg chg="mod">
          <ac:chgData name="Shira Tziony" userId="1e73dfbc-599d-4f7d-924b-f18c59617c6c" providerId="ADAL" clId="{10F76ED8-25F1-4C4E-B6D7-CF79958B146E}" dt="2026-07-24T15:19:55.676" v="4701" actId="20577"/>
          <ac:spMkLst>
            <pc:docMk/>
            <pc:sldMk cId="2028916297" sldId="365"/>
            <ac:spMk id="8" creationId="{E7FEBB68-C840-1A2D-9D0E-AD704034DEC4}"/>
          </ac:spMkLst>
        </pc:spChg>
        <pc:spChg chg="add mod">
          <ac:chgData name="Shira Tziony" userId="1e73dfbc-599d-4f7d-924b-f18c59617c6c" providerId="ADAL" clId="{10F76ED8-25F1-4C4E-B6D7-CF79958B146E}" dt="2026-08-02T08:03:37.567" v="5869"/>
          <ac:spMkLst>
            <pc:docMk/>
            <pc:sldMk cId="2028916297" sldId="365"/>
            <ac:spMk id="9" creationId="{418F2882-0849-3EAD-08B7-34FAC5EB5FAB}"/>
          </ac:spMkLst>
        </pc:spChg>
        <pc:spChg chg="del">
          <ac:chgData name="Shira Tziony" userId="1e73dfbc-599d-4f7d-924b-f18c59617c6c" providerId="ADAL" clId="{10F76ED8-25F1-4C4E-B6D7-CF79958B146E}" dt="2026-08-02T08:03:32.054" v="5866" actId="478"/>
          <ac:spMkLst>
            <pc:docMk/>
            <pc:sldMk cId="2028916297" sldId="365"/>
            <ac:spMk id="11" creationId="{C93FE20A-DAB1-7C02-D8AB-C8B774686B83}"/>
          </ac:spMkLst>
        </pc:spChg>
        <pc:spChg chg="del">
          <ac:chgData name="Shira Tziony" userId="1e73dfbc-599d-4f7d-924b-f18c59617c6c" providerId="ADAL" clId="{10F76ED8-25F1-4C4E-B6D7-CF79958B146E}" dt="2026-08-02T08:03:34.356" v="5867" actId="478"/>
          <ac:spMkLst>
            <pc:docMk/>
            <pc:sldMk cId="2028916297" sldId="365"/>
            <ac:spMk id="16" creationId="{926C204E-13BE-E107-8FD0-6FE941332539}"/>
          </ac:spMkLst>
        </pc:spChg>
        <pc:spChg chg="del mod">
          <ac:chgData name="Shira Tziony" userId="1e73dfbc-599d-4f7d-924b-f18c59617c6c" providerId="ADAL" clId="{10F76ED8-25F1-4C4E-B6D7-CF79958B146E}" dt="2026-08-02T08:03:36.965" v="5868" actId="478"/>
          <ac:spMkLst>
            <pc:docMk/>
            <pc:sldMk cId="2028916297" sldId="365"/>
            <ac:spMk id="17" creationId="{CAA5D17E-38CC-ABFC-6B4F-CFC6977CF0A7}"/>
          </ac:spMkLst>
        </pc:spChg>
        <pc:spChg chg="add del mod">
          <ac:chgData name="Shira Tziony" userId="1e73dfbc-599d-4f7d-924b-f18c59617c6c" providerId="ADAL" clId="{10F76ED8-25F1-4C4E-B6D7-CF79958B146E}" dt="2026-08-02T08:05:31.264" v="5910" actId="478"/>
          <ac:spMkLst>
            <pc:docMk/>
            <pc:sldMk cId="2028916297" sldId="365"/>
            <ac:spMk id="22" creationId="{AC9518F1-B352-A55C-1CD2-2421F3788E1F}"/>
          </ac:spMkLst>
        </pc:spChg>
        <pc:spChg chg="add mod">
          <ac:chgData name="Shira Tziony" userId="1e73dfbc-599d-4f7d-924b-f18c59617c6c" providerId="ADAL" clId="{10F76ED8-25F1-4C4E-B6D7-CF79958B146E}" dt="2026-08-02T08:05:37.937" v="5914" actId="14100"/>
          <ac:spMkLst>
            <pc:docMk/>
            <pc:sldMk cId="2028916297" sldId="365"/>
            <ac:spMk id="23" creationId="{1D96BB7D-D83C-0EE1-2CB2-B34F763EB5EF}"/>
          </ac:spMkLst>
        </pc:spChg>
        <pc:picChg chg="add del mod modCrop">
          <ac:chgData name="Shira Tziony" userId="1e73dfbc-599d-4f7d-924b-f18c59617c6c" providerId="ADAL" clId="{10F76ED8-25F1-4C4E-B6D7-CF79958B146E}" dt="2026-08-02T08:03:57.350" v="5870" actId="478"/>
          <ac:picMkLst>
            <pc:docMk/>
            <pc:sldMk cId="2028916297" sldId="365"/>
            <ac:picMk id="6" creationId="{F87D4FF6-F1DB-AA79-2176-AB8CE18686F9}"/>
          </ac:picMkLst>
        </pc:picChg>
        <pc:picChg chg="add del mod modCrop">
          <ac:chgData name="Shira Tziony" userId="1e73dfbc-599d-4f7d-924b-f18c59617c6c" providerId="ADAL" clId="{10F76ED8-25F1-4C4E-B6D7-CF79958B146E}" dt="2026-08-02T08:03:57.350" v="5870" actId="478"/>
          <ac:picMkLst>
            <pc:docMk/>
            <pc:sldMk cId="2028916297" sldId="365"/>
            <ac:picMk id="12" creationId="{2C5C782C-D11A-4D8F-FFB2-95EBE7472E2C}"/>
          </ac:picMkLst>
        </pc:picChg>
        <pc:picChg chg="add mod">
          <ac:chgData name="Shira Tziony" userId="1e73dfbc-599d-4f7d-924b-f18c59617c6c" providerId="ADAL" clId="{10F76ED8-25F1-4C4E-B6D7-CF79958B146E}" dt="2026-08-02T08:04:50.430" v="5894" actId="1036"/>
          <ac:picMkLst>
            <pc:docMk/>
            <pc:sldMk cId="2028916297" sldId="365"/>
            <ac:picMk id="13" creationId="{10FA7DB0-D6BF-2CAC-2DD0-BD94862C53E8}"/>
          </ac:picMkLst>
        </pc:picChg>
        <pc:picChg chg="add mod">
          <ac:chgData name="Shira Tziony" userId="1e73dfbc-599d-4f7d-924b-f18c59617c6c" providerId="ADAL" clId="{10F76ED8-25F1-4C4E-B6D7-CF79958B146E}" dt="2026-08-02T08:04:50.430" v="5894" actId="1036"/>
          <ac:picMkLst>
            <pc:docMk/>
            <pc:sldMk cId="2028916297" sldId="365"/>
            <ac:picMk id="15" creationId="{BB3361F3-6668-A9E1-6C55-A1B2C99AD1F1}"/>
          </ac:picMkLst>
        </pc:picChg>
        <pc:picChg chg="add del mod modCrop">
          <ac:chgData name="Shira Tziony" userId="1e73dfbc-599d-4f7d-924b-f18c59617c6c" providerId="ADAL" clId="{10F76ED8-25F1-4C4E-B6D7-CF79958B146E}" dt="2026-08-02T08:03:57.350" v="5870" actId="478"/>
          <ac:picMkLst>
            <pc:docMk/>
            <pc:sldMk cId="2028916297" sldId="365"/>
            <ac:picMk id="18" creationId="{193544C4-AA68-FDDF-37A4-8DECDE37C940}"/>
          </ac:picMkLst>
        </pc:picChg>
        <pc:picChg chg="add mod">
          <ac:chgData name="Shira Tziony" userId="1e73dfbc-599d-4f7d-924b-f18c59617c6c" providerId="ADAL" clId="{10F76ED8-25F1-4C4E-B6D7-CF79958B146E}" dt="2026-08-02T08:04:50.430" v="5894" actId="1036"/>
          <ac:picMkLst>
            <pc:docMk/>
            <pc:sldMk cId="2028916297" sldId="365"/>
            <ac:picMk id="20" creationId="{DAED5E66-5609-D5C2-F7FE-760DC0409B8C}"/>
          </ac:picMkLst>
        </pc:picChg>
      </pc:sldChg>
      <pc:sldChg chg="addSp delSp modSp add mod setBg addAnim delAnim modAnim">
        <pc:chgData name="Shira Tziony" userId="1e73dfbc-599d-4f7d-924b-f18c59617c6c" providerId="ADAL" clId="{10F76ED8-25F1-4C4E-B6D7-CF79958B146E}" dt="2026-08-02T08:10:56.291" v="5973"/>
        <pc:sldMkLst>
          <pc:docMk/>
          <pc:sldMk cId="3156475786" sldId="366"/>
        </pc:sldMkLst>
        <pc:spChg chg="mod">
          <ac:chgData name="Shira Tziony" userId="1e73dfbc-599d-4f7d-924b-f18c59617c6c" providerId="ADAL" clId="{10F76ED8-25F1-4C4E-B6D7-CF79958B146E}" dt="2026-07-23T11:49:00.523" v="4435" actId="20577"/>
          <ac:spMkLst>
            <pc:docMk/>
            <pc:sldMk cId="3156475786" sldId="366"/>
            <ac:spMk id="4" creationId="{569E5B62-3F5C-259D-F41D-C36D9C73B92A}"/>
          </ac:spMkLst>
        </pc:spChg>
        <pc:spChg chg="add mod">
          <ac:chgData name="Shira Tziony" userId="1e73dfbc-599d-4f7d-924b-f18c59617c6c" providerId="ADAL" clId="{10F76ED8-25F1-4C4E-B6D7-CF79958B146E}" dt="2026-08-02T08:08:43.200" v="5946"/>
          <ac:spMkLst>
            <pc:docMk/>
            <pc:sldMk cId="3156475786" sldId="366"/>
            <ac:spMk id="9" creationId="{A0998B64-BF3C-B1B9-35D0-C9BABC141B1C}"/>
          </ac:spMkLst>
        </pc:spChg>
        <pc:spChg chg="add mod">
          <ac:chgData name="Shira Tziony" userId="1e73dfbc-599d-4f7d-924b-f18c59617c6c" providerId="ADAL" clId="{10F76ED8-25F1-4C4E-B6D7-CF79958B146E}" dt="2026-07-23T11:48:42.112" v="4402" actId="1076"/>
          <ac:spMkLst>
            <pc:docMk/>
            <pc:sldMk cId="3156475786" sldId="366"/>
            <ac:spMk id="12" creationId="{58EA637F-F219-6202-499E-8F895C40410B}"/>
          </ac:spMkLst>
        </pc:spChg>
        <pc:spChg chg="add mod">
          <ac:chgData name="Shira Tziony" userId="1e73dfbc-599d-4f7d-924b-f18c59617c6c" providerId="ADAL" clId="{10F76ED8-25F1-4C4E-B6D7-CF79958B146E}" dt="2026-08-02T08:10:50.540" v="5971" actId="1076"/>
          <ac:spMkLst>
            <pc:docMk/>
            <pc:sldMk cId="3156475786" sldId="366"/>
            <ac:spMk id="13" creationId="{0E3F31DD-E571-0122-F502-DAA1E3CC3C82}"/>
          </ac:spMkLst>
        </pc:spChg>
        <pc:spChg chg="add mod">
          <ac:chgData name="Shira Tziony" userId="1e73dfbc-599d-4f7d-924b-f18c59617c6c" providerId="ADAL" clId="{10F76ED8-25F1-4C4E-B6D7-CF79958B146E}" dt="2026-08-02T08:10:21.389" v="5965" actId="1076"/>
          <ac:spMkLst>
            <pc:docMk/>
            <pc:sldMk cId="3156475786" sldId="366"/>
            <ac:spMk id="14" creationId="{62347BB1-203C-7D8F-3170-E82D10C12A7D}"/>
          </ac:spMkLst>
        </pc:spChg>
        <pc:spChg chg="mod">
          <ac:chgData name="Shira Tziony" userId="1e73dfbc-599d-4f7d-924b-f18c59617c6c" providerId="ADAL" clId="{10F76ED8-25F1-4C4E-B6D7-CF79958B146E}" dt="2026-07-23T10:17:06.991" v="1514" actId="20577"/>
          <ac:spMkLst>
            <pc:docMk/>
            <pc:sldMk cId="3156475786" sldId="366"/>
            <ac:spMk id="15" creationId="{C8D41F05-1503-15EA-91DF-27C53A015DF3}"/>
          </ac:spMkLst>
        </pc:spChg>
        <pc:picChg chg="add del mod">
          <ac:chgData name="Shira Tziony" userId="1e73dfbc-599d-4f7d-924b-f18c59617c6c" providerId="ADAL" clId="{10F76ED8-25F1-4C4E-B6D7-CF79958B146E}" dt="2026-08-02T08:10:09.848" v="5963" actId="478"/>
          <ac:picMkLst>
            <pc:docMk/>
            <pc:sldMk cId="3156475786" sldId="366"/>
            <ac:picMk id="3" creationId="{E22D2F09-9623-F1EC-F151-595790178CF1}"/>
          </ac:picMkLst>
        </pc:picChg>
        <pc:picChg chg="add mod">
          <ac:chgData name="Shira Tziony" userId="1e73dfbc-599d-4f7d-924b-f18c59617c6c" providerId="ADAL" clId="{10F76ED8-25F1-4C4E-B6D7-CF79958B146E}" dt="2026-08-02T08:08:25.269" v="5945" actId="1076"/>
          <ac:picMkLst>
            <pc:docMk/>
            <pc:sldMk cId="3156475786" sldId="366"/>
            <ac:picMk id="5" creationId="{846373DA-532B-EB8B-9AAE-46FEEA70CCFF}"/>
          </ac:picMkLst>
        </pc:picChg>
        <pc:picChg chg="add del mod modCrop">
          <ac:chgData name="Shira Tziony" userId="1e73dfbc-599d-4f7d-924b-f18c59617c6c" providerId="ADAL" clId="{10F76ED8-25F1-4C4E-B6D7-CF79958B146E}" dt="2026-08-02T08:10:31.747" v="5966" actId="478"/>
          <ac:picMkLst>
            <pc:docMk/>
            <pc:sldMk cId="3156475786" sldId="366"/>
            <ac:picMk id="7" creationId="{1A8B6446-D797-4D0E-E8B1-841718186A86}"/>
          </ac:picMkLst>
        </pc:picChg>
        <pc:picChg chg="del mod">
          <ac:chgData name="Shira Tziony" userId="1e73dfbc-599d-4f7d-924b-f18c59617c6c" providerId="ADAL" clId="{10F76ED8-25F1-4C4E-B6D7-CF79958B146E}" dt="2026-08-02T08:08:19.647" v="5944" actId="478"/>
          <ac:picMkLst>
            <pc:docMk/>
            <pc:sldMk cId="3156475786" sldId="366"/>
            <ac:picMk id="10" creationId="{65111470-F0B8-254D-219F-4AC3A348BEBD}"/>
          </ac:picMkLst>
        </pc:picChg>
        <pc:picChg chg="add del mod">
          <ac:chgData name="Shira Tziony" userId="1e73dfbc-599d-4f7d-924b-f18c59617c6c" providerId="ADAL" clId="{10F76ED8-25F1-4C4E-B6D7-CF79958B146E}" dt="2026-08-02T08:09:17.392" v="5954" actId="478"/>
          <ac:picMkLst>
            <pc:docMk/>
            <pc:sldMk cId="3156475786" sldId="366"/>
            <ac:picMk id="11" creationId="{C8E421AB-FAA7-FD81-BDF3-634B19CED17B}"/>
          </ac:picMkLst>
        </pc:picChg>
        <pc:picChg chg="add mod">
          <ac:chgData name="Shira Tziony" userId="1e73dfbc-599d-4f7d-924b-f18c59617c6c" providerId="ADAL" clId="{10F76ED8-25F1-4C4E-B6D7-CF79958B146E}" dt="2026-08-02T08:09:19.486" v="5955" actId="1076"/>
          <ac:picMkLst>
            <pc:docMk/>
            <pc:sldMk cId="3156475786" sldId="366"/>
            <ac:picMk id="16" creationId="{C94D6269-0CB3-B9FD-2EB6-AD69E80E1CD4}"/>
          </ac:picMkLst>
        </pc:picChg>
        <pc:picChg chg="add mod">
          <ac:chgData name="Shira Tziony" userId="1e73dfbc-599d-4f7d-924b-f18c59617c6c" providerId="ADAL" clId="{10F76ED8-25F1-4C4E-B6D7-CF79958B146E}" dt="2026-08-02T08:10:16.253" v="5964" actId="1076"/>
          <ac:picMkLst>
            <pc:docMk/>
            <pc:sldMk cId="3156475786" sldId="366"/>
            <ac:picMk id="18" creationId="{3DD5965E-FF8C-7F2B-FA26-303F5A01C188}"/>
          </ac:picMkLst>
        </pc:picChg>
        <pc:picChg chg="add mod">
          <ac:chgData name="Shira Tziony" userId="1e73dfbc-599d-4f7d-924b-f18c59617c6c" providerId="ADAL" clId="{10F76ED8-25F1-4C4E-B6D7-CF79958B146E}" dt="2026-08-02T08:10:39.831" v="5969" actId="14100"/>
          <ac:picMkLst>
            <pc:docMk/>
            <pc:sldMk cId="3156475786" sldId="366"/>
            <ac:picMk id="20" creationId="{6979089F-CB32-E630-1DBC-FDD7726D3216}"/>
          </ac:picMkLst>
        </pc:picChg>
      </pc:sldChg>
      <pc:sldChg chg="addSp delSp modSp add mod setBg delAnim modAnim">
        <pc:chgData name="Shira Tziony" userId="1e73dfbc-599d-4f7d-924b-f18c59617c6c" providerId="ADAL" clId="{10F76ED8-25F1-4C4E-B6D7-CF79958B146E}" dt="2026-07-27T10:45:43.303" v="5529" actId="20577"/>
        <pc:sldMkLst>
          <pc:docMk/>
          <pc:sldMk cId="852853187" sldId="367"/>
        </pc:sldMkLst>
        <pc:spChg chg="mod">
          <ac:chgData name="Shira Tziony" userId="1e73dfbc-599d-4f7d-924b-f18c59617c6c" providerId="ADAL" clId="{10F76ED8-25F1-4C4E-B6D7-CF79958B146E}" dt="2026-07-23T11:11:58.419" v="2781" actId="20577"/>
          <ac:spMkLst>
            <pc:docMk/>
            <pc:sldMk cId="852853187" sldId="367"/>
            <ac:spMk id="99" creationId="{7F92F355-F59A-7B96-11B6-BA1D50EEBB10}"/>
          </ac:spMkLst>
        </pc:spChg>
        <pc:spChg chg="mod">
          <ac:chgData name="Shira Tziony" userId="1e73dfbc-599d-4f7d-924b-f18c59617c6c" providerId="ADAL" clId="{10F76ED8-25F1-4C4E-B6D7-CF79958B146E}" dt="2026-07-23T11:09:58.066" v="2770" actId="20577"/>
          <ac:spMkLst>
            <pc:docMk/>
            <pc:sldMk cId="852853187" sldId="367"/>
            <ac:spMk id="118" creationId="{A7E8F63B-5D2A-6723-5A84-7576F6618624}"/>
          </ac:spMkLst>
        </pc:spChg>
        <pc:graphicFrameChg chg="add mod modGraphic">
          <ac:chgData name="Shira Tziony" userId="1e73dfbc-599d-4f7d-924b-f18c59617c6c" providerId="ADAL" clId="{10F76ED8-25F1-4C4E-B6D7-CF79958B146E}" dt="2026-07-27T10:45:43.303" v="5529" actId="20577"/>
          <ac:graphicFrameMkLst>
            <pc:docMk/>
            <pc:sldMk cId="852853187" sldId="367"/>
            <ac:graphicFrameMk id="6" creationId="{29F1FB48-5CAE-2B43-04B1-05CF4C0C3ABA}"/>
          </ac:graphicFrameMkLst>
        </pc:graphicFrameChg>
      </pc:sldChg>
      <pc:sldChg chg="modSp add mod modAnim">
        <pc:chgData name="Shira Tziony" userId="1e73dfbc-599d-4f7d-924b-f18c59617c6c" providerId="ADAL" clId="{10F76ED8-25F1-4C4E-B6D7-CF79958B146E}" dt="2026-07-27T07:09:02.533" v="5036" actId="20577"/>
        <pc:sldMkLst>
          <pc:docMk/>
          <pc:sldMk cId="2640766545" sldId="368"/>
        </pc:sldMkLst>
        <pc:spChg chg="mod">
          <ac:chgData name="Shira Tziony" userId="1e73dfbc-599d-4f7d-924b-f18c59617c6c" providerId="ADAL" clId="{10F76ED8-25F1-4C4E-B6D7-CF79958B146E}" dt="2026-07-23T11:12:11.109" v="2798" actId="20577"/>
          <ac:spMkLst>
            <pc:docMk/>
            <pc:sldMk cId="2640766545" sldId="368"/>
            <ac:spMk id="99" creationId="{7828C3A4-5C60-FA87-0136-DA06A842571B}"/>
          </ac:spMkLst>
        </pc:spChg>
        <pc:spChg chg="mod">
          <ac:chgData name="Shira Tziony" userId="1e73dfbc-599d-4f7d-924b-f18c59617c6c" providerId="ADAL" clId="{10F76ED8-25F1-4C4E-B6D7-CF79958B146E}" dt="2026-07-27T07:09:02.533" v="5036" actId="20577"/>
          <ac:spMkLst>
            <pc:docMk/>
            <pc:sldMk cId="2640766545" sldId="368"/>
            <ac:spMk id="118" creationId="{BB6057A8-2355-8B76-E578-BD62761A0376}"/>
          </ac:spMkLst>
        </pc:spChg>
        <pc:graphicFrameChg chg="mod modGraphic">
          <ac:chgData name="Shira Tziony" userId="1e73dfbc-599d-4f7d-924b-f18c59617c6c" providerId="ADAL" clId="{10F76ED8-25F1-4C4E-B6D7-CF79958B146E}" dt="2026-07-27T07:08:30.766" v="5026" actId="1035"/>
          <ac:graphicFrameMkLst>
            <pc:docMk/>
            <pc:sldMk cId="2640766545" sldId="368"/>
            <ac:graphicFrameMk id="6" creationId="{99503DAC-1301-453F-28EB-513B760CA271}"/>
          </ac:graphicFrameMkLst>
        </pc:graphicFrameChg>
      </pc:sldChg>
      <pc:sldChg chg="addSp delSp modSp new mod setBg">
        <pc:chgData name="Shira Tziony" userId="1e73dfbc-599d-4f7d-924b-f18c59617c6c" providerId="ADAL" clId="{10F76ED8-25F1-4C4E-B6D7-CF79958B146E}" dt="2026-07-24T15:19:38.152" v="4699" actId="404"/>
        <pc:sldMkLst>
          <pc:docMk/>
          <pc:sldMk cId="3224825022" sldId="369"/>
        </pc:sldMkLst>
        <pc:spChg chg="mod">
          <ac:chgData name="Shira Tziony" userId="1e73dfbc-599d-4f7d-924b-f18c59617c6c" providerId="ADAL" clId="{10F76ED8-25F1-4C4E-B6D7-CF79958B146E}" dt="2026-07-24T15:19:38.152" v="4699" actId="404"/>
          <ac:spMkLst>
            <pc:docMk/>
            <pc:sldMk cId="3224825022" sldId="369"/>
            <ac:spMk id="2" creationId="{64D9C38A-A6FF-2F5D-D1CE-F0A149C91FFE}"/>
          </ac:spMkLst>
        </pc:spChg>
        <pc:spChg chg="mod">
          <ac:chgData name="Shira Tziony" userId="1e73dfbc-599d-4f7d-924b-f18c59617c6c" providerId="ADAL" clId="{10F76ED8-25F1-4C4E-B6D7-CF79958B146E}" dt="2026-07-23T11:29:43.285" v="3281" actId="26606"/>
          <ac:spMkLst>
            <pc:docMk/>
            <pc:sldMk cId="3224825022" sldId="369"/>
            <ac:spMk id="5" creationId="{257535AE-D626-1E51-C3F6-6256C423C0B0}"/>
          </ac:spMkLst>
        </pc:spChg>
        <pc:spChg chg="add">
          <ac:chgData name="Shira Tziony" userId="1e73dfbc-599d-4f7d-924b-f18c59617c6c" providerId="ADAL" clId="{10F76ED8-25F1-4C4E-B6D7-CF79958B146E}" dt="2026-07-23T11:29:43.285" v="3281" actId="26606"/>
          <ac:spMkLst>
            <pc:docMk/>
            <pc:sldMk cId="3224825022" sldId="369"/>
            <ac:spMk id="11" creationId="{F53311A5-99DE-4393-9A6A-668B1A50F6D7}"/>
          </ac:spMkLst>
        </pc:spChg>
        <pc:spChg chg="add">
          <ac:chgData name="Shira Tziony" userId="1e73dfbc-599d-4f7d-924b-f18c59617c6c" providerId="ADAL" clId="{10F76ED8-25F1-4C4E-B6D7-CF79958B146E}" dt="2026-07-23T11:29:43.285" v="3281" actId="26606"/>
          <ac:spMkLst>
            <pc:docMk/>
            <pc:sldMk cId="3224825022" sldId="369"/>
            <ac:spMk id="13" creationId="{A4927983-BFBD-4CAA-A34E-2D3486ACF171}"/>
          </ac:spMkLst>
        </pc:spChg>
        <pc:spChg chg="add">
          <ac:chgData name="Shira Tziony" userId="1e73dfbc-599d-4f7d-924b-f18c59617c6c" providerId="ADAL" clId="{10F76ED8-25F1-4C4E-B6D7-CF79958B146E}" dt="2026-07-23T11:29:43.285" v="3281" actId="26606"/>
          <ac:spMkLst>
            <pc:docMk/>
            <pc:sldMk cId="3224825022" sldId="369"/>
            <ac:spMk id="17" creationId="{9F5E263C-FB7E-4A3E-AD04-5140CD3D1D97}"/>
          </ac:spMkLst>
        </pc:spChg>
        <pc:spChg chg="add">
          <ac:chgData name="Shira Tziony" userId="1e73dfbc-599d-4f7d-924b-f18c59617c6c" providerId="ADAL" clId="{10F76ED8-25F1-4C4E-B6D7-CF79958B146E}" dt="2026-07-23T11:29:43.285" v="3281" actId="26606"/>
          <ac:spMkLst>
            <pc:docMk/>
            <pc:sldMk cId="3224825022" sldId="369"/>
            <ac:spMk id="19" creationId="{9E65ED8C-90F7-4EB0-ACCB-64AEF411E8B9}"/>
          </ac:spMkLst>
        </pc:spChg>
        <pc:spChg chg="add">
          <ac:chgData name="Shira Tziony" userId="1e73dfbc-599d-4f7d-924b-f18c59617c6c" providerId="ADAL" clId="{10F76ED8-25F1-4C4E-B6D7-CF79958B146E}" dt="2026-07-23T11:29:43.285" v="3281" actId="26606"/>
          <ac:spMkLst>
            <pc:docMk/>
            <pc:sldMk cId="3224825022" sldId="369"/>
            <ac:spMk id="21" creationId="{6604E3BF-88F7-4D19-BEC9-8486966EA467}"/>
          </ac:spMkLst>
        </pc:spChg>
        <pc:graphicFrameChg chg="add mod">
          <ac:chgData name="Shira Tziony" userId="1e73dfbc-599d-4f7d-924b-f18c59617c6c" providerId="ADAL" clId="{10F76ED8-25F1-4C4E-B6D7-CF79958B146E}" dt="2026-07-23T11:33:24.774" v="3490"/>
          <ac:graphicFrameMkLst>
            <pc:docMk/>
            <pc:sldMk cId="3224825022" sldId="369"/>
            <ac:graphicFrameMk id="7" creationId="{AC52BC4E-60BD-0DCA-8CC2-7774485F2E9F}"/>
          </ac:graphicFrameMkLst>
        </pc:graphicFrameChg>
        <pc:picChg chg="add">
          <ac:chgData name="Shira Tziony" userId="1e73dfbc-599d-4f7d-924b-f18c59617c6c" providerId="ADAL" clId="{10F76ED8-25F1-4C4E-B6D7-CF79958B146E}" dt="2026-07-24T15:19:33.052" v="4694" actId="22"/>
          <ac:picMkLst>
            <pc:docMk/>
            <pc:sldMk cId="3224825022" sldId="369"/>
            <ac:picMk id="4" creationId="{EB077C7F-0157-CE3B-2327-CA9B3372E25F}"/>
          </ac:picMkLst>
        </pc:picChg>
        <pc:cxnChg chg="add">
          <ac:chgData name="Shira Tziony" userId="1e73dfbc-599d-4f7d-924b-f18c59617c6c" providerId="ADAL" clId="{10F76ED8-25F1-4C4E-B6D7-CF79958B146E}" dt="2026-07-23T11:29:43.285" v="3281" actId="26606"/>
          <ac:cxnSpMkLst>
            <pc:docMk/>
            <pc:sldMk cId="3224825022" sldId="369"/>
            <ac:cxnSpMk id="15" creationId="{B40DF401-E6F0-4EFD-8C5C-6847352084CE}"/>
          </ac:cxnSpMkLst>
        </pc:cxnChg>
      </pc:sldChg>
      <pc:sldChg chg="modSp add mod setBg">
        <pc:chgData name="Shira Tziony" userId="1e73dfbc-599d-4f7d-924b-f18c59617c6c" providerId="ADAL" clId="{10F76ED8-25F1-4C4E-B6D7-CF79958B146E}" dt="2026-07-23T11:30:14.321" v="3292" actId="20577"/>
        <pc:sldMkLst>
          <pc:docMk/>
          <pc:sldMk cId="985450699" sldId="370"/>
        </pc:sldMkLst>
        <pc:spChg chg="mod">
          <ac:chgData name="Shira Tziony" userId="1e73dfbc-599d-4f7d-924b-f18c59617c6c" providerId="ADAL" clId="{10F76ED8-25F1-4C4E-B6D7-CF79958B146E}" dt="2026-07-23T11:30:14.321" v="3292" actId="20577"/>
          <ac:spMkLst>
            <pc:docMk/>
            <pc:sldMk cId="985450699" sldId="370"/>
            <ac:spMk id="2" creationId="{69D1B7CF-8C01-3306-7AEA-BB2506AB4F24}"/>
          </ac:spMkLst>
        </pc:spChg>
        <pc:spChg chg="mod">
          <ac:chgData name="Shira Tziony" userId="1e73dfbc-599d-4f7d-924b-f18c59617c6c" providerId="ADAL" clId="{10F76ED8-25F1-4C4E-B6D7-CF79958B146E}" dt="2026-07-23T11:29:17.533" v="3280" actId="20577"/>
          <ac:spMkLst>
            <pc:docMk/>
            <pc:sldMk cId="985450699" sldId="370"/>
            <ac:spMk id="4" creationId="{197A74BB-DCC4-97D8-C916-EC430D61C209}"/>
          </ac:spMkLst>
        </pc:spChg>
      </pc:sldChg>
      <pc:sldChg chg="addSp delSp modSp add mod">
        <pc:chgData name="Shira Tziony" userId="1e73dfbc-599d-4f7d-924b-f18c59617c6c" providerId="ADAL" clId="{10F76ED8-25F1-4C4E-B6D7-CF79958B146E}" dt="2026-07-27T21:38:21.071" v="5607" actId="1076"/>
        <pc:sldMkLst>
          <pc:docMk/>
          <pc:sldMk cId="2044754527" sldId="371"/>
        </pc:sldMkLst>
        <pc:spChg chg="mod">
          <ac:chgData name="Shira Tziony" userId="1e73dfbc-599d-4f7d-924b-f18c59617c6c" providerId="ADAL" clId="{10F76ED8-25F1-4C4E-B6D7-CF79958B146E}" dt="2026-07-23T11:43:16.395" v="3932" actId="14100"/>
          <ac:spMkLst>
            <pc:docMk/>
            <pc:sldMk cId="2044754527" sldId="371"/>
            <ac:spMk id="2" creationId="{077C1E52-F626-C9CF-039E-99B7972C10D3}"/>
          </ac:spMkLst>
        </pc:spChg>
        <pc:spChg chg="mod">
          <ac:chgData name="Shira Tziony" userId="1e73dfbc-599d-4f7d-924b-f18c59617c6c" providerId="ADAL" clId="{10F76ED8-25F1-4C4E-B6D7-CF79958B146E}" dt="2026-07-23T11:48:13.670" v="4401" actId="27636"/>
          <ac:spMkLst>
            <pc:docMk/>
            <pc:sldMk cId="2044754527" sldId="371"/>
            <ac:spMk id="4" creationId="{8983403C-7A08-5BFA-C32C-28C0EC4B1445}"/>
          </ac:spMkLst>
        </pc:spChg>
        <pc:spChg chg="add mod">
          <ac:chgData name="Shira Tziony" userId="1e73dfbc-599d-4f7d-924b-f18c59617c6c" providerId="ADAL" clId="{10F76ED8-25F1-4C4E-B6D7-CF79958B146E}" dt="2026-07-27T21:38:16.803" v="5606" actId="1076"/>
          <ac:spMkLst>
            <pc:docMk/>
            <pc:sldMk cId="2044754527" sldId="371"/>
            <ac:spMk id="9" creationId="{1E9D3753-3141-CB4A-5E23-D980C8E36447}"/>
          </ac:spMkLst>
        </pc:spChg>
        <pc:spChg chg="add mod">
          <ac:chgData name="Shira Tziony" userId="1e73dfbc-599d-4f7d-924b-f18c59617c6c" providerId="ADAL" clId="{10F76ED8-25F1-4C4E-B6D7-CF79958B146E}" dt="2026-07-27T21:38:21.071" v="5607" actId="1076"/>
          <ac:spMkLst>
            <pc:docMk/>
            <pc:sldMk cId="2044754527" sldId="371"/>
            <ac:spMk id="14" creationId="{B8607CAF-C204-3627-FBBD-2A6D3601F064}"/>
          </ac:spMkLst>
        </pc:spChg>
        <pc:spChg chg="add mod">
          <ac:chgData name="Shira Tziony" userId="1e73dfbc-599d-4f7d-924b-f18c59617c6c" providerId="ADAL" clId="{10F76ED8-25F1-4C4E-B6D7-CF79958B146E}" dt="2026-07-27T21:38:07.492" v="5603" actId="1076"/>
          <ac:spMkLst>
            <pc:docMk/>
            <pc:sldMk cId="2044754527" sldId="371"/>
            <ac:spMk id="16" creationId="{84951AB6-E684-AF8F-D9F5-1B983468BFD3}"/>
          </ac:spMkLst>
        </pc:spChg>
        <pc:spChg chg="add mod">
          <ac:chgData name="Shira Tziony" userId="1e73dfbc-599d-4f7d-924b-f18c59617c6c" providerId="ADAL" clId="{10F76ED8-25F1-4C4E-B6D7-CF79958B146E}" dt="2026-07-27T21:38:12.435" v="5605" actId="1076"/>
          <ac:spMkLst>
            <pc:docMk/>
            <pc:sldMk cId="2044754527" sldId="371"/>
            <ac:spMk id="18" creationId="{AFC40824-65EB-07E7-0A56-E65DD490FC21}"/>
          </ac:spMkLst>
        </pc:spChg>
        <pc:picChg chg="add mod modCrop">
          <ac:chgData name="Shira Tziony" userId="1e73dfbc-599d-4f7d-924b-f18c59617c6c" providerId="ADAL" clId="{10F76ED8-25F1-4C4E-B6D7-CF79958B146E}" dt="2026-07-27T21:38:03.644" v="5602" actId="1076"/>
          <ac:picMkLst>
            <pc:docMk/>
            <pc:sldMk cId="2044754527" sldId="371"/>
            <ac:picMk id="6" creationId="{52859872-EE2B-9959-43F4-6ECF43219A32}"/>
          </ac:picMkLst>
        </pc:picChg>
        <pc:picChg chg="add mod modCrop">
          <ac:chgData name="Shira Tziony" userId="1e73dfbc-599d-4f7d-924b-f18c59617c6c" providerId="ADAL" clId="{10F76ED8-25F1-4C4E-B6D7-CF79958B146E}" dt="2026-07-27T21:35:32.038" v="5587" actId="1076"/>
          <ac:picMkLst>
            <pc:docMk/>
            <pc:sldMk cId="2044754527" sldId="371"/>
            <ac:picMk id="7" creationId="{174A57FF-65ED-B48B-9378-4C42CDC5FFDE}"/>
          </ac:picMkLst>
        </pc:picChg>
      </pc:sldChg>
      <pc:sldChg chg="addSp delSp modSp add mod modAnim">
        <pc:chgData name="Shira Tziony" userId="1e73dfbc-599d-4f7d-924b-f18c59617c6c" providerId="ADAL" clId="{10F76ED8-25F1-4C4E-B6D7-CF79958B146E}" dt="2026-08-02T18:11:14.350" v="6031" actId="14100"/>
        <pc:sldMkLst>
          <pc:docMk/>
          <pc:sldMk cId="2880465771" sldId="372"/>
        </pc:sldMkLst>
        <pc:spChg chg="mod">
          <ac:chgData name="Shira Tziony" userId="1e73dfbc-599d-4f7d-924b-f18c59617c6c" providerId="ADAL" clId="{10F76ED8-25F1-4C4E-B6D7-CF79958B146E}" dt="2026-07-23T11:35:50.576" v="3519" actId="1076"/>
          <ac:spMkLst>
            <pc:docMk/>
            <pc:sldMk cId="2880465771" sldId="372"/>
            <ac:spMk id="2" creationId="{41B54A39-64DB-0224-E861-8AEBD0A2876A}"/>
          </ac:spMkLst>
        </pc:spChg>
        <pc:spChg chg="mod">
          <ac:chgData name="Shira Tziony" userId="1e73dfbc-599d-4f7d-924b-f18c59617c6c" providerId="ADAL" clId="{10F76ED8-25F1-4C4E-B6D7-CF79958B146E}" dt="2026-07-23T11:46:04.972" v="4198" actId="5793"/>
          <ac:spMkLst>
            <pc:docMk/>
            <pc:sldMk cId="2880465771" sldId="372"/>
            <ac:spMk id="4" creationId="{A5D4CF54-ADAB-05C2-1A48-5F1C753D2ACF}"/>
          </ac:spMkLst>
        </pc:spChg>
        <pc:spChg chg="add">
          <ac:chgData name="Shira Tziony" userId="1e73dfbc-599d-4f7d-924b-f18c59617c6c" providerId="ADAL" clId="{10F76ED8-25F1-4C4E-B6D7-CF79958B146E}" dt="2026-07-23T11:35:26.074" v="3508" actId="11529"/>
          <ac:spMkLst>
            <pc:docMk/>
            <pc:sldMk cId="2880465771" sldId="372"/>
            <ac:spMk id="10" creationId="{535B9A1C-6625-4D83-E269-E33091CA16FA}"/>
          </ac:spMkLst>
        </pc:spChg>
        <pc:spChg chg="add mod">
          <ac:chgData name="Shira Tziony" userId="1e73dfbc-599d-4f7d-924b-f18c59617c6c" providerId="ADAL" clId="{10F76ED8-25F1-4C4E-B6D7-CF79958B146E}" dt="2026-07-23T11:35:46.393" v="3518" actId="1076"/>
          <ac:spMkLst>
            <pc:docMk/>
            <pc:sldMk cId="2880465771" sldId="372"/>
            <ac:spMk id="12" creationId="{651ADBC0-E24D-CB89-FDB8-E1361FD9F153}"/>
          </ac:spMkLst>
        </pc:spChg>
        <pc:picChg chg="add del mod">
          <ac:chgData name="Shira Tziony" userId="1e73dfbc-599d-4f7d-924b-f18c59617c6c" providerId="ADAL" clId="{10F76ED8-25F1-4C4E-B6D7-CF79958B146E}" dt="2026-08-02T18:10:49.702" v="6023" actId="478"/>
          <ac:picMkLst>
            <pc:docMk/>
            <pc:sldMk cId="2880465771" sldId="372"/>
            <ac:picMk id="6" creationId="{08353635-61FB-B383-EAB4-8D6D3EBA9334}"/>
          </ac:picMkLst>
        </pc:picChg>
        <pc:picChg chg="add mod">
          <ac:chgData name="Shira Tziony" userId="1e73dfbc-599d-4f7d-924b-f18c59617c6c" providerId="ADAL" clId="{10F76ED8-25F1-4C4E-B6D7-CF79958B146E}" dt="2026-08-02T18:10:58.438" v="6027" actId="1076"/>
          <ac:picMkLst>
            <pc:docMk/>
            <pc:sldMk cId="2880465771" sldId="372"/>
            <ac:picMk id="7" creationId="{593C01BE-CD16-6B89-0E4E-79B2E6C73B99}"/>
          </ac:picMkLst>
        </pc:picChg>
        <pc:picChg chg="add del mod">
          <ac:chgData name="Shira Tziony" userId="1e73dfbc-599d-4f7d-924b-f18c59617c6c" providerId="ADAL" clId="{10F76ED8-25F1-4C4E-B6D7-CF79958B146E}" dt="2026-08-02T18:11:07.855" v="6028" actId="478"/>
          <ac:picMkLst>
            <pc:docMk/>
            <pc:sldMk cId="2880465771" sldId="372"/>
            <ac:picMk id="8" creationId="{7D930F35-D921-EE99-5197-05405C754F0D}"/>
          </ac:picMkLst>
        </pc:picChg>
        <pc:picChg chg="add mod">
          <ac:chgData name="Shira Tziony" userId="1e73dfbc-599d-4f7d-924b-f18c59617c6c" providerId="ADAL" clId="{10F76ED8-25F1-4C4E-B6D7-CF79958B146E}" dt="2026-08-02T18:11:14.350" v="6031" actId="14100"/>
          <ac:picMkLst>
            <pc:docMk/>
            <pc:sldMk cId="2880465771" sldId="372"/>
            <ac:picMk id="13" creationId="{8BB73116-120F-37A2-29B8-3E6527338996}"/>
          </ac:picMkLst>
        </pc:picChg>
      </pc:sldChg>
      <pc:sldChg chg="addSp delSp modSp add mod delAnim modAnim">
        <pc:chgData name="Shira Tziony" userId="1e73dfbc-599d-4f7d-924b-f18c59617c6c" providerId="ADAL" clId="{10F76ED8-25F1-4C4E-B6D7-CF79958B146E}" dt="2026-08-02T08:13:52.173" v="6019" actId="1076"/>
        <pc:sldMkLst>
          <pc:docMk/>
          <pc:sldMk cId="3902545953" sldId="373"/>
        </pc:sldMkLst>
        <pc:spChg chg="mod">
          <ac:chgData name="Shira Tziony" userId="1e73dfbc-599d-4f7d-924b-f18c59617c6c" providerId="ADAL" clId="{10F76ED8-25F1-4C4E-B6D7-CF79958B146E}" dt="2026-07-23T11:38:16.367" v="3662" actId="20577"/>
          <ac:spMkLst>
            <pc:docMk/>
            <pc:sldMk cId="3902545953" sldId="373"/>
            <ac:spMk id="2" creationId="{2CF3ABDE-BB8A-4321-B7A8-E5319D7EAB46}"/>
          </ac:spMkLst>
        </pc:spChg>
        <pc:spChg chg="add del mod">
          <ac:chgData name="Shira Tziony" userId="1e73dfbc-599d-4f7d-924b-f18c59617c6c" providerId="ADAL" clId="{10F76ED8-25F1-4C4E-B6D7-CF79958B146E}" dt="2026-08-02T08:12:34.681" v="5989" actId="478"/>
          <ac:spMkLst>
            <pc:docMk/>
            <pc:sldMk cId="3902545953" sldId="373"/>
            <ac:spMk id="3" creationId="{F1D62146-CC19-7E02-812C-D8859B41D7BC}"/>
          </ac:spMkLst>
        </pc:spChg>
        <pc:spChg chg="mod">
          <ac:chgData name="Shira Tziony" userId="1e73dfbc-599d-4f7d-924b-f18c59617c6c" providerId="ADAL" clId="{10F76ED8-25F1-4C4E-B6D7-CF79958B146E}" dt="2026-07-23T11:47:19.717" v="4334" actId="20577"/>
          <ac:spMkLst>
            <pc:docMk/>
            <pc:sldMk cId="3902545953" sldId="373"/>
            <ac:spMk id="4" creationId="{645CD940-8998-F151-C62E-BACDFE8FA529}"/>
          </ac:spMkLst>
        </pc:spChg>
        <pc:spChg chg="add mod">
          <ac:chgData name="Shira Tziony" userId="1e73dfbc-599d-4f7d-924b-f18c59617c6c" providerId="ADAL" clId="{10F76ED8-25F1-4C4E-B6D7-CF79958B146E}" dt="2026-08-02T08:13:23.987" v="6013" actId="1076"/>
          <ac:spMkLst>
            <pc:docMk/>
            <pc:sldMk cId="3902545953" sldId="373"/>
            <ac:spMk id="8" creationId="{9144EDC4-AC1B-C512-64C1-2109D40BE080}"/>
          </ac:spMkLst>
        </pc:spChg>
        <pc:spChg chg="add del mod">
          <ac:chgData name="Shira Tziony" userId="1e73dfbc-599d-4f7d-924b-f18c59617c6c" providerId="ADAL" clId="{10F76ED8-25F1-4C4E-B6D7-CF79958B146E}" dt="2026-08-02T08:12:06.383" v="5977" actId="478"/>
          <ac:spMkLst>
            <pc:docMk/>
            <pc:sldMk cId="3902545953" sldId="373"/>
            <ac:spMk id="13" creationId="{3995406E-CC39-1E09-0BA7-89CE48F80715}"/>
          </ac:spMkLst>
        </pc:spChg>
        <pc:spChg chg="add mod">
          <ac:chgData name="Shira Tziony" userId="1e73dfbc-599d-4f7d-924b-f18c59617c6c" providerId="ADAL" clId="{10F76ED8-25F1-4C4E-B6D7-CF79958B146E}" dt="2026-08-02T08:13:29.024" v="6015" actId="1076"/>
          <ac:spMkLst>
            <pc:docMk/>
            <pc:sldMk cId="3902545953" sldId="373"/>
            <ac:spMk id="15" creationId="{5B051D7D-80C2-5D93-76F9-DB712A0ED795}"/>
          </ac:spMkLst>
        </pc:spChg>
        <pc:picChg chg="add del mod">
          <ac:chgData name="Shira Tziony" userId="1e73dfbc-599d-4f7d-924b-f18c59617c6c" providerId="ADAL" clId="{10F76ED8-25F1-4C4E-B6D7-CF79958B146E}" dt="2026-08-02T08:12:34.681" v="5989" actId="478"/>
          <ac:picMkLst>
            <pc:docMk/>
            <pc:sldMk cId="3902545953" sldId="373"/>
            <ac:picMk id="7" creationId="{353E8645-55A0-9254-51D9-435F3D3B33EA}"/>
          </ac:picMkLst>
        </pc:picChg>
        <pc:picChg chg="add del mod">
          <ac:chgData name="Shira Tziony" userId="1e73dfbc-599d-4f7d-924b-f18c59617c6c" providerId="ADAL" clId="{10F76ED8-25F1-4C4E-B6D7-CF79958B146E}" dt="2026-08-02T08:12:04.963" v="5976" actId="478"/>
          <ac:picMkLst>
            <pc:docMk/>
            <pc:sldMk cId="3902545953" sldId="373"/>
            <ac:picMk id="9" creationId="{11549E5D-6543-EF6F-2E80-73C01F33FDBB}"/>
          </ac:picMkLst>
        </pc:picChg>
        <pc:picChg chg="add mod">
          <ac:chgData name="Shira Tziony" userId="1e73dfbc-599d-4f7d-924b-f18c59617c6c" providerId="ADAL" clId="{10F76ED8-25F1-4C4E-B6D7-CF79958B146E}" dt="2026-08-02T08:13:46.717" v="6018" actId="1076"/>
          <ac:picMkLst>
            <pc:docMk/>
            <pc:sldMk cId="3902545953" sldId="373"/>
            <ac:picMk id="12" creationId="{F0FECFC6-C4A4-7018-B9F3-62D1E49DAB88}"/>
          </ac:picMkLst>
        </pc:picChg>
        <pc:picChg chg="add mod">
          <ac:chgData name="Shira Tziony" userId="1e73dfbc-599d-4f7d-924b-f18c59617c6c" providerId="ADAL" clId="{10F76ED8-25F1-4C4E-B6D7-CF79958B146E}" dt="2026-08-02T08:13:52.173" v="6019" actId="1076"/>
          <ac:picMkLst>
            <pc:docMk/>
            <pc:sldMk cId="3902545953" sldId="373"/>
            <ac:picMk id="17" creationId="{BBBBD262-076C-CF47-B969-856830BA12E3}"/>
          </ac:picMkLst>
        </pc:picChg>
      </pc:sldChg>
      <pc:sldChg chg="modSp add mod">
        <pc:chgData name="Shira Tziony" userId="1e73dfbc-599d-4f7d-924b-f18c59617c6c" providerId="ADAL" clId="{10F76ED8-25F1-4C4E-B6D7-CF79958B146E}" dt="2026-07-27T07:06:48.872" v="5010" actId="14100"/>
        <pc:sldMkLst>
          <pc:docMk/>
          <pc:sldMk cId="3557295334" sldId="374"/>
        </pc:sldMkLst>
        <pc:spChg chg="mod">
          <ac:chgData name="Shira Tziony" userId="1e73dfbc-599d-4f7d-924b-f18c59617c6c" providerId="ADAL" clId="{10F76ED8-25F1-4C4E-B6D7-CF79958B146E}" dt="2026-07-27T07:06:48.872" v="5010" actId="14100"/>
          <ac:spMkLst>
            <pc:docMk/>
            <pc:sldMk cId="3557295334" sldId="374"/>
            <ac:spMk id="8" creationId="{2D9E4767-2F2E-66F1-8133-372FEE99543A}"/>
          </ac:spMkLst>
        </pc:spChg>
      </pc:sldChg>
      <pc:sldChg chg="addSp modSp new modAnim">
        <pc:chgData name="Shira Tziony" userId="1e73dfbc-599d-4f7d-924b-f18c59617c6c" providerId="ADAL" clId="{10F76ED8-25F1-4C4E-B6D7-CF79958B146E}" dt="2026-07-24T15:16:06.163" v="4687"/>
        <pc:sldMkLst>
          <pc:docMk/>
          <pc:sldMk cId="3448215453" sldId="375"/>
        </pc:sldMkLst>
        <pc:spChg chg="add mod">
          <ac:chgData name="Shira Tziony" userId="1e73dfbc-599d-4f7d-924b-f18c59617c6c" providerId="ADAL" clId="{10F76ED8-25F1-4C4E-B6D7-CF79958B146E}" dt="2026-07-24T15:16:06.163" v="4687"/>
          <ac:spMkLst>
            <pc:docMk/>
            <pc:sldMk cId="3448215453" sldId="375"/>
            <ac:spMk id="30" creationId="{E7B039E6-A48C-6A90-DF2D-5F2535CF1C70}"/>
          </ac:spMkLst>
        </pc:spChg>
        <pc:spChg chg="add mod">
          <ac:chgData name="Shira Tziony" userId="1e73dfbc-599d-4f7d-924b-f18c59617c6c" providerId="ADAL" clId="{10F76ED8-25F1-4C4E-B6D7-CF79958B146E}" dt="2026-07-24T15:16:06.163" v="4687"/>
          <ac:spMkLst>
            <pc:docMk/>
            <pc:sldMk cId="3448215453" sldId="375"/>
            <ac:spMk id="31" creationId="{45D9BBC2-2534-0655-D54A-19EF0219E4E9}"/>
          </ac:spMkLst>
        </pc:spChg>
        <pc:spChg chg="add mod">
          <ac:chgData name="Shira Tziony" userId="1e73dfbc-599d-4f7d-924b-f18c59617c6c" providerId="ADAL" clId="{10F76ED8-25F1-4C4E-B6D7-CF79958B146E}" dt="2026-07-24T15:16:06.163" v="4687"/>
          <ac:spMkLst>
            <pc:docMk/>
            <pc:sldMk cId="3448215453" sldId="375"/>
            <ac:spMk id="35" creationId="{55AF2A93-6784-5A65-05AF-9F3B01D8479B}"/>
          </ac:spMkLst>
        </pc:spChg>
        <pc:spChg chg="add mod">
          <ac:chgData name="Shira Tziony" userId="1e73dfbc-599d-4f7d-924b-f18c59617c6c" providerId="ADAL" clId="{10F76ED8-25F1-4C4E-B6D7-CF79958B146E}" dt="2026-07-24T15:16:06.163" v="4687"/>
          <ac:spMkLst>
            <pc:docMk/>
            <pc:sldMk cId="3448215453" sldId="375"/>
            <ac:spMk id="38" creationId="{0333C710-72BE-FC0D-AEFF-EE677814D862}"/>
          </ac:spMkLst>
        </pc:spChg>
        <pc:spChg chg="add mod">
          <ac:chgData name="Shira Tziony" userId="1e73dfbc-599d-4f7d-924b-f18c59617c6c" providerId="ADAL" clId="{10F76ED8-25F1-4C4E-B6D7-CF79958B146E}" dt="2026-07-24T15:16:06.163" v="4687"/>
          <ac:spMkLst>
            <pc:docMk/>
            <pc:sldMk cId="3448215453" sldId="375"/>
            <ac:spMk id="41" creationId="{7E6565DF-7802-BB38-D0C4-5619BAAD73BD}"/>
          </ac:spMkLst>
        </pc:spChg>
        <pc:spChg chg="add mod">
          <ac:chgData name="Shira Tziony" userId="1e73dfbc-599d-4f7d-924b-f18c59617c6c" providerId="ADAL" clId="{10F76ED8-25F1-4C4E-B6D7-CF79958B146E}" dt="2026-07-24T15:16:06.163" v="4687"/>
          <ac:spMkLst>
            <pc:docMk/>
            <pc:sldMk cId="3448215453" sldId="375"/>
            <ac:spMk id="42" creationId="{0E8A5AB2-5D74-3E84-E778-42E227B8AA4D}"/>
          </ac:spMkLst>
        </pc:spChg>
        <pc:spChg chg="add mod">
          <ac:chgData name="Shira Tziony" userId="1e73dfbc-599d-4f7d-924b-f18c59617c6c" providerId="ADAL" clId="{10F76ED8-25F1-4C4E-B6D7-CF79958B146E}" dt="2026-07-24T15:16:06.163" v="4687"/>
          <ac:spMkLst>
            <pc:docMk/>
            <pc:sldMk cId="3448215453" sldId="375"/>
            <ac:spMk id="44" creationId="{9813EC48-6B2C-50CA-ACB1-AA325DA72349}"/>
          </ac:spMkLst>
        </pc:spChg>
        <pc:spChg chg="add mod">
          <ac:chgData name="Shira Tziony" userId="1e73dfbc-599d-4f7d-924b-f18c59617c6c" providerId="ADAL" clId="{10F76ED8-25F1-4C4E-B6D7-CF79958B146E}" dt="2026-07-24T15:16:06.163" v="4687"/>
          <ac:spMkLst>
            <pc:docMk/>
            <pc:sldMk cId="3448215453" sldId="375"/>
            <ac:spMk id="49" creationId="{336FCBE9-CB71-3FA7-8773-757EF8A7C1C1}"/>
          </ac:spMkLst>
        </pc:spChg>
        <pc:spChg chg="add mod">
          <ac:chgData name="Shira Tziony" userId="1e73dfbc-599d-4f7d-924b-f18c59617c6c" providerId="ADAL" clId="{10F76ED8-25F1-4C4E-B6D7-CF79958B146E}" dt="2026-07-24T15:16:06.163" v="4687"/>
          <ac:spMkLst>
            <pc:docMk/>
            <pc:sldMk cId="3448215453" sldId="375"/>
            <ac:spMk id="52" creationId="{735C2DF9-FF06-9766-4F8B-6BBEC65408D1}"/>
          </ac:spMkLst>
        </pc:spChg>
        <pc:spChg chg="add mod">
          <ac:chgData name="Shira Tziony" userId="1e73dfbc-599d-4f7d-924b-f18c59617c6c" providerId="ADAL" clId="{10F76ED8-25F1-4C4E-B6D7-CF79958B146E}" dt="2026-07-24T15:16:06.163" v="4687"/>
          <ac:spMkLst>
            <pc:docMk/>
            <pc:sldMk cId="3448215453" sldId="375"/>
            <ac:spMk id="53" creationId="{4803550C-1D7B-C770-292F-6BCAFA0357A9}"/>
          </ac:spMkLst>
        </pc:spChg>
      </pc:sldChg>
      <pc:sldChg chg="addSp delSp modSp new mod setBg">
        <pc:chgData name="Shira Tziony" userId="1e73dfbc-599d-4f7d-924b-f18c59617c6c" providerId="ADAL" clId="{10F76ED8-25F1-4C4E-B6D7-CF79958B146E}" dt="2026-07-26T20:34:14.646" v="4854" actId="22"/>
        <pc:sldMkLst>
          <pc:docMk/>
          <pc:sldMk cId="3378332301" sldId="376"/>
        </pc:sldMkLst>
        <pc:spChg chg="mod">
          <ac:chgData name="Shira Tziony" userId="1e73dfbc-599d-4f7d-924b-f18c59617c6c" providerId="ADAL" clId="{10F76ED8-25F1-4C4E-B6D7-CF79958B146E}" dt="2026-07-26T20:32:29.469" v="4847" actId="403"/>
          <ac:spMkLst>
            <pc:docMk/>
            <pc:sldMk cId="3378332301" sldId="376"/>
            <ac:spMk id="2" creationId="{A1B49737-4B36-6FAE-0909-8B6FFF049DE0}"/>
          </ac:spMkLst>
        </pc:spChg>
        <pc:spChg chg="mod">
          <ac:chgData name="Shira Tziony" userId="1e73dfbc-599d-4f7d-924b-f18c59617c6c" providerId="ADAL" clId="{10F76ED8-25F1-4C4E-B6D7-CF79958B146E}" dt="2026-07-26T20:32:15.111" v="4843" actId="26606"/>
          <ac:spMkLst>
            <pc:docMk/>
            <pc:sldMk cId="3378332301" sldId="376"/>
            <ac:spMk id="5" creationId="{184E76EB-D2EB-6F0E-A277-5B60FF0033F2}"/>
          </ac:spMkLst>
        </pc:spChg>
        <pc:spChg chg="add">
          <ac:chgData name="Shira Tziony" userId="1e73dfbc-599d-4f7d-924b-f18c59617c6c" providerId="ADAL" clId="{10F76ED8-25F1-4C4E-B6D7-CF79958B146E}" dt="2026-07-26T20:32:15.111" v="4843" actId="26606"/>
          <ac:spMkLst>
            <pc:docMk/>
            <pc:sldMk cId="3378332301" sldId="376"/>
            <ac:spMk id="10" creationId="{1B95C55F-4286-4A2A-A05E-2D274D82F7CC}"/>
          </ac:spMkLst>
        </pc:spChg>
        <pc:spChg chg="add">
          <ac:chgData name="Shira Tziony" userId="1e73dfbc-599d-4f7d-924b-f18c59617c6c" providerId="ADAL" clId="{10F76ED8-25F1-4C4E-B6D7-CF79958B146E}" dt="2026-07-26T20:32:15.111" v="4843" actId="26606"/>
          <ac:spMkLst>
            <pc:docMk/>
            <pc:sldMk cId="3378332301" sldId="376"/>
            <ac:spMk id="12" creationId="{EE2561D9-068B-4BC7-85F6-AE6A7C34BE64}"/>
          </ac:spMkLst>
        </pc:spChg>
        <pc:spChg chg="add">
          <ac:chgData name="Shira Tziony" userId="1e73dfbc-599d-4f7d-924b-f18c59617c6c" providerId="ADAL" clId="{10F76ED8-25F1-4C4E-B6D7-CF79958B146E}" dt="2026-07-26T20:32:15.111" v="4843" actId="26606"/>
          <ac:spMkLst>
            <pc:docMk/>
            <pc:sldMk cId="3378332301" sldId="376"/>
            <ac:spMk id="16" creationId="{C843AFC8-D8D0-4784-B08C-6324FA88E6DD}"/>
          </ac:spMkLst>
        </pc:spChg>
        <pc:spChg chg="add">
          <ac:chgData name="Shira Tziony" userId="1e73dfbc-599d-4f7d-924b-f18c59617c6c" providerId="ADAL" clId="{10F76ED8-25F1-4C4E-B6D7-CF79958B146E}" dt="2026-07-26T20:32:15.111" v="4843" actId="26606"/>
          <ac:spMkLst>
            <pc:docMk/>
            <pc:sldMk cId="3378332301" sldId="376"/>
            <ac:spMk id="18" creationId="{854B1A56-8AFB-4D4F-8D98-1E832D6FFE67}"/>
          </ac:spMkLst>
        </pc:spChg>
        <pc:spChg chg="add">
          <ac:chgData name="Shira Tziony" userId="1e73dfbc-599d-4f7d-924b-f18c59617c6c" providerId="ADAL" clId="{10F76ED8-25F1-4C4E-B6D7-CF79958B146E}" dt="2026-07-26T20:32:15.111" v="4843" actId="26606"/>
          <ac:spMkLst>
            <pc:docMk/>
            <pc:sldMk cId="3378332301" sldId="376"/>
            <ac:spMk id="20" creationId="{F8E828FC-05B4-4BA4-92D3-3DF79D42D88E}"/>
          </ac:spMkLst>
        </pc:spChg>
        <pc:graphicFrameChg chg="add">
          <ac:chgData name="Shira Tziony" userId="1e73dfbc-599d-4f7d-924b-f18c59617c6c" providerId="ADAL" clId="{10F76ED8-25F1-4C4E-B6D7-CF79958B146E}" dt="2026-07-26T20:34:09.049" v="4853" actId="26606"/>
          <ac:graphicFrameMkLst>
            <pc:docMk/>
            <pc:sldMk cId="3378332301" sldId="376"/>
            <ac:graphicFrameMk id="22" creationId="{41C6006F-EE7B-11ED-4C01-435425F24344}"/>
          </ac:graphicFrameMkLst>
        </pc:graphicFrameChg>
        <pc:picChg chg="add">
          <ac:chgData name="Shira Tziony" userId="1e73dfbc-599d-4f7d-924b-f18c59617c6c" providerId="ADAL" clId="{10F76ED8-25F1-4C4E-B6D7-CF79958B146E}" dt="2026-07-26T20:34:14.646" v="4854" actId="22"/>
          <ac:picMkLst>
            <pc:docMk/>
            <pc:sldMk cId="3378332301" sldId="376"/>
            <ac:picMk id="9" creationId="{F4C77DFB-1EBB-03B7-081D-94BFED98113E}"/>
          </ac:picMkLst>
        </pc:picChg>
        <pc:cxnChg chg="add">
          <ac:chgData name="Shira Tziony" userId="1e73dfbc-599d-4f7d-924b-f18c59617c6c" providerId="ADAL" clId="{10F76ED8-25F1-4C4E-B6D7-CF79958B146E}" dt="2026-07-26T20:32:15.111" v="4843" actId="26606"/>
          <ac:cxnSpMkLst>
            <pc:docMk/>
            <pc:sldMk cId="3378332301" sldId="376"/>
            <ac:cxnSpMk id="14" creationId="{D61BACF2-0F18-493C-99AB-363E6147102C}"/>
          </ac:cxnSpMkLst>
        </pc:cxnChg>
      </pc:sldChg>
      <pc:sldChg chg="delSp modSp add mod">
        <pc:chgData name="Shira Tziony" userId="1e73dfbc-599d-4f7d-924b-f18c59617c6c" providerId="ADAL" clId="{10F76ED8-25F1-4C4E-B6D7-CF79958B146E}" dt="2026-07-27T07:17:58.845" v="5114" actId="1076"/>
        <pc:sldMkLst>
          <pc:docMk/>
          <pc:sldMk cId="2234759086" sldId="377"/>
        </pc:sldMkLst>
        <pc:picChg chg="mod">
          <ac:chgData name="Shira Tziony" userId="1e73dfbc-599d-4f7d-924b-f18c59617c6c" providerId="ADAL" clId="{10F76ED8-25F1-4C4E-B6D7-CF79958B146E}" dt="2026-07-27T07:17:58.845" v="5114" actId="1076"/>
          <ac:picMkLst>
            <pc:docMk/>
            <pc:sldMk cId="2234759086" sldId="377"/>
            <ac:picMk id="10" creationId="{2923A126-643B-5E6A-3CEA-31862DC9B2E4}"/>
          </ac:picMkLst>
        </pc:picChg>
      </pc:sldChg>
    </pc:docChg>
  </pc:docChgLst>
</pc:chgInfo>
</file>

<file path=ppt/comments/modernComment_164_2E5B198B.xml><?xml version="1.0" encoding="utf-8"?>
<p188:cmLst xmlns:a="http://schemas.openxmlformats.org/drawingml/2006/main" xmlns:r="http://schemas.openxmlformats.org/officeDocument/2006/relationships" xmlns:p188="http://schemas.microsoft.com/office/powerpoint/2018/8/main">
  <p188:cm id="{95DC556A-8E8D-451C-95D9-1A8DE69010C2}" authorId="{6705DCF5-AC58-B31B-4E73-7F02C1997AA5}" created="2026-07-24T15:20:57.602">
    <ac:deMkLst xmlns:ac="http://schemas.microsoft.com/office/drawing/2013/main/command">
      <pc:docMk xmlns:pc="http://schemas.microsoft.com/office/powerpoint/2013/main/command"/>
      <pc:sldMk xmlns:pc="http://schemas.microsoft.com/office/powerpoint/2013/main/command" cId="777722251" sldId="356"/>
      <ac:spMk id="4" creationId="{246B6E8F-5A07-5B58-3D9B-D56846B70CE7}"/>
    </ac:deMkLst>
    <p188:txBody>
      <a:bodyPr/>
      <a:lstStyle/>
      <a:p>
        <a:r>
          <a:rPr lang="en-US"/>
          <a:t>Add an explanation for each noise</a:t>
        </a:r>
      </a:p>
    </p188:txBody>
  </p188:cm>
</p188:cmLst>
</file>

<file path=ppt/comments/modernComment_169_D57E7175.xml><?xml version="1.0" encoding="utf-8"?>
<p188:cmLst xmlns:a="http://schemas.openxmlformats.org/drawingml/2006/main" xmlns:r="http://schemas.openxmlformats.org/officeDocument/2006/relationships" xmlns:p188="http://schemas.microsoft.com/office/powerpoint/2018/8/main">
  <p188:cm id="{54EA75D3-C268-4BD1-972B-9215E0569A59}" authorId="{6705DCF5-AC58-B31B-4E73-7F02C1997AA5}" created="2026-07-24T14:46:45.091">
    <ac:txMkLst xmlns:ac="http://schemas.microsoft.com/office/drawing/2013/main/command">
      <pc:docMk xmlns:pc="http://schemas.microsoft.com/office/powerpoint/2013/main/command"/>
      <pc:sldMk xmlns:pc="http://schemas.microsoft.com/office/powerpoint/2013/main/command" cId="3581833589" sldId="361"/>
      <ac:spMk id="11" creationId="{49EFA49C-18DD-67BD-6C24-54C9B750A755}"/>
      <ac:txMk cp="134" len="93">
        <ac:context len="228" hash="978664308"/>
      </ac:txMk>
    </ac:txMkLst>
    <p188:pos x="3660496" y="2945751"/>
    <p188:txBody>
      <a:bodyPr/>
      <a:lstStyle/>
      <a:p>
        <a:r>
          <a:rPr lang="en-US"/>
          <a:t>Check if the code is ok</a:t>
        </a:r>
      </a:p>
    </p188:txBody>
  </p188:cm>
</p188:cmLst>
</file>

<file path=ppt/diagrams/_rels/data3.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svg"/><Relationship Id="rId1" Type="http://schemas.openxmlformats.org/officeDocument/2006/relationships/image" Target="../media/image23.svg"/><Relationship Id="rId4" Type="http://schemas.openxmlformats.org/officeDocument/2006/relationships/image" Target="../media/image26.svg"/></Relationships>
</file>

<file path=ppt/diagrams/_rels/drawing3.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svg"/><Relationship Id="rId1" Type="http://schemas.openxmlformats.org/officeDocument/2006/relationships/image" Target="../media/image23.svg"/><Relationship Id="rId4" Type="http://schemas.openxmlformats.org/officeDocument/2006/relationships/image" Target="../media/image26.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79042E0-9F1B-43CA-85B3-3C37040F59A6}" type="doc">
      <dgm:prSet loTypeId="urn:microsoft.com/office/officeart/2005/8/layout/hList1" loCatId="list" qsTypeId="urn:microsoft.com/office/officeart/2005/8/quickstyle/simple1" qsCatId="simple" csTypeId="urn:microsoft.com/office/officeart/2005/8/colors/colorful2" csCatId="colorful" phldr="1"/>
      <dgm:spPr/>
      <dgm:t>
        <a:bodyPr/>
        <a:lstStyle/>
        <a:p>
          <a:endParaRPr lang="en-US"/>
        </a:p>
      </dgm:t>
    </dgm:pt>
    <dgm:pt modelId="{2D46D96B-F069-4116-8723-158D63CDE0C3}">
      <dgm:prSet/>
      <dgm:spPr/>
      <dgm:t>
        <a:bodyPr/>
        <a:lstStyle/>
        <a:p>
          <a:r>
            <a:rPr lang="en-US" dirty="0"/>
            <a:t>Brain Imaging: Motivation and Limitations</a:t>
          </a:r>
        </a:p>
      </dgm:t>
    </dgm:pt>
    <dgm:pt modelId="{D665208B-8BFA-4CF2-AF6F-B22E455AE7E4}" type="parTrans" cxnId="{5ED9D3F6-7714-4D2A-BB87-60C03283F273}">
      <dgm:prSet/>
      <dgm:spPr/>
      <dgm:t>
        <a:bodyPr/>
        <a:lstStyle/>
        <a:p>
          <a:endParaRPr lang="en-US" sz="1400"/>
        </a:p>
      </dgm:t>
    </dgm:pt>
    <dgm:pt modelId="{6CD6C46E-C040-43D9-9D05-B344D2CEF24B}" type="sibTrans" cxnId="{5ED9D3F6-7714-4D2A-BB87-60C03283F273}">
      <dgm:prSet/>
      <dgm:spPr/>
      <dgm:t>
        <a:bodyPr/>
        <a:lstStyle/>
        <a:p>
          <a:endParaRPr lang="en-US"/>
        </a:p>
      </dgm:t>
    </dgm:pt>
    <dgm:pt modelId="{DC9A315E-95A3-4394-84BF-39DEBAA06897}">
      <dgm:prSet/>
      <dgm:spPr/>
      <dgm:t>
        <a:bodyPr/>
        <a:lstStyle/>
        <a:p>
          <a:r>
            <a:rPr lang="en-US" dirty="0"/>
            <a:t>Uses for Brain Imaging</a:t>
          </a:r>
        </a:p>
      </dgm:t>
    </dgm:pt>
    <dgm:pt modelId="{3CC5AD35-D1DA-4B5F-982B-3C885DFD4D50}" type="parTrans" cxnId="{C00F2C2D-C4AA-415A-B7D6-D3835A17BDA6}">
      <dgm:prSet/>
      <dgm:spPr/>
      <dgm:t>
        <a:bodyPr/>
        <a:lstStyle/>
        <a:p>
          <a:endParaRPr lang="en-US" sz="1400"/>
        </a:p>
      </dgm:t>
    </dgm:pt>
    <dgm:pt modelId="{0730BE17-E3F4-49B4-AB16-A4C9A29E9A25}" type="sibTrans" cxnId="{C00F2C2D-C4AA-415A-B7D6-D3835A17BDA6}">
      <dgm:prSet/>
      <dgm:spPr/>
      <dgm:t>
        <a:bodyPr/>
        <a:lstStyle/>
        <a:p>
          <a:endParaRPr lang="en-US"/>
        </a:p>
      </dgm:t>
    </dgm:pt>
    <dgm:pt modelId="{1283A956-0096-4D80-86FB-52CD421470B9}">
      <dgm:prSet/>
      <dgm:spPr/>
      <dgm:t>
        <a:bodyPr/>
        <a:lstStyle/>
        <a:p>
          <a:r>
            <a:rPr lang="en-US"/>
            <a:t>Advantages and Limitations</a:t>
          </a:r>
        </a:p>
      </dgm:t>
    </dgm:pt>
    <dgm:pt modelId="{7C8D141F-9F82-4DCB-ACAC-3CE6B38A7DC9}" type="parTrans" cxnId="{A9F58765-3417-4537-B22D-8B70D215958F}">
      <dgm:prSet/>
      <dgm:spPr/>
      <dgm:t>
        <a:bodyPr/>
        <a:lstStyle/>
        <a:p>
          <a:endParaRPr lang="en-US" sz="1400"/>
        </a:p>
      </dgm:t>
    </dgm:pt>
    <dgm:pt modelId="{1E2308D0-247E-4248-A088-09E8B0B6C3FF}" type="sibTrans" cxnId="{A9F58765-3417-4537-B22D-8B70D215958F}">
      <dgm:prSet/>
      <dgm:spPr/>
      <dgm:t>
        <a:bodyPr/>
        <a:lstStyle/>
        <a:p>
          <a:endParaRPr lang="en-US"/>
        </a:p>
      </dgm:t>
    </dgm:pt>
    <dgm:pt modelId="{05370719-804D-49D3-8C4D-FA1067F41B54}">
      <dgm:prSet/>
      <dgm:spPr/>
      <dgm:t>
        <a:bodyPr/>
        <a:lstStyle/>
        <a:p>
          <a:r>
            <a:rPr lang="en-US" dirty="0"/>
            <a:t>Chosen method- Speckle Contrast Optical Spectroscopy</a:t>
          </a:r>
        </a:p>
      </dgm:t>
    </dgm:pt>
    <dgm:pt modelId="{3FF8E522-510C-41F1-A30D-07B8956C04C7}" type="parTrans" cxnId="{1DA0A251-6B80-4D43-B966-2B6C1FCBA209}">
      <dgm:prSet/>
      <dgm:spPr/>
      <dgm:t>
        <a:bodyPr/>
        <a:lstStyle/>
        <a:p>
          <a:endParaRPr lang="en-US" sz="1400"/>
        </a:p>
      </dgm:t>
    </dgm:pt>
    <dgm:pt modelId="{CEB906DB-EAB9-483D-98BD-D15ABCA3FD39}" type="sibTrans" cxnId="{1DA0A251-6B80-4D43-B966-2B6C1FCBA209}">
      <dgm:prSet/>
      <dgm:spPr/>
      <dgm:t>
        <a:bodyPr/>
        <a:lstStyle/>
        <a:p>
          <a:endParaRPr lang="en-US"/>
        </a:p>
      </dgm:t>
    </dgm:pt>
    <dgm:pt modelId="{BE1CE26E-A608-4B81-8F7D-39EA80C75455}">
      <dgm:prSet/>
      <dgm:spPr/>
      <dgm:t>
        <a:bodyPr/>
        <a:lstStyle/>
        <a:p>
          <a:r>
            <a:rPr lang="en-US"/>
            <a:t>Rational</a:t>
          </a:r>
        </a:p>
      </dgm:t>
    </dgm:pt>
    <dgm:pt modelId="{3002DB64-F36E-46FF-AC6F-B7EC7BACF274}" type="parTrans" cxnId="{9296C513-4359-4DC6-9008-DE7538C96A4A}">
      <dgm:prSet/>
      <dgm:spPr/>
      <dgm:t>
        <a:bodyPr/>
        <a:lstStyle/>
        <a:p>
          <a:endParaRPr lang="en-US" sz="1400"/>
        </a:p>
      </dgm:t>
    </dgm:pt>
    <dgm:pt modelId="{E72E6DA3-9345-41AD-B142-B1B8A2E3FDE3}" type="sibTrans" cxnId="{9296C513-4359-4DC6-9008-DE7538C96A4A}">
      <dgm:prSet/>
      <dgm:spPr/>
      <dgm:t>
        <a:bodyPr/>
        <a:lstStyle/>
        <a:p>
          <a:endParaRPr lang="en-US"/>
        </a:p>
      </dgm:t>
    </dgm:pt>
    <dgm:pt modelId="{2030F40F-F478-441D-9AC6-F5052F6EFD30}">
      <dgm:prSet/>
      <dgm:spPr/>
      <dgm:t>
        <a:bodyPr/>
        <a:lstStyle/>
        <a:p>
          <a:r>
            <a:rPr lang="en-US"/>
            <a:t>Main principles</a:t>
          </a:r>
        </a:p>
      </dgm:t>
    </dgm:pt>
    <dgm:pt modelId="{58A762A0-D769-44CF-A432-C4B1C904701E}" type="parTrans" cxnId="{A64EDAE7-1FD0-4A33-B55D-B3CC93161CC4}">
      <dgm:prSet/>
      <dgm:spPr/>
      <dgm:t>
        <a:bodyPr/>
        <a:lstStyle/>
        <a:p>
          <a:endParaRPr lang="en-US" sz="1400"/>
        </a:p>
      </dgm:t>
    </dgm:pt>
    <dgm:pt modelId="{F237517B-E432-4AAC-933D-7DA97C7834EF}" type="sibTrans" cxnId="{A64EDAE7-1FD0-4A33-B55D-B3CC93161CC4}">
      <dgm:prSet/>
      <dgm:spPr/>
      <dgm:t>
        <a:bodyPr/>
        <a:lstStyle/>
        <a:p>
          <a:endParaRPr lang="en-US"/>
        </a:p>
      </dgm:t>
    </dgm:pt>
    <dgm:pt modelId="{5755B8F8-BC43-471C-9813-05EBC39C14E4}">
      <dgm:prSet/>
      <dgm:spPr/>
      <dgm:t>
        <a:bodyPr/>
        <a:lstStyle/>
        <a:p>
          <a:r>
            <a:rPr lang="en-US"/>
            <a:t>Introducing Time and Coherence Gating</a:t>
          </a:r>
        </a:p>
      </dgm:t>
    </dgm:pt>
    <dgm:pt modelId="{96B96C15-0116-4F78-9524-7EA5B07AED12}" type="parTrans" cxnId="{7B84079F-B03F-4789-943D-44E76F7F3991}">
      <dgm:prSet/>
      <dgm:spPr/>
      <dgm:t>
        <a:bodyPr/>
        <a:lstStyle/>
        <a:p>
          <a:endParaRPr lang="en-US" sz="1400"/>
        </a:p>
      </dgm:t>
    </dgm:pt>
    <dgm:pt modelId="{4B479183-0047-44DB-B768-401A76F7A464}" type="sibTrans" cxnId="{7B84079F-B03F-4789-943D-44E76F7F3991}">
      <dgm:prSet/>
      <dgm:spPr/>
      <dgm:t>
        <a:bodyPr/>
        <a:lstStyle/>
        <a:p>
          <a:endParaRPr lang="en-US"/>
        </a:p>
      </dgm:t>
    </dgm:pt>
    <dgm:pt modelId="{7D14D9B6-D2D3-41F1-9DDE-93361EA60BE4}">
      <dgm:prSet/>
      <dgm:spPr/>
      <dgm:t>
        <a:bodyPr/>
        <a:lstStyle/>
        <a:p>
          <a:r>
            <a:rPr lang="en-US"/>
            <a:t>Temporal Point Spread Function and Instrument Response Function </a:t>
          </a:r>
        </a:p>
      </dgm:t>
    </dgm:pt>
    <dgm:pt modelId="{182669D1-B8F5-4DE2-AA73-BF90456DA5BB}" type="parTrans" cxnId="{B6379457-D9FA-4158-85DA-BED9389B337F}">
      <dgm:prSet/>
      <dgm:spPr/>
      <dgm:t>
        <a:bodyPr/>
        <a:lstStyle/>
        <a:p>
          <a:endParaRPr lang="en-US" sz="1400"/>
        </a:p>
      </dgm:t>
    </dgm:pt>
    <dgm:pt modelId="{E446ADAE-38B9-4D64-AEEC-0CAF9A082CD5}" type="sibTrans" cxnId="{B6379457-D9FA-4158-85DA-BED9389B337F}">
      <dgm:prSet/>
      <dgm:spPr/>
      <dgm:t>
        <a:bodyPr/>
        <a:lstStyle/>
        <a:p>
          <a:endParaRPr lang="en-US"/>
        </a:p>
      </dgm:t>
    </dgm:pt>
    <dgm:pt modelId="{91260A28-20D4-4D57-8B8A-9EBA3B66AD02}">
      <dgm:prSet/>
      <dgm:spPr/>
      <dgm:t>
        <a:bodyPr/>
        <a:lstStyle/>
        <a:p>
          <a:r>
            <a:rPr lang="en-US" dirty="0"/>
            <a:t>Experiments</a:t>
          </a:r>
        </a:p>
      </dgm:t>
    </dgm:pt>
    <dgm:pt modelId="{477717E9-FEB0-4DDF-B85E-674F4BE2C4D9}" type="parTrans" cxnId="{BEA43CD5-B551-46C7-B136-F474EB2BC457}">
      <dgm:prSet/>
      <dgm:spPr/>
      <dgm:t>
        <a:bodyPr/>
        <a:lstStyle/>
        <a:p>
          <a:endParaRPr lang="en-US" sz="1400"/>
        </a:p>
      </dgm:t>
    </dgm:pt>
    <dgm:pt modelId="{B95836F1-E7F6-43C5-BDCA-64859FBF3133}" type="sibTrans" cxnId="{BEA43CD5-B551-46C7-B136-F474EB2BC457}">
      <dgm:prSet/>
      <dgm:spPr/>
      <dgm:t>
        <a:bodyPr/>
        <a:lstStyle/>
        <a:p>
          <a:endParaRPr lang="en-US"/>
        </a:p>
      </dgm:t>
    </dgm:pt>
    <dgm:pt modelId="{67C352B3-7E1D-4B4A-A5C0-53084412F3B8}">
      <dgm:prSet/>
      <dgm:spPr/>
      <dgm:t>
        <a:bodyPr/>
        <a:lstStyle/>
        <a:p>
          <a:r>
            <a:rPr lang="en-US" dirty="0"/>
            <a:t>Setup</a:t>
          </a:r>
        </a:p>
      </dgm:t>
    </dgm:pt>
    <dgm:pt modelId="{BE26476C-4BA7-4DB7-A026-ACFA75927493}" type="parTrans" cxnId="{6D6FE657-A0A3-4704-8270-846E421D251A}">
      <dgm:prSet/>
      <dgm:spPr/>
      <dgm:t>
        <a:bodyPr/>
        <a:lstStyle/>
        <a:p>
          <a:endParaRPr lang="en-US" sz="1400"/>
        </a:p>
      </dgm:t>
    </dgm:pt>
    <dgm:pt modelId="{7F8C6B18-33DA-49A5-A268-90E16F51FF55}" type="sibTrans" cxnId="{6D6FE657-A0A3-4704-8270-846E421D251A}">
      <dgm:prSet/>
      <dgm:spPr/>
      <dgm:t>
        <a:bodyPr/>
        <a:lstStyle/>
        <a:p>
          <a:endParaRPr lang="en-US"/>
        </a:p>
      </dgm:t>
    </dgm:pt>
    <dgm:pt modelId="{5532B4A8-05ED-438B-BD3E-B892B29C8396}">
      <dgm:prSet/>
      <dgm:spPr/>
      <dgm:t>
        <a:bodyPr/>
        <a:lstStyle/>
        <a:p>
          <a:r>
            <a:rPr lang="en-US" dirty="0"/>
            <a:t>Noises and Limitations</a:t>
          </a:r>
        </a:p>
      </dgm:t>
    </dgm:pt>
    <dgm:pt modelId="{8BFADCAD-985A-46C7-97F5-25718039F3CF}" type="parTrans" cxnId="{7190DB5D-43AF-4875-8770-A71AACEDD3B8}">
      <dgm:prSet/>
      <dgm:spPr/>
      <dgm:t>
        <a:bodyPr/>
        <a:lstStyle/>
        <a:p>
          <a:endParaRPr lang="en-US" sz="1400"/>
        </a:p>
      </dgm:t>
    </dgm:pt>
    <dgm:pt modelId="{89D3F212-D659-4D8E-88EC-F3F0C35982D9}" type="sibTrans" cxnId="{7190DB5D-43AF-4875-8770-A71AACEDD3B8}">
      <dgm:prSet/>
      <dgm:spPr/>
      <dgm:t>
        <a:bodyPr/>
        <a:lstStyle/>
        <a:p>
          <a:endParaRPr lang="en-US"/>
        </a:p>
      </dgm:t>
    </dgm:pt>
    <dgm:pt modelId="{37A7B557-9BA1-45D6-BB9A-A230C2E3B169}">
      <dgm:prSet/>
      <dgm:spPr/>
      <dgm:t>
        <a:bodyPr/>
        <a:lstStyle/>
        <a:p>
          <a:r>
            <a:rPr lang="en-US" dirty="0"/>
            <a:t>Metrics </a:t>
          </a:r>
        </a:p>
      </dgm:t>
    </dgm:pt>
    <dgm:pt modelId="{7A27D7B8-4DBD-4C94-B670-EA8DE85D264F}" type="parTrans" cxnId="{E379F2EF-7C6A-4680-8DF2-72A406A8CDA5}">
      <dgm:prSet/>
      <dgm:spPr/>
      <dgm:t>
        <a:bodyPr/>
        <a:lstStyle/>
        <a:p>
          <a:endParaRPr lang="en-US" sz="1400"/>
        </a:p>
      </dgm:t>
    </dgm:pt>
    <dgm:pt modelId="{76D61533-D44C-454C-BAB6-FF953D86ADF7}" type="sibTrans" cxnId="{E379F2EF-7C6A-4680-8DF2-72A406A8CDA5}">
      <dgm:prSet/>
      <dgm:spPr/>
      <dgm:t>
        <a:bodyPr/>
        <a:lstStyle/>
        <a:p>
          <a:endParaRPr lang="en-US"/>
        </a:p>
      </dgm:t>
    </dgm:pt>
    <dgm:pt modelId="{92BD6FD5-C4C4-4315-97B7-0D27A9D284D2}">
      <dgm:prSet/>
      <dgm:spPr/>
      <dgm:t>
        <a:bodyPr/>
        <a:lstStyle/>
        <a:p>
          <a:r>
            <a:rPr lang="en-US" dirty="0"/>
            <a:t>Pipeline and GUI</a:t>
          </a:r>
        </a:p>
      </dgm:t>
    </dgm:pt>
    <dgm:pt modelId="{4A7DCBD6-51F2-4ED0-9F9A-B67EB4714D0E}" type="parTrans" cxnId="{A1FE0D07-B14F-4F40-AE65-44C2F759A8E0}">
      <dgm:prSet/>
      <dgm:spPr/>
      <dgm:t>
        <a:bodyPr/>
        <a:lstStyle/>
        <a:p>
          <a:endParaRPr lang="en-US" sz="1400"/>
        </a:p>
      </dgm:t>
    </dgm:pt>
    <dgm:pt modelId="{229D621C-1BBD-4A5C-8CC5-7B2DB1EF314D}" type="sibTrans" cxnId="{A1FE0D07-B14F-4F40-AE65-44C2F759A8E0}">
      <dgm:prSet/>
      <dgm:spPr/>
      <dgm:t>
        <a:bodyPr/>
        <a:lstStyle/>
        <a:p>
          <a:endParaRPr lang="en-US"/>
        </a:p>
      </dgm:t>
    </dgm:pt>
    <dgm:pt modelId="{CD6F863C-5A11-4A60-9AA8-235F0D91136F}">
      <dgm:prSet/>
      <dgm:spPr/>
      <dgm:t>
        <a:bodyPr/>
        <a:lstStyle/>
        <a:p>
          <a:r>
            <a:rPr lang="en-US"/>
            <a:t>Results</a:t>
          </a:r>
        </a:p>
      </dgm:t>
    </dgm:pt>
    <dgm:pt modelId="{2EA694DC-15B9-4E36-A2F6-8E9AB5914838}" type="parTrans" cxnId="{913D2AA1-3888-4CC8-8EA2-A53F984C8468}">
      <dgm:prSet/>
      <dgm:spPr/>
      <dgm:t>
        <a:bodyPr/>
        <a:lstStyle/>
        <a:p>
          <a:endParaRPr lang="en-US" sz="1400"/>
        </a:p>
      </dgm:t>
    </dgm:pt>
    <dgm:pt modelId="{80971A04-AD74-4835-8E26-06A1B94733BF}" type="sibTrans" cxnId="{913D2AA1-3888-4CC8-8EA2-A53F984C8468}">
      <dgm:prSet/>
      <dgm:spPr/>
      <dgm:t>
        <a:bodyPr/>
        <a:lstStyle/>
        <a:p>
          <a:endParaRPr lang="en-US"/>
        </a:p>
      </dgm:t>
    </dgm:pt>
    <dgm:pt modelId="{38A6D469-C6C0-45EB-A788-14D7F7B3531E}">
      <dgm:prSet/>
      <dgm:spPr/>
      <dgm:t>
        <a:bodyPr/>
        <a:lstStyle/>
        <a:p>
          <a:r>
            <a:rPr lang="en-US"/>
            <a:t>TPSF and IRF measurements</a:t>
          </a:r>
        </a:p>
      </dgm:t>
    </dgm:pt>
    <dgm:pt modelId="{816B21A2-0A66-4AC3-BF6C-D9F58CDEE001}" type="parTrans" cxnId="{9A91F06C-C3CC-4924-AA17-FBB2531C0ADC}">
      <dgm:prSet/>
      <dgm:spPr/>
      <dgm:t>
        <a:bodyPr/>
        <a:lstStyle/>
        <a:p>
          <a:endParaRPr lang="en-US" sz="1400"/>
        </a:p>
      </dgm:t>
    </dgm:pt>
    <dgm:pt modelId="{9B51000F-AE9F-4DB3-82DC-FE5396D32446}" type="sibTrans" cxnId="{9A91F06C-C3CC-4924-AA17-FBB2531C0ADC}">
      <dgm:prSet/>
      <dgm:spPr/>
      <dgm:t>
        <a:bodyPr/>
        <a:lstStyle/>
        <a:p>
          <a:endParaRPr lang="en-US"/>
        </a:p>
      </dgm:t>
    </dgm:pt>
    <dgm:pt modelId="{6692CA87-A10C-40C9-A338-56838CCABC00}">
      <dgm:prSet/>
      <dgm:spPr/>
      <dgm:t>
        <a:bodyPr/>
        <a:lstStyle/>
        <a:p>
          <a:r>
            <a:rPr lang="en-US"/>
            <a:t>Signal-to-Noise Ratio</a:t>
          </a:r>
        </a:p>
      </dgm:t>
    </dgm:pt>
    <dgm:pt modelId="{B1AB65E0-8E2A-40A0-99B5-EA37D96C2A50}" type="parTrans" cxnId="{62C40545-DE12-432A-A7D6-35FB469643DC}">
      <dgm:prSet/>
      <dgm:spPr/>
      <dgm:t>
        <a:bodyPr/>
        <a:lstStyle/>
        <a:p>
          <a:endParaRPr lang="en-US" sz="1400"/>
        </a:p>
      </dgm:t>
    </dgm:pt>
    <dgm:pt modelId="{080A9049-E38A-465C-9DBB-80C8C2807082}" type="sibTrans" cxnId="{62C40545-DE12-432A-A7D6-35FB469643DC}">
      <dgm:prSet/>
      <dgm:spPr/>
      <dgm:t>
        <a:bodyPr/>
        <a:lstStyle/>
        <a:p>
          <a:endParaRPr lang="en-US"/>
        </a:p>
      </dgm:t>
    </dgm:pt>
    <dgm:pt modelId="{2426E9DD-C475-40AC-9B89-867A83C8A50C}">
      <dgm:prSet/>
      <dgm:spPr/>
      <dgm:t>
        <a:bodyPr/>
        <a:lstStyle/>
        <a:p>
          <a:r>
            <a:rPr lang="en-US"/>
            <a:t>Beats Per Minute</a:t>
          </a:r>
        </a:p>
      </dgm:t>
    </dgm:pt>
    <dgm:pt modelId="{5587385B-462C-424F-8E4B-3C9490677FB2}" type="parTrans" cxnId="{1A87EA8A-0AF9-4791-9397-659113A37246}">
      <dgm:prSet/>
      <dgm:spPr/>
      <dgm:t>
        <a:bodyPr/>
        <a:lstStyle/>
        <a:p>
          <a:endParaRPr lang="en-US" sz="1400"/>
        </a:p>
      </dgm:t>
    </dgm:pt>
    <dgm:pt modelId="{9FF8277A-E5B3-4535-A522-FE59DAA7F41A}" type="sibTrans" cxnId="{1A87EA8A-0AF9-4791-9397-659113A37246}">
      <dgm:prSet/>
      <dgm:spPr/>
      <dgm:t>
        <a:bodyPr/>
        <a:lstStyle/>
        <a:p>
          <a:endParaRPr lang="en-US"/>
        </a:p>
      </dgm:t>
    </dgm:pt>
    <dgm:pt modelId="{ED6FFCDF-81E3-4D0E-98F1-F222E033EF56}">
      <dgm:prSet/>
      <dgm:spPr/>
      <dgm:t>
        <a:bodyPr/>
        <a:lstStyle/>
        <a:p>
          <a:r>
            <a:rPr lang="en-US"/>
            <a:t>Sensitivity</a:t>
          </a:r>
        </a:p>
      </dgm:t>
    </dgm:pt>
    <dgm:pt modelId="{2F66AF96-8C88-4FA2-84C8-A6A9A4F4AF86}" type="parTrans" cxnId="{2913415E-9A7E-44F8-86C2-8460066635C4}">
      <dgm:prSet/>
      <dgm:spPr/>
      <dgm:t>
        <a:bodyPr/>
        <a:lstStyle/>
        <a:p>
          <a:endParaRPr lang="en-US" sz="1400"/>
        </a:p>
      </dgm:t>
    </dgm:pt>
    <dgm:pt modelId="{B9EF42F7-AC07-47E0-9E25-EAADDC83B922}" type="sibTrans" cxnId="{2913415E-9A7E-44F8-86C2-8460066635C4}">
      <dgm:prSet/>
      <dgm:spPr/>
      <dgm:t>
        <a:bodyPr/>
        <a:lstStyle/>
        <a:p>
          <a:endParaRPr lang="en-US"/>
        </a:p>
      </dgm:t>
    </dgm:pt>
    <dgm:pt modelId="{1DB81AC6-56B5-4F7C-B5EE-CAAD29C9B905}">
      <dgm:prSet/>
      <dgm:spPr/>
      <dgm:t>
        <a:bodyPr/>
        <a:lstStyle/>
        <a:p>
          <a:r>
            <a:rPr lang="en-US" dirty="0"/>
            <a:t>Discussions and Conclusions</a:t>
          </a:r>
        </a:p>
      </dgm:t>
    </dgm:pt>
    <dgm:pt modelId="{1F3968D1-59AC-4326-8388-341E14F0696D}" type="parTrans" cxnId="{A69D8166-456D-474B-9F88-D47ED45F40A2}">
      <dgm:prSet/>
      <dgm:spPr/>
      <dgm:t>
        <a:bodyPr/>
        <a:lstStyle/>
        <a:p>
          <a:endParaRPr lang="en-US" sz="1400"/>
        </a:p>
      </dgm:t>
    </dgm:pt>
    <dgm:pt modelId="{7CBA560A-AD5D-4839-8FF6-95FAC3640B50}" type="sibTrans" cxnId="{A69D8166-456D-474B-9F88-D47ED45F40A2}">
      <dgm:prSet/>
      <dgm:spPr/>
      <dgm:t>
        <a:bodyPr/>
        <a:lstStyle/>
        <a:p>
          <a:endParaRPr lang="en-US"/>
        </a:p>
      </dgm:t>
    </dgm:pt>
    <dgm:pt modelId="{7DCEEAED-7A96-485B-A5CF-1EE23031ED72}">
      <dgm:prSet/>
      <dgm:spPr/>
      <dgm:t>
        <a:bodyPr/>
        <a:lstStyle/>
        <a:p>
          <a:r>
            <a:rPr lang="en-US" dirty="0"/>
            <a:t>TPSF and IRF Performance</a:t>
          </a:r>
        </a:p>
      </dgm:t>
    </dgm:pt>
    <dgm:pt modelId="{FE6555C1-FE70-48C6-A1FD-51606182F4AE}" type="parTrans" cxnId="{03328017-CAB4-4B1B-AE2B-9BA36E693A95}">
      <dgm:prSet/>
      <dgm:spPr/>
      <dgm:t>
        <a:bodyPr/>
        <a:lstStyle/>
        <a:p>
          <a:endParaRPr lang="en-US" sz="1400"/>
        </a:p>
      </dgm:t>
    </dgm:pt>
    <dgm:pt modelId="{35B4A5B3-9F35-45E2-BE59-187112F9C6DA}" type="sibTrans" cxnId="{03328017-CAB4-4B1B-AE2B-9BA36E693A95}">
      <dgm:prSet/>
      <dgm:spPr/>
      <dgm:t>
        <a:bodyPr/>
        <a:lstStyle/>
        <a:p>
          <a:endParaRPr lang="en-US"/>
        </a:p>
      </dgm:t>
    </dgm:pt>
    <dgm:pt modelId="{7FD39C93-3DC6-4075-8369-7754084FE2CA}">
      <dgm:prSet/>
      <dgm:spPr/>
      <dgm:t>
        <a:bodyPr/>
        <a:lstStyle/>
        <a:p>
          <a:r>
            <a:rPr lang="en-US" dirty="0"/>
            <a:t>SNR and BPM Performance</a:t>
          </a:r>
        </a:p>
      </dgm:t>
    </dgm:pt>
    <dgm:pt modelId="{003B8559-30F9-457A-BCE8-0FAD4B5E4FF8}" type="parTrans" cxnId="{790808CA-6141-44AD-9F6C-1438C62C2F95}">
      <dgm:prSet/>
      <dgm:spPr/>
      <dgm:t>
        <a:bodyPr/>
        <a:lstStyle/>
        <a:p>
          <a:endParaRPr lang="en-US" sz="1400"/>
        </a:p>
      </dgm:t>
    </dgm:pt>
    <dgm:pt modelId="{9AE8699D-0723-4AEA-8EC3-CF917C3167AF}" type="sibTrans" cxnId="{790808CA-6141-44AD-9F6C-1438C62C2F95}">
      <dgm:prSet/>
      <dgm:spPr/>
      <dgm:t>
        <a:bodyPr/>
        <a:lstStyle/>
        <a:p>
          <a:endParaRPr lang="en-US"/>
        </a:p>
      </dgm:t>
    </dgm:pt>
    <dgm:pt modelId="{DD49AC9B-C024-4AA4-BE8D-F2596C727A1C}">
      <dgm:prSet/>
      <dgm:spPr/>
      <dgm:t>
        <a:bodyPr/>
        <a:lstStyle/>
        <a:p>
          <a:r>
            <a:rPr lang="en-US" dirty="0"/>
            <a:t>Sensitivity Metric Limitations</a:t>
          </a:r>
        </a:p>
      </dgm:t>
    </dgm:pt>
    <dgm:pt modelId="{BA5EC195-CB92-4814-A649-D04FBBB084BA}" type="parTrans" cxnId="{FBE14EB6-1E55-413C-8D0C-8CB0563BC568}">
      <dgm:prSet/>
      <dgm:spPr/>
      <dgm:t>
        <a:bodyPr/>
        <a:lstStyle/>
        <a:p>
          <a:endParaRPr lang="en-US" sz="1400"/>
        </a:p>
      </dgm:t>
    </dgm:pt>
    <dgm:pt modelId="{E3FB16E8-7354-4D78-ABA4-98250BC28AFA}" type="sibTrans" cxnId="{FBE14EB6-1E55-413C-8D0C-8CB0563BC568}">
      <dgm:prSet/>
      <dgm:spPr/>
      <dgm:t>
        <a:bodyPr/>
        <a:lstStyle/>
        <a:p>
          <a:endParaRPr lang="en-US"/>
        </a:p>
      </dgm:t>
    </dgm:pt>
    <dgm:pt modelId="{1A7F8897-7F17-4668-ADE1-42FB3F785908}">
      <dgm:prSet/>
      <dgm:spPr/>
      <dgm:t>
        <a:bodyPr/>
        <a:lstStyle/>
        <a:p>
          <a:r>
            <a:rPr lang="en-US" dirty="0"/>
            <a:t>Conclusions and Future Work</a:t>
          </a:r>
        </a:p>
      </dgm:t>
    </dgm:pt>
    <dgm:pt modelId="{DD926FCB-116A-4D48-A469-F3D7B2A5E1AC}" type="parTrans" cxnId="{AD896DA5-C7E3-4D08-8EF0-7B32294E3C79}">
      <dgm:prSet/>
      <dgm:spPr/>
      <dgm:t>
        <a:bodyPr/>
        <a:lstStyle/>
        <a:p>
          <a:endParaRPr lang="en-US" sz="1400"/>
        </a:p>
      </dgm:t>
    </dgm:pt>
    <dgm:pt modelId="{DAA36580-4DAB-48A7-B437-A9577B179CE3}" type="sibTrans" cxnId="{AD896DA5-C7E3-4D08-8EF0-7B32294E3C79}">
      <dgm:prSet/>
      <dgm:spPr/>
      <dgm:t>
        <a:bodyPr/>
        <a:lstStyle/>
        <a:p>
          <a:endParaRPr lang="en-US"/>
        </a:p>
      </dgm:t>
    </dgm:pt>
    <dgm:pt modelId="{BA696C60-0CC4-4CD2-8195-019CC31B74A7}">
      <dgm:prSet/>
      <dgm:spPr/>
      <dgm:t>
        <a:bodyPr/>
        <a:lstStyle/>
        <a:p>
          <a:r>
            <a:rPr lang="en-US" dirty="0"/>
            <a:t>Signal Quality</a:t>
          </a:r>
        </a:p>
      </dgm:t>
    </dgm:pt>
    <dgm:pt modelId="{6755F91A-573F-420B-8603-8A0D265D1FB3}" type="parTrans" cxnId="{F25413CB-CD08-4273-AC4B-69F635124874}">
      <dgm:prSet/>
      <dgm:spPr/>
    </dgm:pt>
    <dgm:pt modelId="{EDB6D004-B001-4CA9-AB8C-DCC6D247B820}" type="sibTrans" cxnId="{F25413CB-CD08-4273-AC4B-69F635124874}">
      <dgm:prSet/>
      <dgm:spPr/>
    </dgm:pt>
    <dgm:pt modelId="{C4F6143F-22D2-4AC8-BD4F-E41CC728932D}" type="pres">
      <dgm:prSet presAssocID="{979042E0-9F1B-43CA-85B3-3C37040F59A6}" presName="Name0" presStyleCnt="0">
        <dgm:presLayoutVars>
          <dgm:dir/>
          <dgm:animLvl val="lvl"/>
          <dgm:resizeHandles val="exact"/>
        </dgm:presLayoutVars>
      </dgm:prSet>
      <dgm:spPr/>
    </dgm:pt>
    <dgm:pt modelId="{526A17EC-AE42-4F78-B4E9-6577F72304EE}" type="pres">
      <dgm:prSet presAssocID="{2D46D96B-F069-4116-8723-158D63CDE0C3}" presName="composite" presStyleCnt="0"/>
      <dgm:spPr/>
    </dgm:pt>
    <dgm:pt modelId="{ABA258C6-4EF8-424D-842E-9EBA683D43BD}" type="pres">
      <dgm:prSet presAssocID="{2D46D96B-F069-4116-8723-158D63CDE0C3}" presName="parTx" presStyleLbl="alignNode1" presStyleIdx="0" presStyleCnt="5">
        <dgm:presLayoutVars>
          <dgm:chMax val="0"/>
          <dgm:chPref val="0"/>
          <dgm:bulletEnabled val="1"/>
        </dgm:presLayoutVars>
      </dgm:prSet>
      <dgm:spPr/>
    </dgm:pt>
    <dgm:pt modelId="{867135F4-5211-47B2-AC75-E7E203095D29}" type="pres">
      <dgm:prSet presAssocID="{2D46D96B-F069-4116-8723-158D63CDE0C3}" presName="desTx" presStyleLbl="alignAccFollowNode1" presStyleIdx="0" presStyleCnt="5">
        <dgm:presLayoutVars>
          <dgm:bulletEnabled val="1"/>
        </dgm:presLayoutVars>
      </dgm:prSet>
      <dgm:spPr/>
    </dgm:pt>
    <dgm:pt modelId="{3BABA3A4-EA16-4ED3-B0C1-DBB8E7876568}" type="pres">
      <dgm:prSet presAssocID="{6CD6C46E-C040-43D9-9D05-B344D2CEF24B}" presName="space" presStyleCnt="0"/>
      <dgm:spPr/>
    </dgm:pt>
    <dgm:pt modelId="{36EF265F-4A3C-49AD-9A9A-034B2649734B}" type="pres">
      <dgm:prSet presAssocID="{05370719-804D-49D3-8C4D-FA1067F41B54}" presName="composite" presStyleCnt="0"/>
      <dgm:spPr/>
    </dgm:pt>
    <dgm:pt modelId="{A24A54DB-4877-43C7-A356-5329D6FF0507}" type="pres">
      <dgm:prSet presAssocID="{05370719-804D-49D3-8C4D-FA1067F41B54}" presName="parTx" presStyleLbl="alignNode1" presStyleIdx="1" presStyleCnt="5">
        <dgm:presLayoutVars>
          <dgm:chMax val="0"/>
          <dgm:chPref val="0"/>
          <dgm:bulletEnabled val="1"/>
        </dgm:presLayoutVars>
      </dgm:prSet>
      <dgm:spPr/>
    </dgm:pt>
    <dgm:pt modelId="{0CF95CBF-A712-4BF7-BC96-257A25A32A9C}" type="pres">
      <dgm:prSet presAssocID="{05370719-804D-49D3-8C4D-FA1067F41B54}" presName="desTx" presStyleLbl="alignAccFollowNode1" presStyleIdx="1" presStyleCnt="5">
        <dgm:presLayoutVars>
          <dgm:bulletEnabled val="1"/>
        </dgm:presLayoutVars>
      </dgm:prSet>
      <dgm:spPr/>
    </dgm:pt>
    <dgm:pt modelId="{F4BD7F4D-11DD-4524-A16D-DEFFA0F90D14}" type="pres">
      <dgm:prSet presAssocID="{CEB906DB-EAB9-483D-98BD-D15ABCA3FD39}" presName="space" presStyleCnt="0"/>
      <dgm:spPr/>
    </dgm:pt>
    <dgm:pt modelId="{2F3C2348-FB08-4CC0-ADD2-9DAE10B87BA6}" type="pres">
      <dgm:prSet presAssocID="{91260A28-20D4-4D57-8B8A-9EBA3B66AD02}" presName="composite" presStyleCnt="0"/>
      <dgm:spPr/>
    </dgm:pt>
    <dgm:pt modelId="{46662ACE-23C6-4BF3-A19E-5A9FC3AC7953}" type="pres">
      <dgm:prSet presAssocID="{91260A28-20D4-4D57-8B8A-9EBA3B66AD02}" presName="parTx" presStyleLbl="alignNode1" presStyleIdx="2" presStyleCnt="5">
        <dgm:presLayoutVars>
          <dgm:chMax val="0"/>
          <dgm:chPref val="0"/>
          <dgm:bulletEnabled val="1"/>
        </dgm:presLayoutVars>
      </dgm:prSet>
      <dgm:spPr/>
    </dgm:pt>
    <dgm:pt modelId="{FAA9D025-1C87-45AD-9030-041D948F782D}" type="pres">
      <dgm:prSet presAssocID="{91260A28-20D4-4D57-8B8A-9EBA3B66AD02}" presName="desTx" presStyleLbl="alignAccFollowNode1" presStyleIdx="2" presStyleCnt="5">
        <dgm:presLayoutVars>
          <dgm:bulletEnabled val="1"/>
        </dgm:presLayoutVars>
      </dgm:prSet>
      <dgm:spPr/>
    </dgm:pt>
    <dgm:pt modelId="{0F503555-C480-4183-8C72-01AF7690EDD4}" type="pres">
      <dgm:prSet presAssocID="{B95836F1-E7F6-43C5-BDCA-64859FBF3133}" presName="space" presStyleCnt="0"/>
      <dgm:spPr/>
    </dgm:pt>
    <dgm:pt modelId="{BDEDD571-1614-47B3-B79D-76DE115D05AE}" type="pres">
      <dgm:prSet presAssocID="{CD6F863C-5A11-4A60-9AA8-235F0D91136F}" presName="composite" presStyleCnt="0"/>
      <dgm:spPr/>
    </dgm:pt>
    <dgm:pt modelId="{163FAF00-DDDE-42C6-9CEE-07798AF6A822}" type="pres">
      <dgm:prSet presAssocID="{CD6F863C-5A11-4A60-9AA8-235F0D91136F}" presName="parTx" presStyleLbl="alignNode1" presStyleIdx="3" presStyleCnt="5">
        <dgm:presLayoutVars>
          <dgm:chMax val="0"/>
          <dgm:chPref val="0"/>
          <dgm:bulletEnabled val="1"/>
        </dgm:presLayoutVars>
      </dgm:prSet>
      <dgm:spPr/>
    </dgm:pt>
    <dgm:pt modelId="{8F8E576F-6899-44D5-9745-4710D3A68C11}" type="pres">
      <dgm:prSet presAssocID="{CD6F863C-5A11-4A60-9AA8-235F0D91136F}" presName="desTx" presStyleLbl="alignAccFollowNode1" presStyleIdx="3" presStyleCnt="5">
        <dgm:presLayoutVars>
          <dgm:bulletEnabled val="1"/>
        </dgm:presLayoutVars>
      </dgm:prSet>
      <dgm:spPr/>
    </dgm:pt>
    <dgm:pt modelId="{E8D7A99B-1534-43E5-91C1-E3408B88D8B7}" type="pres">
      <dgm:prSet presAssocID="{80971A04-AD74-4835-8E26-06A1B94733BF}" presName="space" presStyleCnt="0"/>
      <dgm:spPr/>
    </dgm:pt>
    <dgm:pt modelId="{6E107EE2-4297-4302-BBDE-59DE0A34EF45}" type="pres">
      <dgm:prSet presAssocID="{1DB81AC6-56B5-4F7C-B5EE-CAAD29C9B905}" presName="composite" presStyleCnt="0"/>
      <dgm:spPr/>
    </dgm:pt>
    <dgm:pt modelId="{AA282810-C0A2-4D16-9767-9F892B27150C}" type="pres">
      <dgm:prSet presAssocID="{1DB81AC6-56B5-4F7C-B5EE-CAAD29C9B905}" presName="parTx" presStyleLbl="alignNode1" presStyleIdx="4" presStyleCnt="5">
        <dgm:presLayoutVars>
          <dgm:chMax val="0"/>
          <dgm:chPref val="0"/>
          <dgm:bulletEnabled val="1"/>
        </dgm:presLayoutVars>
      </dgm:prSet>
      <dgm:spPr/>
    </dgm:pt>
    <dgm:pt modelId="{6B17A644-47C7-45B6-AA6B-4A1CCDD4B42B}" type="pres">
      <dgm:prSet presAssocID="{1DB81AC6-56B5-4F7C-B5EE-CAAD29C9B905}" presName="desTx" presStyleLbl="alignAccFollowNode1" presStyleIdx="4" presStyleCnt="5">
        <dgm:presLayoutVars>
          <dgm:bulletEnabled val="1"/>
        </dgm:presLayoutVars>
      </dgm:prSet>
      <dgm:spPr/>
    </dgm:pt>
  </dgm:ptLst>
  <dgm:cxnLst>
    <dgm:cxn modelId="{CFB2C000-BB32-4012-8724-F9AB500D7D5A}" type="presOf" srcId="{7FD39C93-3DC6-4075-8369-7754084FE2CA}" destId="{6B17A644-47C7-45B6-AA6B-4A1CCDD4B42B}" srcOrd="0" destOrd="1" presId="urn:microsoft.com/office/officeart/2005/8/layout/hList1"/>
    <dgm:cxn modelId="{A1FE0D07-B14F-4F40-AE65-44C2F759A8E0}" srcId="{91260A28-20D4-4D57-8B8A-9EBA3B66AD02}" destId="{92BD6FD5-C4C4-4315-97B7-0D27A9D284D2}" srcOrd="3" destOrd="0" parTransId="{4A7DCBD6-51F2-4ED0-9F9A-B67EB4714D0E}" sibTransId="{229D621C-1BBD-4A5C-8CC5-7B2DB1EF314D}"/>
    <dgm:cxn modelId="{4DC2B907-D228-4ECC-AE9C-97CB5AEFBF87}" type="presOf" srcId="{37A7B557-9BA1-45D6-BB9A-A230C2E3B169}" destId="{FAA9D025-1C87-45AD-9030-041D948F782D}" srcOrd="0" destOrd="2" presId="urn:microsoft.com/office/officeart/2005/8/layout/hList1"/>
    <dgm:cxn modelId="{CDD89808-2946-4C05-B4C0-03B6FDE387EA}" type="presOf" srcId="{BE1CE26E-A608-4B81-8F7D-39EA80C75455}" destId="{0CF95CBF-A712-4BF7-BC96-257A25A32A9C}" srcOrd="0" destOrd="0" presId="urn:microsoft.com/office/officeart/2005/8/layout/hList1"/>
    <dgm:cxn modelId="{E506730D-3937-48E3-AE08-7D39978546DA}" type="presOf" srcId="{1A7F8897-7F17-4668-ADE1-42FB3F785908}" destId="{6B17A644-47C7-45B6-AA6B-4A1CCDD4B42B}" srcOrd="0" destOrd="4" presId="urn:microsoft.com/office/officeart/2005/8/layout/hList1"/>
    <dgm:cxn modelId="{4D243D0E-1D60-4E04-A9E9-429DD56CF022}" type="presOf" srcId="{ED6FFCDF-81E3-4D0E-98F1-F222E033EF56}" destId="{8F8E576F-6899-44D5-9745-4710D3A68C11}" srcOrd="0" destOrd="3" presId="urn:microsoft.com/office/officeart/2005/8/layout/hList1"/>
    <dgm:cxn modelId="{6E72C512-E4C5-4D40-9044-09299BA866B3}" type="presOf" srcId="{2426E9DD-C475-40AC-9B89-867A83C8A50C}" destId="{8F8E576F-6899-44D5-9745-4710D3A68C11}" srcOrd="0" destOrd="2" presId="urn:microsoft.com/office/officeart/2005/8/layout/hList1"/>
    <dgm:cxn modelId="{9296C513-4359-4DC6-9008-DE7538C96A4A}" srcId="{05370719-804D-49D3-8C4D-FA1067F41B54}" destId="{BE1CE26E-A608-4B81-8F7D-39EA80C75455}" srcOrd="0" destOrd="0" parTransId="{3002DB64-F36E-46FF-AC6F-B7EC7BACF274}" sibTransId="{E72E6DA3-9345-41AD-B142-B1B8A2E3FDE3}"/>
    <dgm:cxn modelId="{03328017-CAB4-4B1B-AE2B-9BA36E693A95}" srcId="{1DB81AC6-56B5-4F7C-B5EE-CAAD29C9B905}" destId="{7DCEEAED-7A96-485B-A5CF-1EE23031ED72}" srcOrd="0" destOrd="0" parTransId="{FE6555C1-FE70-48C6-A1FD-51606182F4AE}" sibTransId="{35B4A5B3-9F35-45E2-BE59-187112F9C6DA}"/>
    <dgm:cxn modelId="{90F0DF1A-2C9E-42AE-A328-5763ED24E528}" type="presOf" srcId="{67C352B3-7E1D-4B4A-A5C0-53084412F3B8}" destId="{FAA9D025-1C87-45AD-9030-041D948F782D}" srcOrd="0" destOrd="0" presId="urn:microsoft.com/office/officeart/2005/8/layout/hList1"/>
    <dgm:cxn modelId="{6FFF3423-A114-488C-A476-3ECBA0DD2164}" type="presOf" srcId="{7D14D9B6-D2D3-41F1-9DDE-93361EA60BE4}" destId="{0CF95CBF-A712-4BF7-BC96-257A25A32A9C}" srcOrd="0" destOrd="3" presId="urn:microsoft.com/office/officeart/2005/8/layout/hList1"/>
    <dgm:cxn modelId="{C00F2C2D-C4AA-415A-B7D6-D3835A17BDA6}" srcId="{2D46D96B-F069-4116-8723-158D63CDE0C3}" destId="{DC9A315E-95A3-4394-84BF-39DEBAA06897}" srcOrd="0" destOrd="0" parTransId="{3CC5AD35-D1DA-4B5F-982B-3C885DFD4D50}" sibTransId="{0730BE17-E3F4-49B4-AB16-A4C9A29E9A25}"/>
    <dgm:cxn modelId="{D6621B39-2262-4DBA-84B5-0D6656D772F2}" type="presOf" srcId="{2D46D96B-F069-4116-8723-158D63CDE0C3}" destId="{ABA258C6-4EF8-424D-842E-9EBA683D43BD}" srcOrd="0" destOrd="0" presId="urn:microsoft.com/office/officeart/2005/8/layout/hList1"/>
    <dgm:cxn modelId="{7190DB5D-43AF-4875-8770-A71AACEDD3B8}" srcId="{91260A28-20D4-4D57-8B8A-9EBA3B66AD02}" destId="{5532B4A8-05ED-438B-BD3E-B892B29C8396}" srcOrd="1" destOrd="0" parTransId="{8BFADCAD-985A-46C7-97F5-25718039F3CF}" sibTransId="{89D3F212-D659-4D8E-88EC-F3F0C35982D9}"/>
    <dgm:cxn modelId="{2913415E-9A7E-44F8-86C2-8460066635C4}" srcId="{CD6F863C-5A11-4A60-9AA8-235F0D91136F}" destId="{ED6FFCDF-81E3-4D0E-98F1-F222E033EF56}" srcOrd="3" destOrd="0" parTransId="{2F66AF96-8C88-4FA2-84C8-A6A9A4F4AF86}" sibTransId="{B9EF42F7-AC07-47E0-9E25-EAADDC83B922}"/>
    <dgm:cxn modelId="{07FA4264-D912-464B-9D33-4DBC653BDCF1}" type="presOf" srcId="{2030F40F-F478-441D-9AC6-F5052F6EFD30}" destId="{0CF95CBF-A712-4BF7-BC96-257A25A32A9C}" srcOrd="0" destOrd="1" presId="urn:microsoft.com/office/officeart/2005/8/layout/hList1"/>
    <dgm:cxn modelId="{62C40545-DE12-432A-A7D6-35FB469643DC}" srcId="{CD6F863C-5A11-4A60-9AA8-235F0D91136F}" destId="{6692CA87-A10C-40C9-A338-56838CCABC00}" srcOrd="1" destOrd="0" parTransId="{B1AB65E0-8E2A-40A0-99B5-EA37D96C2A50}" sibTransId="{080A9049-E38A-465C-9DBB-80C8C2807082}"/>
    <dgm:cxn modelId="{A9F58765-3417-4537-B22D-8B70D215958F}" srcId="{2D46D96B-F069-4116-8723-158D63CDE0C3}" destId="{1283A956-0096-4D80-86FB-52CD421470B9}" srcOrd="1" destOrd="0" parTransId="{7C8D141F-9F82-4DCB-ACAC-3CE6B38A7DC9}" sibTransId="{1E2308D0-247E-4248-A088-09E8B0B6C3FF}"/>
    <dgm:cxn modelId="{A69D8166-456D-474B-9F88-D47ED45F40A2}" srcId="{979042E0-9F1B-43CA-85B3-3C37040F59A6}" destId="{1DB81AC6-56B5-4F7C-B5EE-CAAD29C9B905}" srcOrd="4" destOrd="0" parTransId="{1F3968D1-59AC-4326-8388-341E14F0696D}" sibTransId="{7CBA560A-AD5D-4839-8FF6-95FAC3640B50}"/>
    <dgm:cxn modelId="{E7933668-645B-4698-AE8F-D791D0274CB5}" type="presOf" srcId="{7DCEEAED-7A96-485B-A5CF-1EE23031ED72}" destId="{6B17A644-47C7-45B6-AA6B-4A1CCDD4B42B}" srcOrd="0" destOrd="0" presId="urn:microsoft.com/office/officeart/2005/8/layout/hList1"/>
    <dgm:cxn modelId="{34D67B6A-05FF-4D79-A306-F6A18D30AC4B}" type="presOf" srcId="{05370719-804D-49D3-8C4D-FA1067F41B54}" destId="{A24A54DB-4877-43C7-A356-5329D6FF0507}" srcOrd="0" destOrd="0" presId="urn:microsoft.com/office/officeart/2005/8/layout/hList1"/>
    <dgm:cxn modelId="{9A91F06C-C3CC-4924-AA17-FBB2531C0ADC}" srcId="{CD6F863C-5A11-4A60-9AA8-235F0D91136F}" destId="{38A6D469-C6C0-45EB-A788-14D7F7B3531E}" srcOrd="0" destOrd="0" parTransId="{816B21A2-0A66-4AC3-BF6C-D9F58CDEE001}" sibTransId="{9B51000F-AE9F-4DB3-82DC-FE5396D32446}"/>
    <dgm:cxn modelId="{9351F94D-98D1-4834-945E-F61CB217F775}" type="presOf" srcId="{91260A28-20D4-4D57-8B8A-9EBA3B66AD02}" destId="{46662ACE-23C6-4BF3-A19E-5A9FC3AC7953}" srcOrd="0" destOrd="0" presId="urn:microsoft.com/office/officeart/2005/8/layout/hList1"/>
    <dgm:cxn modelId="{454F0550-E442-4949-AD45-7DF7991C59A9}" type="presOf" srcId="{DD49AC9B-C024-4AA4-BE8D-F2596C727A1C}" destId="{6B17A644-47C7-45B6-AA6B-4A1CCDD4B42B}" srcOrd="0" destOrd="3" presId="urn:microsoft.com/office/officeart/2005/8/layout/hList1"/>
    <dgm:cxn modelId="{1DA0A251-6B80-4D43-B966-2B6C1FCBA209}" srcId="{979042E0-9F1B-43CA-85B3-3C37040F59A6}" destId="{05370719-804D-49D3-8C4D-FA1067F41B54}" srcOrd="1" destOrd="0" parTransId="{3FF8E522-510C-41F1-A30D-07B8956C04C7}" sibTransId="{CEB906DB-EAB9-483D-98BD-D15ABCA3FD39}"/>
    <dgm:cxn modelId="{B2C1D951-5FAC-433D-B782-36A22878BAF9}" type="presOf" srcId="{1DB81AC6-56B5-4F7C-B5EE-CAAD29C9B905}" destId="{AA282810-C0A2-4D16-9767-9F892B27150C}" srcOrd="0" destOrd="0" presId="urn:microsoft.com/office/officeart/2005/8/layout/hList1"/>
    <dgm:cxn modelId="{B6379457-D9FA-4158-85DA-BED9389B337F}" srcId="{05370719-804D-49D3-8C4D-FA1067F41B54}" destId="{7D14D9B6-D2D3-41F1-9DDE-93361EA60BE4}" srcOrd="3" destOrd="0" parTransId="{182669D1-B8F5-4DE2-AA73-BF90456DA5BB}" sibTransId="{E446ADAE-38B9-4D64-AEEC-0CAF9A082CD5}"/>
    <dgm:cxn modelId="{6D6FE657-A0A3-4704-8270-846E421D251A}" srcId="{91260A28-20D4-4D57-8B8A-9EBA3B66AD02}" destId="{67C352B3-7E1D-4B4A-A5C0-53084412F3B8}" srcOrd="0" destOrd="0" parTransId="{BE26476C-4BA7-4DB7-A026-ACFA75927493}" sibTransId="{7F8C6B18-33DA-49A5-A268-90E16F51FF55}"/>
    <dgm:cxn modelId="{1A87EA8A-0AF9-4791-9397-659113A37246}" srcId="{CD6F863C-5A11-4A60-9AA8-235F0D91136F}" destId="{2426E9DD-C475-40AC-9B89-867A83C8A50C}" srcOrd="2" destOrd="0" parTransId="{5587385B-462C-424F-8E4B-3C9490677FB2}" sibTransId="{9FF8277A-E5B3-4535-A522-FE59DAA7F41A}"/>
    <dgm:cxn modelId="{574FDF94-A2F9-4D70-8751-CF12FD9A123C}" type="presOf" srcId="{5532B4A8-05ED-438B-BD3E-B892B29C8396}" destId="{FAA9D025-1C87-45AD-9030-041D948F782D}" srcOrd="0" destOrd="1" presId="urn:microsoft.com/office/officeart/2005/8/layout/hList1"/>
    <dgm:cxn modelId="{54E9E794-416C-473D-90A8-B55D5E6EAD65}" type="presOf" srcId="{DC9A315E-95A3-4394-84BF-39DEBAA06897}" destId="{867135F4-5211-47B2-AC75-E7E203095D29}" srcOrd="0" destOrd="0" presId="urn:microsoft.com/office/officeart/2005/8/layout/hList1"/>
    <dgm:cxn modelId="{F957F898-5C1B-4E20-BB20-5F17E77DE01E}" type="presOf" srcId="{5755B8F8-BC43-471C-9813-05EBC39C14E4}" destId="{0CF95CBF-A712-4BF7-BC96-257A25A32A9C}" srcOrd="0" destOrd="2" presId="urn:microsoft.com/office/officeart/2005/8/layout/hList1"/>
    <dgm:cxn modelId="{7B84079F-B03F-4789-943D-44E76F7F3991}" srcId="{05370719-804D-49D3-8C4D-FA1067F41B54}" destId="{5755B8F8-BC43-471C-9813-05EBC39C14E4}" srcOrd="2" destOrd="0" parTransId="{96B96C15-0116-4F78-9524-7EA5B07AED12}" sibTransId="{4B479183-0047-44DB-B768-401A76F7A464}"/>
    <dgm:cxn modelId="{913D2AA1-3888-4CC8-8EA2-A53F984C8468}" srcId="{979042E0-9F1B-43CA-85B3-3C37040F59A6}" destId="{CD6F863C-5A11-4A60-9AA8-235F0D91136F}" srcOrd="3" destOrd="0" parTransId="{2EA694DC-15B9-4E36-A2F6-8E9AB5914838}" sibTransId="{80971A04-AD74-4835-8E26-06A1B94733BF}"/>
    <dgm:cxn modelId="{AD896DA5-C7E3-4D08-8EF0-7B32294E3C79}" srcId="{1DB81AC6-56B5-4F7C-B5EE-CAAD29C9B905}" destId="{1A7F8897-7F17-4668-ADE1-42FB3F785908}" srcOrd="4" destOrd="0" parTransId="{DD926FCB-116A-4D48-A469-F3D7B2A5E1AC}" sibTransId="{DAA36580-4DAB-48A7-B437-A9577B179CE3}"/>
    <dgm:cxn modelId="{C637C3A7-FE44-45F2-A2BC-6F520918EF80}" type="presOf" srcId="{38A6D469-C6C0-45EB-A788-14D7F7B3531E}" destId="{8F8E576F-6899-44D5-9745-4710D3A68C11}" srcOrd="0" destOrd="0" presId="urn:microsoft.com/office/officeart/2005/8/layout/hList1"/>
    <dgm:cxn modelId="{56DE5AB5-22A9-4E61-9267-DF32EE3DD5BD}" type="presOf" srcId="{BA696C60-0CC4-4CD2-8195-019CC31B74A7}" destId="{6B17A644-47C7-45B6-AA6B-4A1CCDD4B42B}" srcOrd="0" destOrd="2" presId="urn:microsoft.com/office/officeart/2005/8/layout/hList1"/>
    <dgm:cxn modelId="{FBE14EB6-1E55-413C-8D0C-8CB0563BC568}" srcId="{1DB81AC6-56B5-4F7C-B5EE-CAAD29C9B905}" destId="{DD49AC9B-C024-4AA4-BE8D-F2596C727A1C}" srcOrd="3" destOrd="0" parTransId="{BA5EC195-CB92-4814-A649-D04FBBB084BA}" sibTransId="{E3FB16E8-7354-4D78-ABA4-98250BC28AFA}"/>
    <dgm:cxn modelId="{E16160C1-C97E-4529-96EA-CC7305C13F2E}" type="presOf" srcId="{6692CA87-A10C-40C9-A338-56838CCABC00}" destId="{8F8E576F-6899-44D5-9745-4710D3A68C11}" srcOrd="0" destOrd="1" presId="urn:microsoft.com/office/officeart/2005/8/layout/hList1"/>
    <dgm:cxn modelId="{790808CA-6141-44AD-9F6C-1438C62C2F95}" srcId="{1DB81AC6-56B5-4F7C-B5EE-CAAD29C9B905}" destId="{7FD39C93-3DC6-4075-8369-7754084FE2CA}" srcOrd="1" destOrd="0" parTransId="{003B8559-30F9-457A-BCE8-0FAD4B5E4FF8}" sibTransId="{9AE8699D-0723-4AEA-8EC3-CF917C3167AF}"/>
    <dgm:cxn modelId="{F25413CB-CD08-4273-AC4B-69F635124874}" srcId="{1DB81AC6-56B5-4F7C-B5EE-CAAD29C9B905}" destId="{BA696C60-0CC4-4CD2-8195-019CC31B74A7}" srcOrd="2" destOrd="0" parTransId="{6755F91A-573F-420B-8603-8A0D265D1FB3}" sibTransId="{EDB6D004-B001-4CA9-AB8C-DCC6D247B820}"/>
    <dgm:cxn modelId="{6C8609CE-8C7A-4507-8545-37CC93052AD0}" type="presOf" srcId="{1283A956-0096-4D80-86FB-52CD421470B9}" destId="{867135F4-5211-47B2-AC75-E7E203095D29}" srcOrd="0" destOrd="1" presId="urn:microsoft.com/office/officeart/2005/8/layout/hList1"/>
    <dgm:cxn modelId="{BEA43CD5-B551-46C7-B136-F474EB2BC457}" srcId="{979042E0-9F1B-43CA-85B3-3C37040F59A6}" destId="{91260A28-20D4-4D57-8B8A-9EBA3B66AD02}" srcOrd="2" destOrd="0" parTransId="{477717E9-FEB0-4DDF-B85E-674F4BE2C4D9}" sibTransId="{B95836F1-E7F6-43C5-BDCA-64859FBF3133}"/>
    <dgm:cxn modelId="{A64EDAE7-1FD0-4A33-B55D-B3CC93161CC4}" srcId="{05370719-804D-49D3-8C4D-FA1067F41B54}" destId="{2030F40F-F478-441D-9AC6-F5052F6EFD30}" srcOrd="1" destOrd="0" parTransId="{58A762A0-D769-44CF-A432-C4B1C904701E}" sibTransId="{F237517B-E432-4AAC-933D-7DA97C7834EF}"/>
    <dgm:cxn modelId="{E379F2EF-7C6A-4680-8DF2-72A406A8CDA5}" srcId="{91260A28-20D4-4D57-8B8A-9EBA3B66AD02}" destId="{37A7B557-9BA1-45D6-BB9A-A230C2E3B169}" srcOrd="2" destOrd="0" parTransId="{7A27D7B8-4DBD-4C94-B670-EA8DE85D264F}" sibTransId="{76D61533-D44C-454C-BAB6-FF953D86ADF7}"/>
    <dgm:cxn modelId="{5ECD70F6-611F-4FD4-A3D4-D3549EACEE44}" type="presOf" srcId="{979042E0-9F1B-43CA-85B3-3C37040F59A6}" destId="{C4F6143F-22D2-4AC8-BD4F-E41CC728932D}" srcOrd="0" destOrd="0" presId="urn:microsoft.com/office/officeart/2005/8/layout/hList1"/>
    <dgm:cxn modelId="{5ED9D3F6-7714-4D2A-BB87-60C03283F273}" srcId="{979042E0-9F1B-43CA-85B3-3C37040F59A6}" destId="{2D46D96B-F069-4116-8723-158D63CDE0C3}" srcOrd="0" destOrd="0" parTransId="{D665208B-8BFA-4CF2-AF6F-B22E455AE7E4}" sibTransId="{6CD6C46E-C040-43D9-9D05-B344D2CEF24B}"/>
    <dgm:cxn modelId="{5E0E61FC-8D7C-4B24-8856-D2DF3E3E734F}" type="presOf" srcId="{CD6F863C-5A11-4A60-9AA8-235F0D91136F}" destId="{163FAF00-DDDE-42C6-9CEE-07798AF6A822}" srcOrd="0" destOrd="0" presId="urn:microsoft.com/office/officeart/2005/8/layout/hList1"/>
    <dgm:cxn modelId="{F8BAFEFD-4404-4430-9C28-6C67EFD2FE85}" type="presOf" srcId="{92BD6FD5-C4C4-4315-97B7-0D27A9D284D2}" destId="{FAA9D025-1C87-45AD-9030-041D948F782D}" srcOrd="0" destOrd="3" presId="urn:microsoft.com/office/officeart/2005/8/layout/hList1"/>
    <dgm:cxn modelId="{0094131F-1CDE-46AB-B821-89317A8E45FD}" type="presParOf" srcId="{C4F6143F-22D2-4AC8-BD4F-E41CC728932D}" destId="{526A17EC-AE42-4F78-B4E9-6577F72304EE}" srcOrd="0" destOrd="0" presId="urn:microsoft.com/office/officeart/2005/8/layout/hList1"/>
    <dgm:cxn modelId="{D5E0C2F3-EDBE-4D79-8CDC-B993F1ADCDD2}" type="presParOf" srcId="{526A17EC-AE42-4F78-B4E9-6577F72304EE}" destId="{ABA258C6-4EF8-424D-842E-9EBA683D43BD}" srcOrd="0" destOrd="0" presId="urn:microsoft.com/office/officeart/2005/8/layout/hList1"/>
    <dgm:cxn modelId="{F8B77582-56FB-4E67-9293-D96317D7206A}" type="presParOf" srcId="{526A17EC-AE42-4F78-B4E9-6577F72304EE}" destId="{867135F4-5211-47B2-AC75-E7E203095D29}" srcOrd="1" destOrd="0" presId="urn:microsoft.com/office/officeart/2005/8/layout/hList1"/>
    <dgm:cxn modelId="{B3872568-A473-4DBC-953A-74305AF893F2}" type="presParOf" srcId="{C4F6143F-22D2-4AC8-BD4F-E41CC728932D}" destId="{3BABA3A4-EA16-4ED3-B0C1-DBB8E7876568}" srcOrd="1" destOrd="0" presId="urn:microsoft.com/office/officeart/2005/8/layout/hList1"/>
    <dgm:cxn modelId="{E81E4115-0B8A-4320-B1FE-EE13360CC831}" type="presParOf" srcId="{C4F6143F-22D2-4AC8-BD4F-E41CC728932D}" destId="{36EF265F-4A3C-49AD-9A9A-034B2649734B}" srcOrd="2" destOrd="0" presId="urn:microsoft.com/office/officeart/2005/8/layout/hList1"/>
    <dgm:cxn modelId="{63B64C05-6264-44BD-AADC-AEE8DC2E2262}" type="presParOf" srcId="{36EF265F-4A3C-49AD-9A9A-034B2649734B}" destId="{A24A54DB-4877-43C7-A356-5329D6FF0507}" srcOrd="0" destOrd="0" presId="urn:microsoft.com/office/officeart/2005/8/layout/hList1"/>
    <dgm:cxn modelId="{729B5418-8780-4CA3-9282-BAA7E440A13F}" type="presParOf" srcId="{36EF265F-4A3C-49AD-9A9A-034B2649734B}" destId="{0CF95CBF-A712-4BF7-BC96-257A25A32A9C}" srcOrd="1" destOrd="0" presId="urn:microsoft.com/office/officeart/2005/8/layout/hList1"/>
    <dgm:cxn modelId="{A33CFE55-A834-4B1E-BCAB-6A273E03EB0C}" type="presParOf" srcId="{C4F6143F-22D2-4AC8-BD4F-E41CC728932D}" destId="{F4BD7F4D-11DD-4524-A16D-DEFFA0F90D14}" srcOrd="3" destOrd="0" presId="urn:microsoft.com/office/officeart/2005/8/layout/hList1"/>
    <dgm:cxn modelId="{B97ADF49-B9EF-4340-B21C-28CD2DB84B9A}" type="presParOf" srcId="{C4F6143F-22D2-4AC8-BD4F-E41CC728932D}" destId="{2F3C2348-FB08-4CC0-ADD2-9DAE10B87BA6}" srcOrd="4" destOrd="0" presId="urn:microsoft.com/office/officeart/2005/8/layout/hList1"/>
    <dgm:cxn modelId="{82DF98B3-82FA-437D-81B9-B0947F07E33F}" type="presParOf" srcId="{2F3C2348-FB08-4CC0-ADD2-9DAE10B87BA6}" destId="{46662ACE-23C6-4BF3-A19E-5A9FC3AC7953}" srcOrd="0" destOrd="0" presId="urn:microsoft.com/office/officeart/2005/8/layout/hList1"/>
    <dgm:cxn modelId="{EF3F02F1-B04B-4A34-9936-3EF2DDA26442}" type="presParOf" srcId="{2F3C2348-FB08-4CC0-ADD2-9DAE10B87BA6}" destId="{FAA9D025-1C87-45AD-9030-041D948F782D}" srcOrd="1" destOrd="0" presId="urn:microsoft.com/office/officeart/2005/8/layout/hList1"/>
    <dgm:cxn modelId="{201526AC-2C96-4CAD-9959-78949ECCC1BF}" type="presParOf" srcId="{C4F6143F-22D2-4AC8-BD4F-E41CC728932D}" destId="{0F503555-C480-4183-8C72-01AF7690EDD4}" srcOrd="5" destOrd="0" presId="urn:microsoft.com/office/officeart/2005/8/layout/hList1"/>
    <dgm:cxn modelId="{98975E40-37C6-4197-AD19-40022954137D}" type="presParOf" srcId="{C4F6143F-22D2-4AC8-BD4F-E41CC728932D}" destId="{BDEDD571-1614-47B3-B79D-76DE115D05AE}" srcOrd="6" destOrd="0" presId="urn:microsoft.com/office/officeart/2005/8/layout/hList1"/>
    <dgm:cxn modelId="{93BC4BED-8D41-4069-B109-0D02EE64B8D0}" type="presParOf" srcId="{BDEDD571-1614-47B3-B79D-76DE115D05AE}" destId="{163FAF00-DDDE-42C6-9CEE-07798AF6A822}" srcOrd="0" destOrd="0" presId="urn:microsoft.com/office/officeart/2005/8/layout/hList1"/>
    <dgm:cxn modelId="{107C44BC-EA2E-4FAF-90E3-537B166DEC4F}" type="presParOf" srcId="{BDEDD571-1614-47B3-B79D-76DE115D05AE}" destId="{8F8E576F-6899-44D5-9745-4710D3A68C11}" srcOrd="1" destOrd="0" presId="urn:microsoft.com/office/officeart/2005/8/layout/hList1"/>
    <dgm:cxn modelId="{FB502E6B-2D75-4E1E-BB14-A11C8E72FF42}" type="presParOf" srcId="{C4F6143F-22D2-4AC8-BD4F-E41CC728932D}" destId="{E8D7A99B-1534-43E5-91C1-E3408B88D8B7}" srcOrd="7" destOrd="0" presId="urn:microsoft.com/office/officeart/2005/8/layout/hList1"/>
    <dgm:cxn modelId="{0471FFD3-2716-42EA-AC56-882BBD0DE2C4}" type="presParOf" srcId="{C4F6143F-22D2-4AC8-BD4F-E41CC728932D}" destId="{6E107EE2-4297-4302-BBDE-59DE0A34EF45}" srcOrd="8" destOrd="0" presId="urn:microsoft.com/office/officeart/2005/8/layout/hList1"/>
    <dgm:cxn modelId="{74DF4B0C-0E8A-4F03-B87C-9A4D2DB54ACF}" type="presParOf" srcId="{6E107EE2-4297-4302-BBDE-59DE0A34EF45}" destId="{AA282810-C0A2-4D16-9767-9F892B27150C}" srcOrd="0" destOrd="0" presId="urn:microsoft.com/office/officeart/2005/8/layout/hList1"/>
    <dgm:cxn modelId="{93E4EB08-9993-4218-A1D9-FF006C1F74FF}" type="presParOf" srcId="{6E107EE2-4297-4302-BBDE-59DE0A34EF45}" destId="{6B17A644-47C7-45B6-AA6B-4A1CCDD4B42B}"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DF2F31B-F2D3-4D8F-86C0-1C65FC125D16}" type="doc">
      <dgm:prSet loTypeId="urn:microsoft.com/office/officeart/2005/8/layout/default" loCatId="list" qsTypeId="urn:microsoft.com/office/officeart/2005/8/quickstyle/simple1" qsCatId="simple" csTypeId="urn:microsoft.com/office/officeart/2005/8/colors/colorful1" csCatId="colorful"/>
      <dgm:spPr/>
      <dgm:t>
        <a:bodyPr/>
        <a:lstStyle/>
        <a:p>
          <a:endParaRPr lang="en-US"/>
        </a:p>
      </dgm:t>
    </dgm:pt>
    <dgm:pt modelId="{E70EE358-36C5-4DE2-B842-05D3037D8349}">
      <dgm:prSet/>
      <dgm:spPr/>
      <dgm:t>
        <a:bodyPr/>
        <a:lstStyle/>
        <a:p>
          <a:r>
            <a:rPr lang="en-US" b="1" dirty="0"/>
            <a:t>Stroke diagnosis and cerebral blood flow assessment</a:t>
          </a:r>
          <a:endParaRPr lang="en-US" dirty="0"/>
        </a:p>
      </dgm:t>
    </dgm:pt>
    <dgm:pt modelId="{A4F0B5D8-512A-41E7-BCD3-3A822329C776}" type="parTrans" cxnId="{E7126D91-6E03-4F82-8569-1DEA9ECE83A9}">
      <dgm:prSet/>
      <dgm:spPr/>
      <dgm:t>
        <a:bodyPr/>
        <a:lstStyle/>
        <a:p>
          <a:endParaRPr lang="en-US"/>
        </a:p>
      </dgm:t>
    </dgm:pt>
    <dgm:pt modelId="{F68D9772-FCE0-470C-8107-1B12A25D2563}" type="sibTrans" cxnId="{E7126D91-6E03-4F82-8569-1DEA9ECE83A9}">
      <dgm:prSet/>
      <dgm:spPr/>
      <dgm:t>
        <a:bodyPr/>
        <a:lstStyle/>
        <a:p>
          <a:endParaRPr lang="en-US"/>
        </a:p>
      </dgm:t>
    </dgm:pt>
    <dgm:pt modelId="{49ADE2C5-8CC2-46A2-8321-674C83A0DFEF}">
      <dgm:prSet/>
      <dgm:spPr/>
      <dgm:t>
        <a:bodyPr/>
        <a:lstStyle/>
        <a:p>
          <a:r>
            <a:rPr lang="en-US" b="1" dirty="0"/>
            <a:t>Brain tumor detection and surgical planning</a:t>
          </a:r>
          <a:endParaRPr lang="en-US" dirty="0"/>
        </a:p>
      </dgm:t>
    </dgm:pt>
    <dgm:pt modelId="{74FDAA85-39D4-48F9-8169-077765EA7232}" type="parTrans" cxnId="{2115E423-6656-46D5-AA11-D5B129E5EE13}">
      <dgm:prSet/>
      <dgm:spPr/>
      <dgm:t>
        <a:bodyPr/>
        <a:lstStyle/>
        <a:p>
          <a:endParaRPr lang="en-US"/>
        </a:p>
      </dgm:t>
    </dgm:pt>
    <dgm:pt modelId="{8C7B20D4-5A43-4D87-80E7-BA1941659BB9}" type="sibTrans" cxnId="{2115E423-6656-46D5-AA11-D5B129E5EE13}">
      <dgm:prSet/>
      <dgm:spPr/>
      <dgm:t>
        <a:bodyPr/>
        <a:lstStyle/>
        <a:p>
          <a:endParaRPr lang="en-US"/>
        </a:p>
      </dgm:t>
    </dgm:pt>
    <dgm:pt modelId="{0DFD303F-EA14-4FEB-A0DD-250E7D2E313E}">
      <dgm:prSet/>
      <dgm:spPr/>
      <dgm:t>
        <a:bodyPr/>
        <a:lstStyle/>
        <a:p>
          <a:r>
            <a:rPr lang="en-US" b="1"/>
            <a:t>Traumatic brain injury (TBI) monitoring</a:t>
          </a:r>
          <a:endParaRPr lang="en-US"/>
        </a:p>
      </dgm:t>
    </dgm:pt>
    <dgm:pt modelId="{629B1870-4AE8-435D-B36D-BEFE11D97945}" type="parTrans" cxnId="{46B40240-2289-45D5-8C17-3691C8735589}">
      <dgm:prSet/>
      <dgm:spPr/>
      <dgm:t>
        <a:bodyPr/>
        <a:lstStyle/>
        <a:p>
          <a:endParaRPr lang="en-US"/>
        </a:p>
      </dgm:t>
    </dgm:pt>
    <dgm:pt modelId="{0397D0D8-CD56-40C9-B3BA-41233601722A}" type="sibTrans" cxnId="{46B40240-2289-45D5-8C17-3691C8735589}">
      <dgm:prSet/>
      <dgm:spPr/>
      <dgm:t>
        <a:bodyPr/>
        <a:lstStyle/>
        <a:p>
          <a:endParaRPr lang="en-US"/>
        </a:p>
      </dgm:t>
    </dgm:pt>
    <dgm:pt modelId="{51460DA6-708C-4A78-9C44-DE1914FABFF0}">
      <dgm:prSet/>
      <dgm:spPr/>
      <dgm:t>
        <a:bodyPr/>
        <a:lstStyle/>
        <a:p>
          <a:r>
            <a:rPr lang="en-US" b="1"/>
            <a:t>Epilepsy diagnosis and seizure localization</a:t>
          </a:r>
          <a:endParaRPr lang="en-US"/>
        </a:p>
      </dgm:t>
    </dgm:pt>
    <dgm:pt modelId="{9593D26B-5276-491E-8013-D78C98BFE5D9}" type="parTrans" cxnId="{872CCE6F-949C-4F0B-B7E2-32B22971DB47}">
      <dgm:prSet/>
      <dgm:spPr/>
      <dgm:t>
        <a:bodyPr/>
        <a:lstStyle/>
        <a:p>
          <a:endParaRPr lang="en-US"/>
        </a:p>
      </dgm:t>
    </dgm:pt>
    <dgm:pt modelId="{05DB1737-C83D-45F1-A568-3231665899B6}" type="sibTrans" cxnId="{872CCE6F-949C-4F0B-B7E2-32B22971DB47}">
      <dgm:prSet/>
      <dgm:spPr/>
      <dgm:t>
        <a:bodyPr/>
        <a:lstStyle/>
        <a:p>
          <a:endParaRPr lang="en-US"/>
        </a:p>
      </dgm:t>
    </dgm:pt>
    <dgm:pt modelId="{91B00793-7398-4F70-B1B8-08CC10033EFA}">
      <dgm:prSet/>
      <dgm:spPr/>
      <dgm:t>
        <a:bodyPr/>
        <a:lstStyle/>
        <a:p>
          <a:r>
            <a:rPr lang="en-US" b="1"/>
            <a:t>Neurodegenerative disease assessment</a:t>
          </a:r>
          <a:r>
            <a:rPr lang="en-US"/>
            <a:t> (e.g., Alzheimer's, Parkinson’s)</a:t>
          </a:r>
        </a:p>
      </dgm:t>
    </dgm:pt>
    <dgm:pt modelId="{330B274A-08EE-40DA-9C4D-130B1F8AB80C}" type="parTrans" cxnId="{1043DEB3-1F5D-45C2-BEC1-7F03BDBF6439}">
      <dgm:prSet/>
      <dgm:spPr/>
      <dgm:t>
        <a:bodyPr/>
        <a:lstStyle/>
        <a:p>
          <a:endParaRPr lang="en-US"/>
        </a:p>
      </dgm:t>
    </dgm:pt>
    <dgm:pt modelId="{E1EC005D-EE82-4A7A-AD2A-B55274978CDE}" type="sibTrans" cxnId="{1043DEB3-1F5D-45C2-BEC1-7F03BDBF6439}">
      <dgm:prSet/>
      <dgm:spPr/>
      <dgm:t>
        <a:bodyPr/>
        <a:lstStyle/>
        <a:p>
          <a:endParaRPr lang="en-US"/>
        </a:p>
      </dgm:t>
    </dgm:pt>
    <dgm:pt modelId="{EEE3FAAE-B92B-4AAD-B4F2-7EEC98EE86E2}">
      <dgm:prSet/>
      <dgm:spPr/>
      <dgm:t>
        <a:bodyPr/>
        <a:lstStyle/>
        <a:p>
          <a:r>
            <a:rPr lang="en-US" b="1" dirty="0"/>
            <a:t>Neurocritical care monitoring</a:t>
          </a:r>
          <a:r>
            <a:rPr lang="en-US" dirty="0"/>
            <a:t> (ICP, oxygenation, brain function)</a:t>
          </a:r>
        </a:p>
      </dgm:t>
    </dgm:pt>
    <dgm:pt modelId="{C5DECB8A-FED7-482B-AB10-C5928C6DDE9B}" type="parTrans" cxnId="{28100B3C-FFFE-47E6-B0DB-8D7A6BCB07B5}">
      <dgm:prSet/>
      <dgm:spPr/>
      <dgm:t>
        <a:bodyPr/>
        <a:lstStyle/>
        <a:p>
          <a:endParaRPr lang="en-US"/>
        </a:p>
      </dgm:t>
    </dgm:pt>
    <dgm:pt modelId="{AD0EE08A-CD9A-4D35-919D-D1538C495875}" type="sibTrans" cxnId="{28100B3C-FFFE-47E6-B0DB-8D7A6BCB07B5}">
      <dgm:prSet/>
      <dgm:spPr/>
      <dgm:t>
        <a:bodyPr/>
        <a:lstStyle/>
        <a:p>
          <a:endParaRPr lang="en-US"/>
        </a:p>
      </dgm:t>
    </dgm:pt>
    <dgm:pt modelId="{388B6A95-C0E3-4F7D-AD44-269909860E15}">
      <dgm:prSet/>
      <dgm:spPr/>
      <dgm:t>
        <a:bodyPr/>
        <a:lstStyle/>
        <a:p>
          <a:r>
            <a:rPr lang="en-US" b="1"/>
            <a:t>Functional brain mapping</a:t>
          </a:r>
          <a:r>
            <a:rPr lang="en-US"/>
            <a:t> (motor, language, cognition)</a:t>
          </a:r>
        </a:p>
      </dgm:t>
    </dgm:pt>
    <dgm:pt modelId="{327293C2-F6C6-4CF2-93A9-10C7DB793F1A}" type="parTrans" cxnId="{246BBB85-DC91-4AA6-9B6E-61EB2CE051A4}">
      <dgm:prSet/>
      <dgm:spPr/>
      <dgm:t>
        <a:bodyPr/>
        <a:lstStyle/>
        <a:p>
          <a:endParaRPr lang="en-US"/>
        </a:p>
      </dgm:t>
    </dgm:pt>
    <dgm:pt modelId="{EB0B7980-6CDD-4970-94E7-64B41DBD4328}" type="sibTrans" cxnId="{246BBB85-DC91-4AA6-9B6E-61EB2CE051A4}">
      <dgm:prSet/>
      <dgm:spPr/>
      <dgm:t>
        <a:bodyPr/>
        <a:lstStyle/>
        <a:p>
          <a:endParaRPr lang="en-US"/>
        </a:p>
      </dgm:t>
    </dgm:pt>
    <dgm:pt modelId="{AA34DBC0-F23A-47B9-8EBA-1DE3D8371DB6}">
      <dgm:prSet/>
      <dgm:spPr/>
      <dgm:t>
        <a:bodyPr/>
        <a:lstStyle/>
        <a:p>
          <a:r>
            <a:rPr lang="en-US" b="1"/>
            <a:t>Psychiatric and cognitive disorder research</a:t>
          </a:r>
          <a:r>
            <a:rPr lang="en-US"/>
            <a:t> </a:t>
          </a:r>
          <a:r>
            <a:rPr lang="en-US" b="1"/>
            <a:t>Rehabilitation</a:t>
          </a:r>
          <a:endParaRPr lang="en-US"/>
        </a:p>
      </dgm:t>
    </dgm:pt>
    <dgm:pt modelId="{2E5DDB2A-6039-4F8D-888D-21F979B84267}" type="parTrans" cxnId="{7C1498D9-0D9E-4B43-97BA-2E232B72DA9D}">
      <dgm:prSet/>
      <dgm:spPr/>
      <dgm:t>
        <a:bodyPr/>
        <a:lstStyle/>
        <a:p>
          <a:endParaRPr lang="en-US"/>
        </a:p>
      </dgm:t>
    </dgm:pt>
    <dgm:pt modelId="{7682A92A-9E4A-40C1-ADEA-09EE6E7C18D2}" type="sibTrans" cxnId="{7C1498D9-0D9E-4B43-97BA-2E232B72DA9D}">
      <dgm:prSet/>
      <dgm:spPr/>
      <dgm:t>
        <a:bodyPr/>
        <a:lstStyle/>
        <a:p>
          <a:endParaRPr lang="en-US"/>
        </a:p>
      </dgm:t>
    </dgm:pt>
    <dgm:pt modelId="{F4E59034-87E9-4CBE-9AB4-02E76A4BD97F}">
      <dgm:prSet/>
      <dgm:spPr/>
      <dgm:t>
        <a:bodyPr/>
        <a:lstStyle/>
        <a:p>
          <a:r>
            <a:rPr lang="en-US" b="1" dirty="0"/>
            <a:t>Brain-computer interfaces (BCIs)</a:t>
          </a:r>
          <a:endParaRPr lang="en-US" dirty="0"/>
        </a:p>
      </dgm:t>
    </dgm:pt>
    <dgm:pt modelId="{2637D7E0-2963-4593-9351-95776A9DD340}" type="parTrans" cxnId="{DD2D3873-29FE-4859-BF4A-A23F553B6FD4}">
      <dgm:prSet/>
      <dgm:spPr/>
      <dgm:t>
        <a:bodyPr/>
        <a:lstStyle/>
        <a:p>
          <a:endParaRPr lang="en-US"/>
        </a:p>
      </dgm:t>
    </dgm:pt>
    <dgm:pt modelId="{1906BA98-FE37-4429-9DBE-1DE5B89F4455}" type="sibTrans" cxnId="{DD2D3873-29FE-4859-BF4A-A23F553B6FD4}">
      <dgm:prSet/>
      <dgm:spPr/>
      <dgm:t>
        <a:bodyPr/>
        <a:lstStyle/>
        <a:p>
          <a:endParaRPr lang="en-US"/>
        </a:p>
      </dgm:t>
    </dgm:pt>
    <dgm:pt modelId="{7E32E275-A99B-4197-AF4C-CE253B6F30A8}" type="pres">
      <dgm:prSet presAssocID="{1DF2F31B-F2D3-4D8F-86C0-1C65FC125D16}" presName="diagram" presStyleCnt="0">
        <dgm:presLayoutVars>
          <dgm:dir/>
          <dgm:resizeHandles val="exact"/>
        </dgm:presLayoutVars>
      </dgm:prSet>
      <dgm:spPr/>
    </dgm:pt>
    <dgm:pt modelId="{CA234EF7-FAD5-4D77-8466-34C9931343E0}" type="pres">
      <dgm:prSet presAssocID="{E70EE358-36C5-4DE2-B842-05D3037D8349}" presName="node" presStyleLbl="node1" presStyleIdx="0" presStyleCnt="9">
        <dgm:presLayoutVars>
          <dgm:bulletEnabled val="1"/>
        </dgm:presLayoutVars>
      </dgm:prSet>
      <dgm:spPr/>
    </dgm:pt>
    <dgm:pt modelId="{34025B27-0399-4CC4-839E-918916F4FB20}" type="pres">
      <dgm:prSet presAssocID="{F68D9772-FCE0-470C-8107-1B12A25D2563}" presName="sibTrans" presStyleCnt="0"/>
      <dgm:spPr/>
    </dgm:pt>
    <dgm:pt modelId="{A52BBBD0-BA72-483B-9C0C-E38DFD3F4C57}" type="pres">
      <dgm:prSet presAssocID="{49ADE2C5-8CC2-46A2-8321-674C83A0DFEF}" presName="node" presStyleLbl="node1" presStyleIdx="1" presStyleCnt="9">
        <dgm:presLayoutVars>
          <dgm:bulletEnabled val="1"/>
        </dgm:presLayoutVars>
      </dgm:prSet>
      <dgm:spPr/>
    </dgm:pt>
    <dgm:pt modelId="{D4DAC4C1-EDEA-4768-AD58-205F1287359D}" type="pres">
      <dgm:prSet presAssocID="{8C7B20D4-5A43-4D87-80E7-BA1941659BB9}" presName="sibTrans" presStyleCnt="0"/>
      <dgm:spPr/>
    </dgm:pt>
    <dgm:pt modelId="{DFB1586B-CD61-4BA2-81FF-EDA81B813831}" type="pres">
      <dgm:prSet presAssocID="{0DFD303F-EA14-4FEB-A0DD-250E7D2E313E}" presName="node" presStyleLbl="node1" presStyleIdx="2" presStyleCnt="9">
        <dgm:presLayoutVars>
          <dgm:bulletEnabled val="1"/>
        </dgm:presLayoutVars>
      </dgm:prSet>
      <dgm:spPr/>
    </dgm:pt>
    <dgm:pt modelId="{066E1C9E-6C11-4480-AE3C-4189E30FC8A1}" type="pres">
      <dgm:prSet presAssocID="{0397D0D8-CD56-40C9-B3BA-41233601722A}" presName="sibTrans" presStyleCnt="0"/>
      <dgm:spPr/>
    </dgm:pt>
    <dgm:pt modelId="{E21D435C-26F3-41C6-AE79-26D24C61AD5D}" type="pres">
      <dgm:prSet presAssocID="{51460DA6-708C-4A78-9C44-DE1914FABFF0}" presName="node" presStyleLbl="node1" presStyleIdx="3" presStyleCnt="9">
        <dgm:presLayoutVars>
          <dgm:bulletEnabled val="1"/>
        </dgm:presLayoutVars>
      </dgm:prSet>
      <dgm:spPr/>
    </dgm:pt>
    <dgm:pt modelId="{439F4F42-2DAC-427B-8C0C-A9DDDBC08C01}" type="pres">
      <dgm:prSet presAssocID="{05DB1737-C83D-45F1-A568-3231665899B6}" presName="sibTrans" presStyleCnt="0"/>
      <dgm:spPr/>
    </dgm:pt>
    <dgm:pt modelId="{6C996A0E-52F2-49FD-9AD4-4F3FEDF269A7}" type="pres">
      <dgm:prSet presAssocID="{91B00793-7398-4F70-B1B8-08CC10033EFA}" presName="node" presStyleLbl="node1" presStyleIdx="4" presStyleCnt="9">
        <dgm:presLayoutVars>
          <dgm:bulletEnabled val="1"/>
        </dgm:presLayoutVars>
      </dgm:prSet>
      <dgm:spPr/>
    </dgm:pt>
    <dgm:pt modelId="{C2B2A244-C365-4036-A33E-12C525A9FD69}" type="pres">
      <dgm:prSet presAssocID="{E1EC005D-EE82-4A7A-AD2A-B55274978CDE}" presName="sibTrans" presStyleCnt="0"/>
      <dgm:spPr/>
    </dgm:pt>
    <dgm:pt modelId="{188A595D-4C84-4677-8D49-3222ABB52B95}" type="pres">
      <dgm:prSet presAssocID="{EEE3FAAE-B92B-4AAD-B4F2-7EEC98EE86E2}" presName="node" presStyleLbl="node1" presStyleIdx="5" presStyleCnt="9">
        <dgm:presLayoutVars>
          <dgm:bulletEnabled val="1"/>
        </dgm:presLayoutVars>
      </dgm:prSet>
      <dgm:spPr/>
    </dgm:pt>
    <dgm:pt modelId="{BFB8BF13-9596-43F3-92F6-1D222C536E1C}" type="pres">
      <dgm:prSet presAssocID="{AD0EE08A-CD9A-4D35-919D-D1538C495875}" presName="sibTrans" presStyleCnt="0"/>
      <dgm:spPr/>
    </dgm:pt>
    <dgm:pt modelId="{548582C2-CF61-4A14-9EA0-CC35B806296E}" type="pres">
      <dgm:prSet presAssocID="{388B6A95-C0E3-4F7D-AD44-269909860E15}" presName="node" presStyleLbl="node1" presStyleIdx="6" presStyleCnt="9">
        <dgm:presLayoutVars>
          <dgm:bulletEnabled val="1"/>
        </dgm:presLayoutVars>
      </dgm:prSet>
      <dgm:spPr/>
    </dgm:pt>
    <dgm:pt modelId="{13E97142-76E6-4B5D-8B8A-75474671FB42}" type="pres">
      <dgm:prSet presAssocID="{EB0B7980-6CDD-4970-94E7-64B41DBD4328}" presName="sibTrans" presStyleCnt="0"/>
      <dgm:spPr/>
    </dgm:pt>
    <dgm:pt modelId="{117CDEAE-4AE1-4270-AA7E-67C5BA4E2E6A}" type="pres">
      <dgm:prSet presAssocID="{AA34DBC0-F23A-47B9-8EBA-1DE3D8371DB6}" presName="node" presStyleLbl="node1" presStyleIdx="7" presStyleCnt="9">
        <dgm:presLayoutVars>
          <dgm:bulletEnabled val="1"/>
        </dgm:presLayoutVars>
      </dgm:prSet>
      <dgm:spPr/>
    </dgm:pt>
    <dgm:pt modelId="{8691549F-352D-46AB-A4F2-A4208E3233EF}" type="pres">
      <dgm:prSet presAssocID="{7682A92A-9E4A-40C1-ADEA-09EE6E7C18D2}" presName="sibTrans" presStyleCnt="0"/>
      <dgm:spPr/>
    </dgm:pt>
    <dgm:pt modelId="{7F458689-EA5A-4217-991E-6A0BE8F302C9}" type="pres">
      <dgm:prSet presAssocID="{F4E59034-87E9-4CBE-9AB4-02E76A4BD97F}" presName="node" presStyleLbl="node1" presStyleIdx="8" presStyleCnt="9">
        <dgm:presLayoutVars>
          <dgm:bulletEnabled val="1"/>
        </dgm:presLayoutVars>
      </dgm:prSet>
      <dgm:spPr/>
    </dgm:pt>
  </dgm:ptLst>
  <dgm:cxnLst>
    <dgm:cxn modelId="{C14A0D05-D6A3-433F-8C8B-B7EA2A11317D}" type="presOf" srcId="{AA34DBC0-F23A-47B9-8EBA-1DE3D8371DB6}" destId="{117CDEAE-4AE1-4270-AA7E-67C5BA4E2E6A}" srcOrd="0" destOrd="0" presId="urn:microsoft.com/office/officeart/2005/8/layout/default"/>
    <dgm:cxn modelId="{2115E423-6656-46D5-AA11-D5B129E5EE13}" srcId="{1DF2F31B-F2D3-4D8F-86C0-1C65FC125D16}" destId="{49ADE2C5-8CC2-46A2-8321-674C83A0DFEF}" srcOrd="1" destOrd="0" parTransId="{74FDAA85-39D4-48F9-8169-077765EA7232}" sibTransId="{8C7B20D4-5A43-4D87-80E7-BA1941659BB9}"/>
    <dgm:cxn modelId="{28100B3C-FFFE-47E6-B0DB-8D7A6BCB07B5}" srcId="{1DF2F31B-F2D3-4D8F-86C0-1C65FC125D16}" destId="{EEE3FAAE-B92B-4AAD-B4F2-7EEC98EE86E2}" srcOrd="5" destOrd="0" parTransId="{C5DECB8A-FED7-482B-AB10-C5928C6DDE9B}" sibTransId="{AD0EE08A-CD9A-4D35-919D-D1538C495875}"/>
    <dgm:cxn modelId="{46B40240-2289-45D5-8C17-3691C8735589}" srcId="{1DF2F31B-F2D3-4D8F-86C0-1C65FC125D16}" destId="{0DFD303F-EA14-4FEB-A0DD-250E7D2E313E}" srcOrd="2" destOrd="0" parTransId="{629B1870-4AE8-435D-B36D-BEFE11D97945}" sibTransId="{0397D0D8-CD56-40C9-B3BA-41233601722A}"/>
    <dgm:cxn modelId="{C2C54D6E-3D10-447F-AA39-4A96E161BE21}" type="presOf" srcId="{EEE3FAAE-B92B-4AAD-B4F2-7EEC98EE86E2}" destId="{188A595D-4C84-4677-8D49-3222ABB52B95}" srcOrd="0" destOrd="0" presId="urn:microsoft.com/office/officeart/2005/8/layout/default"/>
    <dgm:cxn modelId="{872CCE6F-949C-4F0B-B7E2-32B22971DB47}" srcId="{1DF2F31B-F2D3-4D8F-86C0-1C65FC125D16}" destId="{51460DA6-708C-4A78-9C44-DE1914FABFF0}" srcOrd="3" destOrd="0" parTransId="{9593D26B-5276-491E-8013-D78C98BFE5D9}" sibTransId="{05DB1737-C83D-45F1-A568-3231665899B6}"/>
    <dgm:cxn modelId="{DD2D3873-29FE-4859-BF4A-A23F553B6FD4}" srcId="{1DF2F31B-F2D3-4D8F-86C0-1C65FC125D16}" destId="{F4E59034-87E9-4CBE-9AB4-02E76A4BD97F}" srcOrd="8" destOrd="0" parTransId="{2637D7E0-2963-4593-9351-95776A9DD340}" sibTransId="{1906BA98-FE37-4429-9DBE-1DE5B89F4455}"/>
    <dgm:cxn modelId="{246BBB85-DC91-4AA6-9B6E-61EB2CE051A4}" srcId="{1DF2F31B-F2D3-4D8F-86C0-1C65FC125D16}" destId="{388B6A95-C0E3-4F7D-AD44-269909860E15}" srcOrd="6" destOrd="0" parTransId="{327293C2-F6C6-4CF2-93A9-10C7DB793F1A}" sibTransId="{EB0B7980-6CDD-4970-94E7-64B41DBD4328}"/>
    <dgm:cxn modelId="{E7126D91-6E03-4F82-8569-1DEA9ECE83A9}" srcId="{1DF2F31B-F2D3-4D8F-86C0-1C65FC125D16}" destId="{E70EE358-36C5-4DE2-B842-05D3037D8349}" srcOrd="0" destOrd="0" parTransId="{A4F0B5D8-512A-41E7-BCD3-3A822329C776}" sibTransId="{F68D9772-FCE0-470C-8107-1B12A25D2563}"/>
    <dgm:cxn modelId="{A74BFBAE-498B-4BEA-8778-E600A7F074EC}" type="presOf" srcId="{E70EE358-36C5-4DE2-B842-05D3037D8349}" destId="{CA234EF7-FAD5-4D77-8466-34C9931343E0}" srcOrd="0" destOrd="0" presId="urn:microsoft.com/office/officeart/2005/8/layout/default"/>
    <dgm:cxn modelId="{1043DEB3-1F5D-45C2-BEC1-7F03BDBF6439}" srcId="{1DF2F31B-F2D3-4D8F-86C0-1C65FC125D16}" destId="{91B00793-7398-4F70-B1B8-08CC10033EFA}" srcOrd="4" destOrd="0" parTransId="{330B274A-08EE-40DA-9C4D-130B1F8AB80C}" sibTransId="{E1EC005D-EE82-4A7A-AD2A-B55274978CDE}"/>
    <dgm:cxn modelId="{A8E3D1CE-33FC-4E09-911A-C4659BD0369D}" type="presOf" srcId="{1DF2F31B-F2D3-4D8F-86C0-1C65FC125D16}" destId="{7E32E275-A99B-4197-AF4C-CE253B6F30A8}" srcOrd="0" destOrd="0" presId="urn:microsoft.com/office/officeart/2005/8/layout/default"/>
    <dgm:cxn modelId="{799736D3-2E90-4FFD-AD45-64C9B6781371}" type="presOf" srcId="{51460DA6-708C-4A78-9C44-DE1914FABFF0}" destId="{E21D435C-26F3-41C6-AE79-26D24C61AD5D}" srcOrd="0" destOrd="0" presId="urn:microsoft.com/office/officeart/2005/8/layout/default"/>
    <dgm:cxn modelId="{7C1498D9-0D9E-4B43-97BA-2E232B72DA9D}" srcId="{1DF2F31B-F2D3-4D8F-86C0-1C65FC125D16}" destId="{AA34DBC0-F23A-47B9-8EBA-1DE3D8371DB6}" srcOrd="7" destOrd="0" parTransId="{2E5DDB2A-6039-4F8D-888D-21F979B84267}" sibTransId="{7682A92A-9E4A-40C1-ADEA-09EE6E7C18D2}"/>
    <dgm:cxn modelId="{67D9B5DB-3DB9-4098-9829-097CB3FD70DC}" type="presOf" srcId="{49ADE2C5-8CC2-46A2-8321-674C83A0DFEF}" destId="{A52BBBD0-BA72-483B-9C0C-E38DFD3F4C57}" srcOrd="0" destOrd="0" presId="urn:microsoft.com/office/officeart/2005/8/layout/default"/>
    <dgm:cxn modelId="{0CB07DF7-4D39-4197-A94C-DB95B0A9C821}" type="presOf" srcId="{388B6A95-C0E3-4F7D-AD44-269909860E15}" destId="{548582C2-CF61-4A14-9EA0-CC35B806296E}" srcOrd="0" destOrd="0" presId="urn:microsoft.com/office/officeart/2005/8/layout/default"/>
    <dgm:cxn modelId="{740402FA-9ED1-45CD-B706-914D27A59DBA}" type="presOf" srcId="{91B00793-7398-4F70-B1B8-08CC10033EFA}" destId="{6C996A0E-52F2-49FD-9AD4-4F3FEDF269A7}" srcOrd="0" destOrd="0" presId="urn:microsoft.com/office/officeart/2005/8/layout/default"/>
    <dgm:cxn modelId="{708466FA-F0D6-4207-8706-492448A8E6EA}" type="presOf" srcId="{F4E59034-87E9-4CBE-9AB4-02E76A4BD97F}" destId="{7F458689-EA5A-4217-991E-6A0BE8F302C9}" srcOrd="0" destOrd="0" presId="urn:microsoft.com/office/officeart/2005/8/layout/default"/>
    <dgm:cxn modelId="{43F5D7FD-B2ED-4D4F-8924-6B105CF6BE68}" type="presOf" srcId="{0DFD303F-EA14-4FEB-A0DD-250E7D2E313E}" destId="{DFB1586B-CD61-4BA2-81FF-EDA81B813831}" srcOrd="0" destOrd="0" presId="urn:microsoft.com/office/officeart/2005/8/layout/default"/>
    <dgm:cxn modelId="{A1FB6ED7-589B-4CFD-9F53-10120B3774FD}" type="presParOf" srcId="{7E32E275-A99B-4197-AF4C-CE253B6F30A8}" destId="{CA234EF7-FAD5-4D77-8466-34C9931343E0}" srcOrd="0" destOrd="0" presId="urn:microsoft.com/office/officeart/2005/8/layout/default"/>
    <dgm:cxn modelId="{09B15563-A5D9-49A1-BC4A-8A763BE0D047}" type="presParOf" srcId="{7E32E275-A99B-4197-AF4C-CE253B6F30A8}" destId="{34025B27-0399-4CC4-839E-918916F4FB20}" srcOrd="1" destOrd="0" presId="urn:microsoft.com/office/officeart/2005/8/layout/default"/>
    <dgm:cxn modelId="{4889870C-B17B-47DC-AF75-6B417DA7CDC0}" type="presParOf" srcId="{7E32E275-A99B-4197-AF4C-CE253B6F30A8}" destId="{A52BBBD0-BA72-483B-9C0C-E38DFD3F4C57}" srcOrd="2" destOrd="0" presId="urn:microsoft.com/office/officeart/2005/8/layout/default"/>
    <dgm:cxn modelId="{35860F0A-1086-4002-9B64-80BDCCA36E44}" type="presParOf" srcId="{7E32E275-A99B-4197-AF4C-CE253B6F30A8}" destId="{D4DAC4C1-EDEA-4768-AD58-205F1287359D}" srcOrd="3" destOrd="0" presId="urn:microsoft.com/office/officeart/2005/8/layout/default"/>
    <dgm:cxn modelId="{876738AE-B9FB-4AD2-A4DD-9ABE0EE33B58}" type="presParOf" srcId="{7E32E275-A99B-4197-AF4C-CE253B6F30A8}" destId="{DFB1586B-CD61-4BA2-81FF-EDA81B813831}" srcOrd="4" destOrd="0" presId="urn:microsoft.com/office/officeart/2005/8/layout/default"/>
    <dgm:cxn modelId="{DFC965A3-29E2-420C-9AE9-E4CABD182D61}" type="presParOf" srcId="{7E32E275-A99B-4197-AF4C-CE253B6F30A8}" destId="{066E1C9E-6C11-4480-AE3C-4189E30FC8A1}" srcOrd="5" destOrd="0" presId="urn:microsoft.com/office/officeart/2005/8/layout/default"/>
    <dgm:cxn modelId="{12908F49-45E7-4034-99EF-465012253B02}" type="presParOf" srcId="{7E32E275-A99B-4197-AF4C-CE253B6F30A8}" destId="{E21D435C-26F3-41C6-AE79-26D24C61AD5D}" srcOrd="6" destOrd="0" presId="urn:microsoft.com/office/officeart/2005/8/layout/default"/>
    <dgm:cxn modelId="{485EAB9D-F549-42D7-A8C2-ACBEF4EBBC30}" type="presParOf" srcId="{7E32E275-A99B-4197-AF4C-CE253B6F30A8}" destId="{439F4F42-2DAC-427B-8C0C-A9DDDBC08C01}" srcOrd="7" destOrd="0" presId="urn:microsoft.com/office/officeart/2005/8/layout/default"/>
    <dgm:cxn modelId="{80D51F9C-EFCF-4942-BD88-A580A0BFE830}" type="presParOf" srcId="{7E32E275-A99B-4197-AF4C-CE253B6F30A8}" destId="{6C996A0E-52F2-49FD-9AD4-4F3FEDF269A7}" srcOrd="8" destOrd="0" presId="urn:microsoft.com/office/officeart/2005/8/layout/default"/>
    <dgm:cxn modelId="{B5C9106A-EF8F-4911-875E-589DD2C2F794}" type="presParOf" srcId="{7E32E275-A99B-4197-AF4C-CE253B6F30A8}" destId="{C2B2A244-C365-4036-A33E-12C525A9FD69}" srcOrd="9" destOrd="0" presId="urn:microsoft.com/office/officeart/2005/8/layout/default"/>
    <dgm:cxn modelId="{BD7960D6-00E1-4E4F-8E1D-BD6158CCDBBB}" type="presParOf" srcId="{7E32E275-A99B-4197-AF4C-CE253B6F30A8}" destId="{188A595D-4C84-4677-8D49-3222ABB52B95}" srcOrd="10" destOrd="0" presId="urn:microsoft.com/office/officeart/2005/8/layout/default"/>
    <dgm:cxn modelId="{AE966C9C-AA10-463B-B67B-04D6D864E52E}" type="presParOf" srcId="{7E32E275-A99B-4197-AF4C-CE253B6F30A8}" destId="{BFB8BF13-9596-43F3-92F6-1D222C536E1C}" srcOrd="11" destOrd="0" presId="urn:microsoft.com/office/officeart/2005/8/layout/default"/>
    <dgm:cxn modelId="{EAB9D191-2C33-4B11-A40D-E06D1A273C24}" type="presParOf" srcId="{7E32E275-A99B-4197-AF4C-CE253B6F30A8}" destId="{548582C2-CF61-4A14-9EA0-CC35B806296E}" srcOrd="12" destOrd="0" presId="urn:microsoft.com/office/officeart/2005/8/layout/default"/>
    <dgm:cxn modelId="{591A49F2-D2EC-4D84-B45C-A11D77E4434B}" type="presParOf" srcId="{7E32E275-A99B-4197-AF4C-CE253B6F30A8}" destId="{13E97142-76E6-4B5D-8B8A-75474671FB42}" srcOrd="13" destOrd="0" presId="urn:microsoft.com/office/officeart/2005/8/layout/default"/>
    <dgm:cxn modelId="{86A2F79B-6352-4BE4-B5F6-C1C9540EC343}" type="presParOf" srcId="{7E32E275-A99B-4197-AF4C-CE253B6F30A8}" destId="{117CDEAE-4AE1-4270-AA7E-67C5BA4E2E6A}" srcOrd="14" destOrd="0" presId="urn:microsoft.com/office/officeart/2005/8/layout/default"/>
    <dgm:cxn modelId="{F7708BED-0B15-4744-933F-8D10727E76A4}" type="presParOf" srcId="{7E32E275-A99B-4197-AF4C-CE253B6F30A8}" destId="{8691549F-352D-46AB-A4F2-A4208E3233EF}" srcOrd="15" destOrd="0" presId="urn:microsoft.com/office/officeart/2005/8/layout/default"/>
    <dgm:cxn modelId="{05EE7F24-A8FE-43C1-8423-F79F47057482}" type="presParOf" srcId="{7E32E275-A99B-4197-AF4C-CE253B6F30A8}" destId="{7F458689-EA5A-4217-991E-6A0BE8F302C9}" srcOrd="1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CC7703A-4B0B-4FFE-BFDC-0CBD5A25AD1E}"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3B7D5434-AD74-45A7-AABE-CFB9881C86D3}">
      <dgm:prSet/>
      <dgm:spPr/>
      <dgm:t>
        <a:bodyPr/>
        <a:lstStyle/>
        <a:p>
          <a:pPr>
            <a:lnSpc>
              <a:spcPct val="100000"/>
            </a:lnSpc>
          </a:pPr>
          <a:r>
            <a:rPr lang="en-US"/>
            <a:t>Setup</a:t>
          </a:r>
        </a:p>
      </dgm:t>
    </dgm:pt>
    <dgm:pt modelId="{8128B4B9-3B3F-4E86-91B9-CBCC170DA9FB}" type="parTrans" cxnId="{5F465354-674A-44D5-AAB2-CDC65DDF7BD1}">
      <dgm:prSet/>
      <dgm:spPr/>
      <dgm:t>
        <a:bodyPr/>
        <a:lstStyle/>
        <a:p>
          <a:endParaRPr lang="en-US"/>
        </a:p>
      </dgm:t>
    </dgm:pt>
    <dgm:pt modelId="{411EB1BE-CF98-41A6-ABB8-84188F4F0226}" type="sibTrans" cxnId="{5F465354-674A-44D5-AAB2-CDC65DDF7BD1}">
      <dgm:prSet/>
      <dgm:spPr/>
      <dgm:t>
        <a:bodyPr/>
        <a:lstStyle/>
        <a:p>
          <a:endParaRPr lang="en-US"/>
        </a:p>
      </dgm:t>
    </dgm:pt>
    <dgm:pt modelId="{E1FFED36-1A63-40B6-9D52-CA814801ED2F}">
      <dgm:prSet/>
      <dgm:spPr/>
      <dgm:t>
        <a:bodyPr/>
        <a:lstStyle/>
        <a:p>
          <a:pPr>
            <a:lnSpc>
              <a:spcPct val="100000"/>
            </a:lnSpc>
          </a:pPr>
          <a:r>
            <a:rPr lang="en-US"/>
            <a:t>Noises and Limitations</a:t>
          </a:r>
        </a:p>
      </dgm:t>
    </dgm:pt>
    <dgm:pt modelId="{7D298988-5B60-46D1-ABCF-F570AC246CB0}" type="parTrans" cxnId="{99FC5A1A-8EBA-44DA-A3C4-9D5A42A2EAA9}">
      <dgm:prSet/>
      <dgm:spPr/>
      <dgm:t>
        <a:bodyPr/>
        <a:lstStyle/>
        <a:p>
          <a:endParaRPr lang="en-US"/>
        </a:p>
      </dgm:t>
    </dgm:pt>
    <dgm:pt modelId="{13670782-7CEA-4E25-BF37-5571A9456F7A}" type="sibTrans" cxnId="{99FC5A1A-8EBA-44DA-A3C4-9D5A42A2EAA9}">
      <dgm:prSet/>
      <dgm:spPr/>
      <dgm:t>
        <a:bodyPr/>
        <a:lstStyle/>
        <a:p>
          <a:endParaRPr lang="en-US"/>
        </a:p>
      </dgm:t>
    </dgm:pt>
    <dgm:pt modelId="{6CCACEFB-5DA2-4FF1-9E2F-A5E1DD0D2C68}">
      <dgm:prSet/>
      <dgm:spPr/>
      <dgm:t>
        <a:bodyPr/>
        <a:lstStyle/>
        <a:p>
          <a:pPr>
            <a:lnSpc>
              <a:spcPct val="100000"/>
            </a:lnSpc>
          </a:pPr>
          <a:r>
            <a:rPr lang="en-US"/>
            <a:t>Metrics </a:t>
          </a:r>
        </a:p>
      </dgm:t>
    </dgm:pt>
    <dgm:pt modelId="{F3DFB42A-2768-4716-85F6-DA6D331A78CF}" type="parTrans" cxnId="{CC9AAFC1-0DB4-4AA9-B44A-F66255B4D270}">
      <dgm:prSet/>
      <dgm:spPr/>
      <dgm:t>
        <a:bodyPr/>
        <a:lstStyle/>
        <a:p>
          <a:endParaRPr lang="en-US"/>
        </a:p>
      </dgm:t>
    </dgm:pt>
    <dgm:pt modelId="{9C8EF426-765F-429F-B12C-0805C3027243}" type="sibTrans" cxnId="{CC9AAFC1-0DB4-4AA9-B44A-F66255B4D270}">
      <dgm:prSet/>
      <dgm:spPr/>
      <dgm:t>
        <a:bodyPr/>
        <a:lstStyle/>
        <a:p>
          <a:endParaRPr lang="en-US"/>
        </a:p>
      </dgm:t>
    </dgm:pt>
    <dgm:pt modelId="{BB0CCD30-8F06-425A-932B-31F166D9D342}">
      <dgm:prSet/>
      <dgm:spPr/>
      <dgm:t>
        <a:bodyPr/>
        <a:lstStyle/>
        <a:p>
          <a:pPr>
            <a:lnSpc>
              <a:spcPct val="100000"/>
            </a:lnSpc>
          </a:pPr>
          <a:r>
            <a:rPr lang="en-US"/>
            <a:t>Pipeline and GUI</a:t>
          </a:r>
        </a:p>
      </dgm:t>
    </dgm:pt>
    <dgm:pt modelId="{894FBBE7-3C04-436A-9906-93C3BE9FA509}" type="parTrans" cxnId="{A86C27FE-A8CC-4EA9-9D16-ACA4AEE59CA7}">
      <dgm:prSet/>
      <dgm:spPr/>
      <dgm:t>
        <a:bodyPr/>
        <a:lstStyle/>
        <a:p>
          <a:endParaRPr lang="en-US"/>
        </a:p>
      </dgm:t>
    </dgm:pt>
    <dgm:pt modelId="{53314331-22D4-4E7A-A5B9-6D28DFE922CB}" type="sibTrans" cxnId="{A86C27FE-A8CC-4EA9-9D16-ACA4AEE59CA7}">
      <dgm:prSet/>
      <dgm:spPr/>
      <dgm:t>
        <a:bodyPr/>
        <a:lstStyle/>
        <a:p>
          <a:endParaRPr lang="en-US"/>
        </a:p>
      </dgm:t>
    </dgm:pt>
    <dgm:pt modelId="{0672E854-51A0-4288-A476-826DA1F05996}" type="pres">
      <dgm:prSet presAssocID="{8CC7703A-4B0B-4FFE-BFDC-0CBD5A25AD1E}" presName="root" presStyleCnt="0">
        <dgm:presLayoutVars>
          <dgm:dir/>
          <dgm:resizeHandles val="exact"/>
        </dgm:presLayoutVars>
      </dgm:prSet>
      <dgm:spPr/>
    </dgm:pt>
    <dgm:pt modelId="{4403E9F1-0AB6-412A-B10C-9F4442493F6C}" type="pres">
      <dgm:prSet presAssocID="{3B7D5434-AD74-45A7-AABE-CFB9881C86D3}" presName="compNode" presStyleCnt="0"/>
      <dgm:spPr/>
    </dgm:pt>
    <dgm:pt modelId="{49A9F4A3-98C3-4850-A30C-0DD521025D97}" type="pres">
      <dgm:prSet presAssocID="{3B7D5434-AD74-45A7-AABE-CFB9881C86D3}" presName="bgRect" presStyleLbl="bgShp" presStyleIdx="0" presStyleCnt="4"/>
      <dgm:spPr/>
    </dgm:pt>
    <dgm:pt modelId="{CAEEFA79-7F2C-4532-8506-CD02F3618300}" type="pres">
      <dgm:prSet presAssocID="{3B7D5434-AD74-45A7-AABE-CFB9881C86D3}"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Gears"/>
        </a:ext>
      </dgm:extLst>
    </dgm:pt>
    <dgm:pt modelId="{311DEC95-ABF1-413E-A2EE-4D224B10FDEA}" type="pres">
      <dgm:prSet presAssocID="{3B7D5434-AD74-45A7-AABE-CFB9881C86D3}" presName="spaceRect" presStyleCnt="0"/>
      <dgm:spPr/>
    </dgm:pt>
    <dgm:pt modelId="{2434795A-E561-4E9C-B3B2-0A88F60E43B6}" type="pres">
      <dgm:prSet presAssocID="{3B7D5434-AD74-45A7-AABE-CFB9881C86D3}" presName="parTx" presStyleLbl="revTx" presStyleIdx="0" presStyleCnt="4">
        <dgm:presLayoutVars>
          <dgm:chMax val="0"/>
          <dgm:chPref val="0"/>
        </dgm:presLayoutVars>
      </dgm:prSet>
      <dgm:spPr/>
    </dgm:pt>
    <dgm:pt modelId="{9E2853FC-5555-4E8F-9D97-8F8CFDC96C22}" type="pres">
      <dgm:prSet presAssocID="{411EB1BE-CF98-41A6-ABB8-84188F4F0226}" presName="sibTrans" presStyleCnt="0"/>
      <dgm:spPr/>
    </dgm:pt>
    <dgm:pt modelId="{3C97B287-E3BA-4FFE-B13F-FB1FFB7FF12B}" type="pres">
      <dgm:prSet presAssocID="{E1FFED36-1A63-40B6-9D52-CA814801ED2F}" presName="compNode" presStyleCnt="0"/>
      <dgm:spPr/>
    </dgm:pt>
    <dgm:pt modelId="{1F45689C-2756-40E3-B924-A01C93F5D1DE}" type="pres">
      <dgm:prSet presAssocID="{E1FFED36-1A63-40B6-9D52-CA814801ED2F}" presName="bgRect" presStyleLbl="bgShp" presStyleIdx="1" presStyleCnt="4"/>
      <dgm:spPr/>
    </dgm:pt>
    <dgm:pt modelId="{1EA15D44-C8C8-403B-B0F6-360724AA993A}" type="pres">
      <dgm:prSet presAssocID="{E1FFED36-1A63-40B6-9D52-CA814801ED2F}"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Warning"/>
        </a:ext>
      </dgm:extLst>
    </dgm:pt>
    <dgm:pt modelId="{4D46A4B3-4C9D-4580-BA04-10589AF2E666}" type="pres">
      <dgm:prSet presAssocID="{E1FFED36-1A63-40B6-9D52-CA814801ED2F}" presName="spaceRect" presStyleCnt="0"/>
      <dgm:spPr/>
    </dgm:pt>
    <dgm:pt modelId="{894FADFA-3822-4504-BE72-2ADC8711E717}" type="pres">
      <dgm:prSet presAssocID="{E1FFED36-1A63-40B6-9D52-CA814801ED2F}" presName="parTx" presStyleLbl="revTx" presStyleIdx="1" presStyleCnt="4">
        <dgm:presLayoutVars>
          <dgm:chMax val="0"/>
          <dgm:chPref val="0"/>
        </dgm:presLayoutVars>
      </dgm:prSet>
      <dgm:spPr/>
    </dgm:pt>
    <dgm:pt modelId="{E4D80DFC-4506-403D-AB0F-76C695ABEEFA}" type="pres">
      <dgm:prSet presAssocID="{13670782-7CEA-4E25-BF37-5571A9456F7A}" presName="sibTrans" presStyleCnt="0"/>
      <dgm:spPr/>
    </dgm:pt>
    <dgm:pt modelId="{CE0F33EB-EBCB-4A80-97DA-5323F8C9B568}" type="pres">
      <dgm:prSet presAssocID="{6CCACEFB-5DA2-4FF1-9E2F-A5E1DD0D2C68}" presName="compNode" presStyleCnt="0"/>
      <dgm:spPr/>
    </dgm:pt>
    <dgm:pt modelId="{5192FDA8-60A7-4224-B759-69E5E3635DE3}" type="pres">
      <dgm:prSet presAssocID="{6CCACEFB-5DA2-4FF1-9E2F-A5E1DD0D2C68}" presName="bgRect" presStyleLbl="bgShp" presStyleIdx="2" presStyleCnt="4"/>
      <dgm:spPr/>
    </dgm:pt>
    <dgm:pt modelId="{ABAEF276-8640-41B0-8AAA-D715262D0826}" type="pres">
      <dgm:prSet presAssocID="{6CCACEFB-5DA2-4FF1-9E2F-A5E1DD0D2C68}"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Bar chart"/>
        </a:ext>
      </dgm:extLst>
    </dgm:pt>
    <dgm:pt modelId="{1D6D00CB-C31F-4716-8D0D-A9B5C0C8CE9D}" type="pres">
      <dgm:prSet presAssocID="{6CCACEFB-5DA2-4FF1-9E2F-A5E1DD0D2C68}" presName="spaceRect" presStyleCnt="0"/>
      <dgm:spPr/>
    </dgm:pt>
    <dgm:pt modelId="{5556EF36-CC9C-437D-AE19-5FA9BCCF3E3F}" type="pres">
      <dgm:prSet presAssocID="{6CCACEFB-5DA2-4FF1-9E2F-A5E1DD0D2C68}" presName="parTx" presStyleLbl="revTx" presStyleIdx="2" presStyleCnt="4">
        <dgm:presLayoutVars>
          <dgm:chMax val="0"/>
          <dgm:chPref val="0"/>
        </dgm:presLayoutVars>
      </dgm:prSet>
      <dgm:spPr/>
    </dgm:pt>
    <dgm:pt modelId="{F6B47768-92D4-4F65-8825-3F7A7153F6D9}" type="pres">
      <dgm:prSet presAssocID="{9C8EF426-765F-429F-B12C-0805C3027243}" presName="sibTrans" presStyleCnt="0"/>
      <dgm:spPr/>
    </dgm:pt>
    <dgm:pt modelId="{F101B542-7064-4131-B55D-D5542361F5FE}" type="pres">
      <dgm:prSet presAssocID="{BB0CCD30-8F06-425A-932B-31F166D9D342}" presName="compNode" presStyleCnt="0"/>
      <dgm:spPr/>
    </dgm:pt>
    <dgm:pt modelId="{E4867CE1-5A75-43B3-874D-DBDD6EDA9D87}" type="pres">
      <dgm:prSet presAssocID="{BB0CCD30-8F06-425A-932B-31F166D9D342}" presName="bgRect" presStyleLbl="bgShp" presStyleIdx="3" presStyleCnt="4"/>
      <dgm:spPr/>
    </dgm:pt>
    <dgm:pt modelId="{285D1CE2-AB91-460A-8283-A1EFDF90FA49}" type="pres">
      <dgm:prSet presAssocID="{BB0CCD30-8F06-425A-932B-31F166D9D342}"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omputer"/>
        </a:ext>
      </dgm:extLst>
    </dgm:pt>
    <dgm:pt modelId="{BEF74514-1063-4523-9A8E-EDFB53FF9889}" type="pres">
      <dgm:prSet presAssocID="{BB0CCD30-8F06-425A-932B-31F166D9D342}" presName="spaceRect" presStyleCnt="0"/>
      <dgm:spPr/>
    </dgm:pt>
    <dgm:pt modelId="{33067782-8199-437C-8393-333A64743A2D}" type="pres">
      <dgm:prSet presAssocID="{BB0CCD30-8F06-425A-932B-31F166D9D342}" presName="parTx" presStyleLbl="revTx" presStyleIdx="3" presStyleCnt="4">
        <dgm:presLayoutVars>
          <dgm:chMax val="0"/>
          <dgm:chPref val="0"/>
        </dgm:presLayoutVars>
      </dgm:prSet>
      <dgm:spPr/>
    </dgm:pt>
  </dgm:ptLst>
  <dgm:cxnLst>
    <dgm:cxn modelId="{99FC5A1A-8EBA-44DA-A3C4-9D5A42A2EAA9}" srcId="{8CC7703A-4B0B-4FFE-BFDC-0CBD5A25AD1E}" destId="{E1FFED36-1A63-40B6-9D52-CA814801ED2F}" srcOrd="1" destOrd="0" parTransId="{7D298988-5B60-46D1-ABCF-F570AC246CB0}" sibTransId="{13670782-7CEA-4E25-BF37-5571A9456F7A}"/>
    <dgm:cxn modelId="{3664C92D-1A20-40FC-B1F6-C29DB619DE53}" type="presOf" srcId="{BB0CCD30-8F06-425A-932B-31F166D9D342}" destId="{33067782-8199-437C-8393-333A64743A2D}" srcOrd="0" destOrd="0" presId="urn:microsoft.com/office/officeart/2018/2/layout/IconVerticalSolidList"/>
    <dgm:cxn modelId="{61B74D46-190F-4085-AA5B-27BFD2A79164}" type="presOf" srcId="{3B7D5434-AD74-45A7-AABE-CFB9881C86D3}" destId="{2434795A-E561-4E9C-B3B2-0A88F60E43B6}" srcOrd="0" destOrd="0" presId="urn:microsoft.com/office/officeart/2018/2/layout/IconVerticalSolidList"/>
    <dgm:cxn modelId="{5F465354-674A-44D5-AAB2-CDC65DDF7BD1}" srcId="{8CC7703A-4B0B-4FFE-BFDC-0CBD5A25AD1E}" destId="{3B7D5434-AD74-45A7-AABE-CFB9881C86D3}" srcOrd="0" destOrd="0" parTransId="{8128B4B9-3B3F-4E86-91B9-CBCC170DA9FB}" sibTransId="{411EB1BE-CF98-41A6-ABB8-84188F4F0226}"/>
    <dgm:cxn modelId="{26798B87-48A7-443F-88A7-543034C46214}" type="presOf" srcId="{6CCACEFB-5DA2-4FF1-9E2F-A5E1DD0D2C68}" destId="{5556EF36-CC9C-437D-AE19-5FA9BCCF3E3F}" srcOrd="0" destOrd="0" presId="urn:microsoft.com/office/officeart/2018/2/layout/IconVerticalSolidList"/>
    <dgm:cxn modelId="{E67F7B98-67FA-4C2F-A4F8-2031CB09EAFA}" type="presOf" srcId="{E1FFED36-1A63-40B6-9D52-CA814801ED2F}" destId="{894FADFA-3822-4504-BE72-2ADC8711E717}" srcOrd="0" destOrd="0" presId="urn:microsoft.com/office/officeart/2018/2/layout/IconVerticalSolidList"/>
    <dgm:cxn modelId="{E3E39BA7-C0AD-429C-A8C3-9357A0D7B22E}" type="presOf" srcId="{8CC7703A-4B0B-4FFE-BFDC-0CBD5A25AD1E}" destId="{0672E854-51A0-4288-A476-826DA1F05996}" srcOrd="0" destOrd="0" presId="urn:microsoft.com/office/officeart/2018/2/layout/IconVerticalSolidList"/>
    <dgm:cxn modelId="{CC9AAFC1-0DB4-4AA9-B44A-F66255B4D270}" srcId="{8CC7703A-4B0B-4FFE-BFDC-0CBD5A25AD1E}" destId="{6CCACEFB-5DA2-4FF1-9E2F-A5E1DD0D2C68}" srcOrd="2" destOrd="0" parTransId="{F3DFB42A-2768-4716-85F6-DA6D331A78CF}" sibTransId="{9C8EF426-765F-429F-B12C-0805C3027243}"/>
    <dgm:cxn modelId="{A86C27FE-A8CC-4EA9-9D16-ACA4AEE59CA7}" srcId="{8CC7703A-4B0B-4FFE-BFDC-0CBD5A25AD1E}" destId="{BB0CCD30-8F06-425A-932B-31F166D9D342}" srcOrd="3" destOrd="0" parTransId="{894FBBE7-3C04-436A-9906-93C3BE9FA509}" sibTransId="{53314331-22D4-4E7A-A5B9-6D28DFE922CB}"/>
    <dgm:cxn modelId="{927AA0A2-EF50-4DDC-A343-A82ADC807188}" type="presParOf" srcId="{0672E854-51A0-4288-A476-826DA1F05996}" destId="{4403E9F1-0AB6-412A-B10C-9F4442493F6C}" srcOrd="0" destOrd="0" presId="urn:microsoft.com/office/officeart/2018/2/layout/IconVerticalSolidList"/>
    <dgm:cxn modelId="{BB158F03-DBB0-48CA-ADC4-043AA57BF127}" type="presParOf" srcId="{4403E9F1-0AB6-412A-B10C-9F4442493F6C}" destId="{49A9F4A3-98C3-4850-A30C-0DD521025D97}" srcOrd="0" destOrd="0" presId="urn:microsoft.com/office/officeart/2018/2/layout/IconVerticalSolidList"/>
    <dgm:cxn modelId="{BD9AA14E-A6C0-4360-9A59-852116805E8A}" type="presParOf" srcId="{4403E9F1-0AB6-412A-B10C-9F4442493F6C}" destId="{CAEEFA79-7F2C-4532-8506-CD02F3618300}" srcOrd="1" destOrd="0" presId="urn:microsoft.com/office/officeart/2018/2/layout/IconVerticalSolidList"/>
    <dgm:cxn modelId="{7C3409AA-DCDC-429F-BDC1-3739B1BAF992}" type="presParOf" srcId="{4403E9F1-0AB6-412A-B10C-9F4442493F6C}" destId="{311DEC95-ABF1-413E-A2EE-4D224B10FDEA}" srcOrd="2" destOrd="0" presId="urn:microsoft.com/office/officeart/2018/2/layout/IconVerticalSolidList"/>
    <dgm:cxn modelId="{7C29337D-7B0B-4FC3-86D2-D51308D82B8B}" type="presParOf" srcId="{4403E9F1-0AB6-412A-B10C-9F4442493F6C}" destId="{2434795A-E561-4E9C-B3B2-0A88F60E43B6}" srcOrd="3" destOrd="0" presId="urn:microsoft.com/office/officeart/2018/2/layout/IconVerticalSolidList"/>
    <dgm:cxn modelId="{06BE501E-20AE-41C8-8CB9-FC289B139136}" type="presParOf" srcId="{0672E854-51A0-4288-A476-826DA1F05996}" destId="{9E2853FC-5555-4E8F-9D97-8F8CFDC96C22}" srcOrd="1" destOrd="0" presId="urn:microsoft.com/office/officeart/2018/2/layout/IconVerticalSolidList"/>
    <dgm:cxn modelId="{47B482FF-4836-4E78-99B2-FE0BC1C3D012}" type="presParOf" srcId="{0672E854-51A0-4288-A476-826DA1F05996}" destId="{3C97B287-E3BA-4FFE-B13F-FB1FFB7FF12B}" srcOrd="2" destOrd="0" presId="urn:microsoft.com/office/officeart/2018/2/layout/IconVerticalSolidList"/>
    <dgm:cxn modelId="{96282E49-EBC2-44A8-9E40-3CFBE3D0B823}" type="presParOf" srcId="{3C97B287-E3BA-4FFE-B13F-FB1FFB7FF12B}" destId="{1F45689C-2756-40E3-B924-A01C93F5D1DE}" srcOrd="0" destOrd="0" presId="urn:microsoft.com/office/officeart/2018/2/layout/IconVerticalSolidList"/>
    <dgm:cxn modelId="{EFA01B7A-2AA6-4024-A675-82AF7C0BBB83}" type="presParOf" srcId="{3C97B287-E3BA-4FFE-B13F-FB1FFB7FF12B}" destId="{1EA15D44-C8C8-403B-B0F6-360724AA993A}" srcOrd="1" destOrd="0" presId="urn:microsoft.com/office/officeart/2018/2/layout/IconVerticalSolidList"/>
    <dgm:cxn modelId="{7ABCC01F-E945-4721-9E17-C90F9A59FF63}" type="presParOf" srcId="{3C97B287-E3BA-4FFE-B13F-FB1FFB7FF12B}" destId="{4D46A4B3-4C9D-4580-BA04-10589AF2E666}" srcOrd="2" destOrd="0" presId="urn:microsoft.com/office/officeart/2018/2/layout/IconVerticalSolidList"/>
    <dgm:cxn modelId="{1C52CF8C-0124-444D-B38C-22A04A6DD70E}" type="presParOf" srcId="{3C97B287-E3BA-4FFE-B13F-FB1FFB7FF12B}" destId="{894FADFA-3822-4504-BE72-2ADC8711E717}" srcOrd="3" destOrd="0" presId="urn:microsoft.com/office/officeart/2018/2/layout/IconVerticalSolidList"/>
    <dgm:cxn modelId="{6661777D-1788-41EA-8028-F3179452F6AB}" type="presParOf" srcId="{0672E854-51A0-4288-A476-826DA1F05996}" destId="{E4D80DFC-4506-403D-AB0F-76C695ABEEFA}" srcOrd="3" destOrd="0" presId="urn:microsoft.com/office/officeart/2018/2/layout/IconVerticalSolidList"/>
    <dgm:cxn modelId="{0B03E577-6694-47E8-B24F-BB4B15386DDB}" type="presParOf" srcId="{0672E854-51A0-4288-A476-826DA1F05996}" destId="{CE0F33EB-EBCB-4A80-97DA-5323F8C9B568}" srcOrd="4" destOrd="0" presId="urn:microsoft.com/office/officeart/2018/2/layout/IconVerticalSolidList"/>
    <dgm:cxn modelId="{47131BA0-23E8-4D4E-B111-631FD44FBD54}" type="presParOf" srcId="{CE0F33EB-EBCB-4A80-97DA-5323F8C9B568}" destId="{5192FDA8-60A7-4224-B759-69E5E3635DE3}" srcOrd="0" destOrd="0" presId="urn:microsoft.com/office/officeart/2018/2/layout/IconVerticalSolidList"/>
    <dgm:cxn modelId="{F7F6AA88-7599-4FAC-A9CF-9984BB56FA30}" type="presParOf" srcId="{CE0F33EB-EBCB-4A80-97DA-5323F8C9B568}" destId="{ABAEF276-8640-41B0-8AAA-D715262D0826}" srcOrd="1" destOrd="0" presId="urn:microsoft.com/office/officeart/2018/2/layout/IconVerticalSolidList"/>
    <dgm:cxn modelId="{5930E259-10B3-4B5D-9C27-2BA9BFD28540}" type="presParOf" srcId="{CE0F33EB-EBCB-4A80-97DA-5323F8C9B568}" destId="{1D6D00CB-C31F-4716-8D0D-A9B5C0C8CE9D}" srcOrd="2" destOrd="0" presId="urn:microsoft.com/office/officeart/2018/2/layout/IconVerticalSolidList"/>
    <dgm:cxn modelId="{7171B8D3-9CCE-45E9-90F3-905DFF0EF2DE}" type="presParOf" srcId="{CE0F33EB-EBCB-4A80-97DA-5323F8C9B568}" destId="{5556EF36-CC9C-437D-AE19-5FA9BCCF3E3F}" srcOrd="3" destOrd="0" presId="urn:microsoft.com/office/officeart/2018/2/layout/IconVerticalSolidList"/>
    <dgm:cxn modelId="{FE3A9B81-2A6E-4990-AA2C-D1F388651B4C}" type="presParOf" srcId="{0672E854-51A0-4288-A476-826DA1F05996}" destId="{F6B47768-92D4-4F65-8825-3F7A7153F6D9}" srcOrd="5" destOrd="0" presId="urn:microsoft.com/office/officeart/2018/2/layout/IconVerticalSolidList"/>
    <dgm:cxn modelId="{E2626BE4-97D4-44B7-AA1F-5ACA7A803A2F}" type="presParOf" srcId="{0672E854-51A0-4288-A476-826DA1F05996}" destId="{F101B542-7064-4131-B55D-D5542361F5FE}" srcOrd="6" destOrd="0" presId="urn:microsoft.com/office/officeart/2018/2/layout/IconVerticalSolidList"/>
    <dgm:cxn modelId="{2057ECDB-ED39-489E-A85B-0A0D587E6E56}" type="presParOf" srcId="{F101B542-7064-4131-B55D-D5542361F5FE}" destId="{E4867CE1-5A75-43B3-874D-DBDD6EDA9D87}" srcOrd="0" destOrd="0" presId="urn:microsoft.com/office/officeart/2018/2/layout/IconVerticalSolidList"/>
    <dgm:cxn modelId="{4E0618F4-5E58-4CA2-AE48-6F3D9BDAE3EF}" type="presParOf" srcId="{F101B542-7064-4131-B55D-D5542361F5FE}" destId="{285D1CE2-AB91-460A-8283-A1EFDF90FA49}" srcOrd="1" destOrd="0" presId="urn:microsoft.com/office/officeart/2018/2/layout/IconVerticalSolidList"/>
    <dgm:cxn modelId="{4E8FACEE-B767-442F-8748-64CA22C88A79}" type="presParOf" srcId="{F101B542-7064-4131-B55D-D5542361F5FE}" destId="{BEF74514-1063-4523-9A8E-EDFB53FF9889}" srcOrd="2" destOrd="0" presId="urn:microsoft.com/office/officeart/2018/2/layout/IconVerticalSolidList"/>
    <dgm:cxn modelId="{355D9244-497F-4DCC-B180-13C25CE5EE4C}" type="presParOf" srcId="{F101B542-7064-4131-B55D-D5542361F5FE}" destId="{33067782-8199-437C-8393-333A64743A2D}"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9A667AC-B250-40AF-B62F-992AF6A6F042}"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796B3FEA-F431-454C-A58F-0FAC3D99E2FA}">
      <dgm:prSet/>
      <dgm:spPr/>
      <dgm:t>
        <a:bodyPr/>
        <a:lstStyle/>
        <a:p>
          <a:pPr algn="l" rtl="0"/>
          <a:r>
            <a:rPr lang="en-US" dirty="0"/>
            <a:t>TPSF and IRF Measurements</a:t>
          </a:r>
        </a:p>
      </dgm:t>
    </dgm:pt>
    <dgm:pt modelId="{5B60F6A4-5D0D-4E18-8885-2A8FCCE92FC1}" type="parTrans" cxnId="{30530DAF-ACF6-4DB2-96A2-7327BCF7C23C}">
      <dgm:prSet/>
      <dgm:spPr/>
      <dgm:t>
        <a:bodyPr/>
        <a:lstStyle/>
        <a:p>
          <a:endParaRPr lang="en-US"/>
        </a:p>
      </dgm:t>
    </dgm:pt>
    <dgm:pt modelId="{B0474634-5529-4A51-A32B-51DBBEEDBAA9}" type="sibTrans" cxnId="{30530DAF-ACF6-4DB2-96A2-7327BCF7C23C}">
      <dgm:prSet/>
      <dgm:spPr/>
      <dgm:t>
        <a:bodyPr/>
        <a:lstStyle/>
        <a:p>
          <a:endParaRPr lang="en-US"/>
        </a:p>
      </dgm:t>
    </dgm:pt>
    <dgm:pt modelId="{CDDE093E-75B4-4E17-844F-531DD00BA802}">
      <dgm:prSet/>
      <dgm:spPr/>
      <dgm:t>
        <a:bodyPr/>
        <a:lstStyle/>
        <a:p>
          <a:pPr algn="l" rtl="0"/>
          <a:r>
            <a:rPr lang="en-US" dirty="0"/>
            <a:t>Gated-SCOS Measurements</a:t>
          </a:r>
        </a:p>
      </dgm:t>
    </dgm:pt>
    <dgm:pt modelId="{311C4FF8-D439-40C8-A80B-D092FAE5DB25}" type="parTrans" cxnId="{0142CFBC-B193-48F9-8550-33DE0D230B31}">
      <dgm:prSet/>
      <dgm:spPr/>
      <dgm:t>
        <a:bodyPr/>
        <a:lstStyle/>
        <a:p>
          <a:endParaRPr lang="en-US"/>
        </a:p>
      </dgm:t>
    </dgm:pt>
    <dgm:pt modelId="{9822FE4F-8323-4DBE-89E7-9E3753B18BC9}" type="sibTrans" cxnId="{0142CFBC-B193-48F9-8550-33DE0D230B31}">
      <dgm:prSet/>
      <dgm:spPr/>
      <dgm:t>
        <a:bodyPr/>
        <a:lstStyle/>
        <a:p>
          <a:endParaRPr lang="en-US"/>
        </a:p>
      </dgm:t>
    </dgm:pt>
    <dgm:pt modelId="{9070D74B-A49F-4963-B792-A3ED435FE071}">
      <dgm:prSet/>
      <dgm:spPr/>
      <dgm:t>
        <a:bodyPr/>
        <a:lstStyle/>
        <a:p>
          <a:pPr algn="l" rtl="0"/>
          <a:r>
            <a:rPr lang="en-US" dirty="0"/>
            <a:t>PaLS-iSCOS Measurements</a:t>
          </a:r>
        </a:p>
      </dgm:t>
    </dgm:pt>
    <dgm:pt modelId="{9AF44B94-33E4-4929-93B9-5D7934F331F3}" type="parTrans" cxnId="{8060834C-FA66-4F2B-BB53-160CD4C1A75F}">
      <dgm:prSet/>
      <dgm:spPr/>
      <dgm:t>
        <a:bodyPr/>
        <a:lstStyle/>
        <a:p>
          <a:endParaRPr lang="en-US"/>
        </a:p>
      </dgm:t>
    </dgm:pt>
    <dgm:pt modelId="{24C75AE7-D7DF-4AF5-B0B7-A7D295C1136C}" type="sibTrans" cxnId="{8060834C-FA66-4F2B-BB53-160CD4C1A75F}">
      <dgm:prSet/>
      <dgm:spPr/>
      <dgm:t>
        <a:bodyPr/>
        <a:lstStyle/>
        <a:p>
          <a:endParaRPr lang="en-US"/>
        </a:p>
      </dgm:t>
    </dgm:pt>
    <dgm:pt modelId="{B164532F-1C6F-4550-BDDE-DCCC2D3A2598}">
      <dgm:prSet/>
      <dgm:spPr/>
      <dgm:t>
        <a:bodyPr/>
        <a:lstStyle/>
        <a:p>
          <a:pPr algn="l" rtl="0"/>
          <a:r>
            <a:rPr lang="en-US" dirty="0"/>
            <a:t>SNR</a:t>
          </a:r>
          <a:endParaRPr lang="he-IL" dirty="0"/>
        </a:p>
      </dgm:t>
    </dgm:pt>
    <dgm:pt modelId="{C650E6C7-F124-480E-B1F1-77A9A686E9BE}" type="parTrans" cxnId="{B44ED516-83C7-48CC-96EB-69F32959A62B}">
      <dgm:prSet/>
      <dgm:spPr/>
      <dgm:t>
        <a:bodyPr/>
        <a:lstStyle/>
        <a:p>
          <a:pPr rtl="1"/>
          <a:endParaRPr lang="he-IL"/>
        </a:p>
      </dgm:t>
    </dgm:pt>
    <dgm:pt modelId="{5DF455B1-977A-4CA4-92B8-0B33A6B73DCE}" type="sibTrans" cxnId="{B44ED516-83C7-48CC-96EB-69F32959A62B}">
      <dgm:prSet/>
      <dgm:spPr/>
      <dgm:t>
        <a:bodyPr/>
        <a:lstStyle/>
        <a:p>
          <a:pPr rtl="1"/>
          <a:endParaRPr lang="he-IL"/>
        </a:p>
      </dgm:t>
    </dgm:pt>
    <dgm:pt modelId="{2962E21B-A08B-4009-9BB7-134A4F274D98}">
      <dgm:prSet/>
      <dgm:spPr/>
      <dgm:t>
        <a:bodyPr/>
        <a:lstStyle/>
        <a:p>
          <a:pPr algn="l" rtl="0"/>
          <a:r>
            <a:rPr lang="en-US" dirty="0"/>
            <a:t>BPM</a:t>
          </a:r>
          <a:endParaRPr lang="he-IL" dirty="0"/>
        </a:p>
      </dgm:t>
    </dgm:pt>
    <dgm:pt modelId="{3A8035B4-14C6-424C-8C5A-ACE5BC367F37}" type="parTrans" cxnId="{8C118935-5CB5-43B9-B01C-8E1EADB48D10}">
      <dgm:prSet/>
      <dgm:spPr/>
      <dgm:t>
        <a:bodyPr/>
        <a:lstStyle/>
        <a:p>
          <a:endParaRPr lang="en-US"/>
        </a:p>
      </dgm:t>
    </dgm:pt>
    <dgm:pt modelId="{43B0BA36-B217-4614-9F29-4A02E5DEEBA1}" type="sibTrans" cxnId="{8C118935-5CB5-43B9-B01C-8E1EADB48D10}">
      <dgm:prSet/>
      <dgm:spPr/>
      <dgm:t>
        <a:bodyPr/>
        <a:lstStyle/>
        <a:p>
          <a:endParaRPr lang="en-US"/>
        </a:p>
      </dgm:t>
    </dgm:pt>
    <dgm:pt modelId="{66A6598F-47BC-4A5F-AD84-A0361622F75D}">
      <dgm:prSet/>
      <dgm:spPr/>
      <dgm:t>
        <a:bodyPr/>
        <a:lstStyle/>
        <a:p>
          <a:pPr algn="l" rtl="0"/>
          <a:r>
            <a:rPr lang="en-US" dirty="0"/>
            <a:t>Sensitivity</a:t>
          </a:r>
          <a:endParaRPr lang="he-IL" dirty="0"/>
        </a:p>
      </dgm:t>
    </dgm:pt>
    <dgm:pt modelId="{CCA4D00E-1609-4247-8165-6709740E4D96}" type="parTrans" cxnId="{FAF88DA7-F6F4-45C9-ADA0-B4D9584278CE}">
      <dgm:prSet/>
      <dgm:spPr/>
      <dgm:t>
        <a:bodyPr/>
        <a:lstStyle/>
        <a:p>
          <a:endParaRPr lang="en-US"/>
        </a:p>
      </dgm:t>
    </dgm:pt>
    <dgm:pt modelId="{6489D9AE-6A98-4495-8781-E111EED94CFE}" type="sibTrans" cxnId="{FAF88DA7-F6F4-45C9-ADA0-B4D9584278CE}">
      <dgm:prSet/>
      <dgm:spPr/>
      <dgm:t>
        <a:bodyPr/>
        <a:lstStyle/>
        <a:p>
          <a:endParaRPr lang="en-US"/>
        </a:p>
      </dgm:t>
    </dgm:pt>
    <dgm:pt modelId="{C875C9FE-9C80-4EB0-9650-D81E6C55309C}" type="pres">
      <dgm:prSet presAssocID="{69A667AC-B250-40AF-B62F-992AF6A6F042}" presName="linear" presStyleCnt="0">
        <dgm:presLayoutVars>
          <dgm:animLvl val="lvl"/>
          <dgm:resizeHandles val="exact"/>
        </dgm:presLayoutVars>
      </dgm:prSet>
      <dgm:spPr/>
    </dgm:pt>
    <dgm:pt modelId="{8A5EC28A-CA6A-4913-B36A-A903B5E7CA39}" type="pres">
      <dgm:prSet presAssocID="{796B3FEA-F431-454C-A58F-0FAC3D99E2FA}" presName="parentText" presStyleLbl="node1" presStyleIdx="0" presStyleCnt="6">
        <dgm:presLayoutVars>
          <dgm:chMax val="0"/>
          <dgm:bulletEnabled val="1"/>
        </dgm:presLayoutVars>
      </dgm:prSet>
      <dgm:spPr/>
    </dgm:pt>
    <dgm:pt modelId="{6FD89914-B852-433D-A6A8-C61AFC3318B1}" type="pres">
      <dgm:prSet presAssocID="{B0474634-5529-4A51-A32B-51DBBEEDBAA9}" presName="spacer" presStyleCnt="0"/>
      <dgm:spPr/>
    </dgm:pt>
    <dgm:pt modelId="{7AEDCACD-DF96-4B8C-B6D7-68E1E8271AF1}" type="pres">
      <dgm:prSet presAssocID="{CDDE093E-75B4-4E17-844F-531DD00BA802}" presName="parentText" presStyleLbl="node1" presStyleIdx="1" presStyleCnt="6">
        <dgm:presLayoutVars>
          <dgm:chMax val="0"/>
          <dgm:bulletEnabled val="1"/>
        </dgm:presLayoutVars>
      </dgm:prSet>
      <dgm:spPr/>
    </dgm:pt>
    <dgm:pt modelId="{05A3F862-B038-448C-967F-04D2FD061E28}" type="pres">
      <dgm:prSet presAssocID="{9822FE4F-8323-4DBE-89E7-9E3753B18BC9}" presName="spacer" presStyleCnt="0"/>
      <dgm:spPr/>
    </dgm:pt>
    <dgm:pt modelId="{B421B547-1B8E-4D02-B807-C6A5B851434A}" type="pres">
      <dgm:prSet presAssocID="{9070D74B-A49F-4963-B792-A3ED435FE071}" presName="parentText" presStyleLbl="node1" presStyleIdx="2" presStyleCnt="6">
        <dgm:presLayoutVars>
          <dgm:chMax val="0"/>
          <dgm:bulletEnabled val="1"/>
        </dgm:presLayoutVars>
      </dgm:prSet>
      <dgm:spPr/>
    </dgm:pt>
    <dgm:pt modelId="{5C01D1AF-AB5F-417D-802D-8670AA917719}" type="pres">
      <dgm:prSet presAssocID="{24C75AE7-D7DF-4AF5-B0B7-A7D295C1136C}" presName="spacer" presStyleCnt="0"/>
      <dgm:spPr/>
    </dgm:pt>
    <dgm:pt modelId="{C239192B-0378-43B5-9E74-FEFBB503B075}" type="pres">
      <dgm:prSet presAssocID="{B164532F-1C6F-4550-BDDE-DCCC2D3A2598}" presName="parentText" presStyleLbl="node1" presStyleIdx="3" presStyleCnt="6">
        <dgm:presLayoutVars>
          <dgm:chMax val="0"/>
          <dgm:bulletEnabled val="1"/>
        </dgm:presLayoutVars>
      </dgm:prSet>
      <dgm:spPr/>
    </dgm:pt>
    <dgm:pt modelId="{685007C7-E093-4034-8539-C3210CECF51D}" type="pres">
      <dgm:prSet presAssocID="{5DF455B1-977A-4CA4-92B8-0B33A6B73DCE}" presName="spacer" presStyleCnt="0"/>
      <dgm:spPr/>
    </dgm:pt>
    <dgm:pt modelId="{D629FBE8-3964-4DCF-87AA-0E5FC542326C}" type="pres">
      <dgm:prSet presAssocID="{2962E21B-A08B-4009-9BB7-134A4F274D98}" presName="parentText" presStyleLbl="node1" presStyleIdx="4" presStyleCnt="6">
        <dgm:presLayoutVars>
          <dgm:chMax val="0"/>
          <dgm:bulletEnabled val="1"/>
        </dgm:presLayoutVars>
      </dgm:prSet>
      <dgm:spPr/>
    </dgm:pt>
    <dgm:pt modelId="{BB91AAE0-794B-40BD-9D2A-46663098C56C}" type="pres">
      <dgm:prSet presAssocID="{43B0BA36-B217-4614-9F29-4A02E5DEEBA1}" presName="spacer" presStyleCnt="0"/>
      <dgm:spPr/>
    </dgm:pt>
    <dgm:pt modelId="{B7745EC3-E032-4861-B77C-AEB2CF01F4A9}" type="pres">
      <dgm:prSet presAssocID="{66A6598F-47BC-4A5F-AD84-A0361622F75D}" presName="parentText" presStyleLbl="node1" presStyleIdx="5" presStyleCnt="6">
        <dgm:presLayoutVars>
          <dgm:chMax val="0"/>
          <dgm:bulletEnabled val="1"/>
        </dgm:presLayoutVars>
      </dgm:prSet>
      <dgm:spPr/>
    </dgm:pt>
  </dgm:ptLst>
  <dgm:cxnLst>
    <dgm:cxn modelId="{B44ED516-83C7-48CC-96EB-69F32959A62B}" srcId="{69A667AC-B250-40AF-B62F-992AF6A6F042}" destId="{B164532F-1C6F-4550-BDDE-DCCC2D3A2598}" srcOrd="3" destOrd="0" parTransId="{C650E6C7-F124-480E-B1F1-77A9A686E9BE}" sibTransId="{5DF455B1-977A-4CA4-92B8-0B33A6B73DCE}"/>
    <dgm:cxn modelId="{8C118935-5CB5-43B9-B01C-8E1EADB48D10}" srcId="{69A667AC-B250-40AF-B62F-992AF6A6F042}" destId="{2962E21B-A08B-4009-9BB7-134A4F274D98}" srcOrd="4" destOrd="0" parTransId="{3A8035B4-14C6-424C-8C5A-ACE5BC367F37}" sibTransId="{43B0BA36-B217-4614-9F29-4A02E5DEEBA1}"/>
    <dgm:cxn modelId="{8060834C-FA66-4F2B-BB53-160CD4C1A75F}" srcId="{69A667AC-B250-40AF-B62F-992AF6A6F042}" destId="{9070D74B-A49F-4963-B792-A3ED435FE071}" srcOrd="2" destOrd="0" parTransId="{9AF44B94-33E4-4929-93B9-5D7934F331F3}" sibTransId="{24C75AE7-D7DF-4AF5-B0B7-A7D295C1136C}"/>
    <dgm:cxn modelId="{567D2C4D-D4DC-400F-95AC-046756BDCD4D}" type="presOf" srcId="{9070D74B-A49F-4963-B792-A3ED435FE071}" destId="{B421B547-1B8E-4D02-B807-C6A5B851434A}" srcOrd="0" destOrd="0" presId="urn:microsoft.com/office/officeart/2005/8/layout/vList2"/>
    <dgm:cxn modelId="{153AAF4E-1B5F-4868-9D4F-ED9433DE01B2}" type="presOf" srcId="{66A6598F-47BC-4A5F-AD84-A0361622F75D}" destId="{B7745EC3-E032-4861-B77C-AEB2CF01F4A9}" srcOrd="0" destOrd="0" presId="urn:microsoft.com/office/officeart/2005/8/layout/vList2"/>
    <dgm:cxn modelId="{CF43C07E-FE1E-44A5-8D55-843E5046C5D0}" type="presOf" srcId="{CDDE093E-75B4-4E17-844F-531DD00BA802}" destId="{7AEDCACD-DF96-4B8C-B6D7-68E1E8271AF1}" srcOrd="0" destOrd="0" presId="urn:microsoft.com/office/officeart/2005/8/layout/vList2"/>
    <dgm:cxn modelId="{FAF88DA7-F6F4-45C9-ADA0-B4D9584278CE}" srcId="{69A667AC-B250-40AF-B62F-992AF6A6F042}" destId="{66A6598F-47BC-4A5F-AD84-A0361622F75D}" srcOrd="5" destOrd="0" parTransId="{CCA4D00E-1609-4247-8165-6709740E4D96}" sibTransId="{6489D9AE-6A98-4495-8781-E111EED94CFE}"/>
    <dgm:cxn modelId="{05DAFAAA-32A2-4FCF-AA50-B8ACDD2BF1C9}" type="presOf" srcId="{2962E21B-A08B-4009-9BB7-134A4F274D98}" destId="{D629FBE8-3964-4DCF-87AA-0E5FC542326C}" srcOrd="0" destOrd="0" presId="urn:microsoft.com/office/officeart/2005/8/layout/vList2"/>
    <dgm:cxn modelId="{30530DAF-ACF6-4DB2-96A2-7327BCF7C23C}" srcId="{69A667AC-B250-40AF-B62F-992AF6A6F042}" destId="{796B3FEA-F431-454C-A58F-0FAC3D99E2FA}" srcOrd="0" destOrd="0" parTransId="{5B60F6A4-5D0D-4E18-8885-2A8FCCE92FC1}" sibTransId="{B0474634-5529-4A51-A32B-51DBBEEDBAA9}"/>
    <dgm:cxn modelId="{0142CFBC-B193-48F9-8550-33DE0D230B31}" srcId="{69A667AC-B250-40AF-B62F-992AF6A6F042}" destId="{CDDE093E-75B4-4E17-844F-531DD00BA802}" srcOrd="1" destOrd="0" parTransId="{311C4FF8-D439-40C8-A80B-D092FAE5DB25}" sibTransId="{9822FE4F-8323-4DBE-89E7-9E3753B18BC9}"/>
    <dgm:cxn modelId="{A722A0BE-2CBF-4CBC-B5A2-6471040C9027}" type="presOf" srcId="{B164532F-1C6F-4550-BDDE-DCCC2D3A2598}" destId="{C239192B-0378-43B5-9E74-FEFBB503B075}" srcOrd="0" destOrd="0" presId="urn:microsoft.com/office/officeart/2005/8/layout/vList2"/>
    <dgm:cxn modelId="{E43657C1-F03E-4D27-ADA6-0D1B2D42C115}" type="presOf" srcId="{796B3FEA-F431-454C-A58F-0FAC3D99E2FA}" destId="{8A5EC28A-CA6A-4913-B36A-A903B5E7CA39}" srcOrd="0" destOrd="0" presId="urn:microsoft.com/office/officeart/2005/8/layout/vList2"/>
    <dgm:cxn modelId="{DB0AA1E9-C912-4242-B7D8-C39CEB596244}" type="presOf" srcId="{69A667AC-B250-40AF-B62F-992AF6A6F042}" destId="{C875C9FE-9C80-4EB0-9650-D81E6C55309C}" srcOrd="0" destOrd="0" presId="urn:microsoft.com/office/officeart/2005/8/layout/vList2"/>
    <dgm:cxn modelId="{E33FE113-DEEB-41D1-BE14-58FBC0E2366C}" type="presParOf" srcId="{C875C9FE-9C80-4EB0-9650-D81E6C55309C}" destId="{8A5EC28A-CA6A-4913-B36A-A903B5E7CA39}" srcOrd="0" destOrd="0" presId="urn:microsoft.com/office/officeart/2005/8/layout/vList2"/>
    <dgm:cxn modelId="{39F0F615-A098-452E-B1D2-EBC24D63241B}" type="presParOf" srcId="{C875C9FE-9C80-4EB0-9650-D81E6C55309C}" destId="{6FD89914-B852-433D-A6A8-C61AFC3318B1}" srcOrd="1" destOrd="0" presId="urn:microsoft.com/office/officeart/2005/8/layout/vList2"/>
    <dgm:cxn modelId="{D827CEF4-9FD5-496F-BB19-5E6BC2ECD170}" type="presParOf" srcId="{C875C9FE-9C80-4EB0-9650-D81E6C55309C}" destId="{7AEDCACD-DF96-4B8C-B6D7-68E1E8271AF1}" srcOrd="2" destOrd="0" presId="urn:microsoft.com/office/officeart/2005/8/layout/vList2"/>
    <dgm:cxn modelId="{055857A5-7476-46AA-90ED-109E36334855}" type="presParOf" srcId="{C875C9FE-9C80-4EB0-9650-D81E6C55309C}" destId="{05A3F862-B038-448C-967F-04D2FD061E28}" srcOrd="3" destOrd="0" presId="urn:microsoft.com/office/officeart/2005/8/layout/vList2"/>
    <dgm:cxn modelId="{6F1DF374-640D-4B49-A522-34A696D998F5}" type="presParOf" srcId="{C875C9FE-9C80-4EB0-9650-D81E6C55309C}" destId="{B421B547-1B8E-4D02-B807-C6A5B851434A}" srcOrd="4" destOrd="0" presId="urn:microsoft.com/office/officeart/2005/8/layout/vList2"/>
    <dgm:cxn modelId="{430E067E-243A-4085-8AC4-C4C18447FF7A}" type="presParOf" srcId="{C875C9FE-9C80-4EB0-9650-D81E6C55309C}" destId="{5C01D1AF-AB5F-417D-802D-8670AA917719}" srcOrd="5" destOrd="0" presId="urn:microsoft.com/office/officeart/2005/8/layout/vList2"/>
    <dgm:cxn modelId="{D8AADFD5-DA57-483F-A4FF-360579EC9828}" type="presParOf" srcId="{C875C9FE-9C80-4EB0-9650-D81E6C55309C}" destId="{C239192B-0378-43B5-9E74-FEFBB503B075}" srcOrd="6" destOrd="0" presId="urn:microsoft.com/office/officeart/2005/8/layout/vList2"/>
    <dgm:cxn modelId="{ECB81040-E6DB-44FB-9AA4-60FF693F2CD6}" type="presParOf" srcId="{C875C9FE-9C80-4EB0-9650-D81E6C55309C}" destId="{685007C7-E093-4034-8539-C3210CECF51D}" srcOrd="7" destOrd="0" presId="urn:microsoft.com/office/officeart/2005/8/layout/vList2"/>
    <dgm:cxn modelId="{65D054DD-A987-4EDB-82BF-876F4C488C9C}" type="presParOf" srcId="{C875C9FE-9C80-4EB0-9650-D81E6C55309C}" destId="{D629FBE8-3964-4DCF-87AA-0E5FC542326C}" srcOrd="8" destOrd="0" presId="urn:microsoft.com/office/officeart/2005/8/layout/vList2"/>
    <dgm:cxn modelId="{EB985F37-0E90-47F0-AC0E-A2D9F4174A96}" type="presParOf" srcId="{C875C9FE-9C80-4EB0-9650-D81E6C55309C}" destId="{BB91AAE0-794B-40BD-9D2A-46663098C56C}" srcOrd="9" destOrd="0" presId="urn:microsoft.com/office/officeart/2005/8/layout/vList2"/>
    <dgm:cxn modelId="{2A2B4DFF-2ED1-4106-A1BD-25D4305D911F}" type="presParOf" srcId="{C875C9FE-9C80-4EB0-9650-D81E6C55309C}" destId="{B7745EC3-E032-4861-B77C-AEB2CF01F4A9}"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144F683-1643-479D-94BD-DC6BEFD5E133}"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2007EE60-808E-4E87-965E-4EA08A9652BB}">
      <dgm:prSet/>
      <dgm:spPr/>
      <dgm:t>
        <a:bodyPr/>
        <a:lstStyle/>
        <a:p>
          <a:r>
            <a:rPr lang="en-US" dirty="0"/>
            <a:t>TPSF and IRF Performance</a:t>
          </a:r>
        </a:p>
      </dgm:t>
    </dgm:pt>
    <dgm:pt modelId="{4027C012-B040-487D-B2BD-F94E2D40795F}" type="parTrans" cxnId="{38D4819D-2ECA-467F-999D-C41238B81A24}">
      <dgm:prSet/>
      <dgm:spPr/>
      <dgm:t>
        <a:bodyPr/>
        <a:lstStyle/>
        <a:p>
          <a:endParaRPr lang="en-US"/>
        </a:p>
      </dgm:t>
    </dgm:pt>
    <dgm:pt modelId="{3A46F6AE-5E6A-4250-AB38-5F86300E0431}" type="sibTrans" cxnId="{38D4819D-2ECA-467F-999D-C41238B81A24}">
      <dgm:prSet/>
      <dgm:spPr/>
      <dgm:t>
        <a:bodyPr/>
        <a:lstStyle/>
        <a:p>
          <a:endParaRPr lang="en-US"/>
        </a:p>
      </dgm:t>
    </dgm:pt>
    <dgm:pt modelId="{BB3E0A01-52B8-4EBB-BFCA-C0E56D06B885}">
      <dgm:prSet/>
      <dgm:spPr/>
      <dgm:t>
        <a:bodyPr/>
        <a:lstStyle/>
        <a:p>
          <a:r>
            <a:rPr lang="en-US" dirty="0"/>
            <a:t>SNR and BPM Performance</a:t>
          </a:r>
        </a:p>
      </dgm:t>
    </dgm:pt>
    <dgm:pt modelId="{C82492EC-5A12-4DE1-960E-259499757423}" type="parTrans" cxnId="{14B1DB80-51C6-499C-BF4E-AA1597C751F3}">
      <dgm:prSet/>
      <dgm:spPr/>
      <dgm:t>
        <a:bodyPr/>
        <a:lstStyle/>
        <a:p>
          <a:endParaRPr lang="en-US"/>
        </a:p>
      </dgm:t>
    </dgm:pt>
    <dgm:pt modelId="{1B678308-EA40-4AEF-83D0-78AFE7F8B1E9}" type="sibTrans" cxnId="{14B1DB80-51C6-499C-BF4E-AA1597C751F3}">
      <dgm:prSet/>
      <dgm:spPr/>
      <dgm:t>
        <a:bodyPr/>
        <a:lstStyle/>
        <a:p>
          <a:endParaRPr lang="en-US"/>
        </a:p>
      </dgm:t>
    </dgm:pt>
    <dgm:pt modelId="{006D374F-42AB-4AD0-AC28-FFA2C305BDD4}">
      <dgm:prSet/>
      <dgm:spPr/>
      <dgm:t>
        <a:bodyPr/>
        <a:lstStyle/>
        <a:p>
          <a:r>
            <a:rPr lang="en-US" dirty="0"/>
            <a:t>Sensitivity Metric Limitations</a:t>
          </a:r>
        </a:p>
      </dgm:t>
    </dgm:pt>
    <dgm:pt modelId="{DE49C414-3AD4-46F0-B4EF-F5C94F0F0D59}" type="parTrans" cxnId="{E30DF977-A004-4D5B-8B23-C4398F7AD9AC}">
      <dgm:prSet/>
      <dgm:spPr/>
      <dgm:t>
        <a:bodyPr/>
        <a:lstStyle/>
        <a:p>
          <a:endParaRPr lang="en-US"/>
        </a:p>
      </dgm:t>
    </dgm:pt>
    <dgm:pt modelId="{A3C24B00-1E32-46EA-B7CF-3E5CBA751AAD}" type="sibTrans" cxnId="{E30DF977-A004-4D5B-8B23-C4398F7AD9AC}">
      <dgm:prSet/>
      <dgm:spPr/>
      <dgm:t>
        <a:bodyPr/>
        <a:lstStyle/>
        <a:p>
          <a:endParaRPr lang="en-US"/>
        </a:p>
      </dgm:t>
    </dgm:pt>
    <dgm:pt modelId="{DBEECD66-1906-4911-8B3E-7EB5065C8E5B}">
      <dgm:prSet phldrT="[Text]"/>
      <dgm:spPr/>
      <dgm:t>
        <a:bodyPr/>
        <a:lstStyle/>
        <a:p>
          <a:r>
            <a:rPr lang="en-US" dirty="0"/>
            <a:t>Signal Quality</a:t>
          </a:r>
        </a:p>
      </dgm:t>
    </dgm:pt>
    <dgm:pt modelId="{4979D7AF-AFB9-40C2-A5CE-4FF3BFC259F3}" type="parTrans" cxnId="{86E23214-304D-4968-A7E1-D877EDD9CE43}">
      <dgm:prSet/>
      <dgm:spPr/>
      <dgm:t>
        <a:bodyPr/>
        <a:lstStyle/>
        <a:p>
          <a:endParaRPr lang="en-US"/>
        </a:p>
      </dgm:t>
    </dgm:pt>
    <dgm:pt modelId="{0FCA0BB5-18B4-4E86-A23B-780E73FCB99E}" type="sibTrans" cxnId="{86E23214-304D-4968-A7E1-D877EDD9CE43}">
      <dgm:prSet/>
      <dgm:spPr/>
      <dgm:t>
        <a:bodyPr/>
        <a:lstStyle/>
        <a:p>
          <a:endParaRPr lang="en-US"/>
        </a:p>
      </dgm:t>
    </dgm:pt>
    <dgm:pt modelId="{38AC94B6-99B6-4647-8C27-401BFFE89E62}" type="pres">
      <dgm:prSet presAssocID="{0144F683-1643-479D-94BD-DC6BEFD5E133}" presName="vert0" presStyleCnt="0">
        <dgm:presLayoutVars>
          <dgm:dir/>
          <dgm:animOne val="branch"/>
          <dgm:animLvl val="lvl"/>
        </dgm:presLayoutVars>
      </dgm:prSet>
      <dgm:spPr/>
    </dgm:pt>
    <dgm:pt modelId="{8EDA0E04-2FD8-435F-9610-EA693FA79138}" type="pres">
      <dgm:prSet presAssocID="{2007EE60-808E-4E87-965E-4EA08A9652BB}" presName="thickLine" presStyleLbl="alignNode1" presStyleIdx="0" presStyleCnt="4"/>
      <dgm:spPr/>
    </dgm:pt>
    <dgm:pt modelId="{6524C361-D2E3-4A66-87CA-CAE8BFDF746D}" type="pres">
      <dgm:prSet presAssocID="{2007EE60-808E-4E87-965E-4EA08A9652BB}" presName="horz1" presStyleCnt="0"/>
      <dgm:spPr/>
    </dgm:pt>
    <dgm:pt modelId="{944A0311-090E-4110-A77C-6A0753BA9B55}" type="pres">
      <dgm:prSet presAssocID="{2007EE60-808E-4E87-965E-4EA08A9652BB}" presName="tx1" presStyleLbl="revTx" presStyleIdx="0" presStyleCnt="4"/>
      <dgm:spPr/>
    </dgm:pt>
    <dgm:pt modelId="{CAA7F350-3DC5-4BFB-A6C6-D507306D6FCA}" type="pres">
      <dgm:prSet presAssocID="{2007EE60-808E-4E87-965E-4EA08A9652BB}" presName="vert1" presStyleCnt="0"/>
      <dgm:spPr/>
    </dgm:pt>
    <dgm:pt modelId="{24DCBE49-508D-4363-91CF-6E5EFC107A47}" type="pres">
      <dgm:prSet presAssocID="{BB3E0A01-52B8-4EBB-BFCA-C0E56D06B885}" presName="thickLine" presStyleLbl="alignNode1" presStyleIdx="1" presStyleCnt="4"/>
      <dgm:spPr/>
    </dgm:pt>
    <dgm:pt modelId="{15CE7FF1-9E01-4D23-9DAA-5EF711E9C02F}" type="pres">
      <dgm:prSet presAssocID="{BB3E0A01-52B8-4EBB-BFCA-C0E56D06B885}" presName="horz1" presStyleCnt="0"/>
      <dgm:spPr/>
    </dgm:pt>
    <dgm:pt modelId="{194D0033-7885-4070-A749-26765411BC6F}" type="pres">
      <dgm:prSet presAssocID="{BB3E0A01-52B8-4EBB-BFCA-C0E56D06B885}" presName="tx1" presStyleLbl="revTx" presStyleIdx="1" presStyleCnt="4"/>
      <dgm:spPr/>
    </dgm:pt>
    <dgm:pt modelId="{CF8D1928-0243-4A6B-B3F3-E7CE6135A6E6}" type="pres">
      <dgm:prSet presAssocID="{BB3E0A01-52B8-4EBB-BFCA-C0E56D06B885}" presName="vert1" presStyleCnt="0"/>
      <dgm:spPr/>
    </dgm:pt>
    <dgm:pt modelId="{B252C64A-56B2-4B00-8FB9-FCB09784AAAB}" type="pres">
      <dgm:prSet presAssocID="{DBEECD66-1906-4911-8B3E-7EB5065C8E5B}" presName="thickLine" presStyleLbl="alignNode1" presStyleIdx="2" presStyleCnt="4"/>
      <dgm:spPr/>
    </dgm:pt>
    <dgm:pt modelId="{965D9DE1-916C-42A7-BD59-58F4BE7BE46C}" type="pres">
      <dgm:prSet presAssocID="{DBEECD66-1906-4911-8B3E-7EB5065C8E5B}" presName="horz1" presStyleCnt="0"/>
      <dgm:spPr/>
    </dgm:pt>
    <dgm:pt modelId="{FB378B20-1CC4-494E-9761-4DE0C9B715B6}" type="pres">
      <dgm:prSet presAssocID="{DBEECD66-1906-4911-8B3E-7EB5065C8E5B}" presName="tx1" presStyleLbl="revTx" presStyleIdx="2" presStyleCnt="4"/>
      <dgm:spPr/>
    </dgm:pt>
    <dgm:pt modelId="{A7E2F936-132E-435F-8E58-721E150B877D}" type="pres">
      <dgm:prSet presAssocID="{DBEECD66-1906-4911-8B3E-7EB5065C8E5B}" presName="vert1" presStyleCnt="0"/>
      <dgm:spPr/>
    </dgm:pt>
    <dgm:pt modelId="{2590327A-A4DA-415D-AA8A-C90EFDE2D009}" type="pres">
      <dgm:prSet presAssocID="{006D374F-42AB-4AD0-AC28-FFA2C305BDD4}" presName="thickLine" presStyleLbl="alignNode1" presStyleIdx="3" presStyleCnt="4"/>
      <dgm:spPr/>
    </dgm:pt>
    <dgm:pt modelId="{5C26DBC3-F9EA-4547-9EA4-EA4C6EE6B1F1}" type="pres">
      <dgm:prSet presAssocID="{006D374F-42AB-4AD0-AC28-FFA2C305BDD4}" presName="horz1" presStyleCnt="0"/>
      <dgm:spPr/>
    </dgm:pt>
    <dgm:pt modelId="{492D2453-F29E-4E73-A7CF-FF7C61EC90F8}" type="pres">
      <dgm:prSet presAssocID="{006D374F-42AB-4AD0-AC28-FFA2C305BDD4}" presName="tx1" presStyleLbl="revTx" presStyleIdx="3" presStyleCnt="4"/>
      <dgm:spPr/>
    </dgm:pt>
    <dgm:pt modelId="{052F41CD-16AA-4CD1-AAFC-23BB3997DD8F}" type="pres">
      <dgm:prSet presAssocID="{006D374F-42AB-4AD0-AC28-FFA2C305BDD4}" presName="vert1" presStyleCnt="0"/>
      <dgm:spPr/>
    </dgm:pt>
  </dgm:ptLst>
  <dgm:cxnLst>
    <dgm:cxn modelId="{A67E1D0D-D4BE-4A77-A855-A0EA59E922AC}" type="presOf" srcId="{DBEECD66-1906-4911-8B3E-7EB5065C8E5B}" destId="{FB378B20-1CC4-494E-9761-4DE0C9B715B6}" srcOrd="0" destOrd="0" presId="urn:microsoft.com/office/officeart/2008/layout/LinedList"/>
    <dgm:cxn modelId="{86E23214-304D-4968-A7E1-D877EDD9CE43}" srcId="{0144F683-1643-479D-94BD-DC6BEFD5E133}" destId="{DBEECD66-1906-4911-8B3E-7EB5065C8E5B}" srcOrd="2" destOrd="0" parTransId="{4979D7AF-AFB9-40C2-A5CE-4FF3BFC259F3}" sibTransId="{0FCA0BB5-18B4-4E86-A23B-780E73FCB99E}"/>
    <dgm:cxn modelId="{E30DF977-A004-4D5B-8B23-C4398F7AD9AC}" srcId="{0144F683-1643-479D-94BD-DC6BEFD5E133}" destId="{006D374F-42AB-4AD0-AC28-FFA2C305BDD4}" srcOrd="3" destOrd="0" parTransId="{DE49C414-3AD4-46F0-B4EF-F5C94F0F0D59}" sibTransId="{A3C24B00-1E32-46EA-B7CF-3E5CBA751AAD}"/>
    <dgm:cxn modelId="{14B1DB80-51C6-499C-BF4E-AA1597C751F3}" srcId="{0144F683-1643-479D-94BD-DC6BEFD5E133}" destId="{BB3E0A01-52B8-4EBB-BFCA-C0E56D06B885}" srcOrd="1" destOrd="0" parTransId="{C82492EC-5A12-4DE1-960E-259499757423}" sibTransId="{1B678308-EA40-4AEF-83D0-78AFE7F8B1E9}"/>
    <dgm:cxn modelId="{D986E28D-F8F5-425E-915E-2F45B9384C80}" type="presOf" srcId="{0144F683-1643-479D-94BD-DC6BEFD5E133}" destId="{38AC94B6-99B6-4647-8C27-401BFFE89E62}" srcOrd="0" destOrd="0" presId="urn:microsoft.com/office/officeart/2008/layout/LinedList"/>
    <dgm:cxn modelId="{2A1C2392-5CB6-4719-A925-DBEF099B25C3}" type="presOf" srcId="{2007EE60-808E-4E87-965E-4EA08A9652BB}" destId="{944A0311-090E-4110-A77C-6A0753BA9B55}" srcOrd="0" destOrd="0" presId="urn:microsoft.com/office/officeart/2008/layout/LinedList"/>
    <dgm:cxn modelId="{38D4819D-2ECA-467F-999D-C41238B81A24}" srcId="{0144F683-1643-479D-94BD-DC6BEFD5E133}" destId="{2007EE60-808E-4E87-965E-4EA08A9652BB}" srcOrd="0" destOrd="0" parTransId="{4027C012-B040-487D-B2BD-F94E2D40795F}" sibTransId="{3A46F6AE-5E6A-4250-AB38-5F86300E0431}"/>
    <dgm:cxn modelId="{EFA268AE-DE59-44A2-BE60-D8F7422109FD}" type="presOf" srcId="{BB3E0A01-52B8-4EBB-BFCA-C0E56D06B885}" destId="{194D0033-7885-4070-A749-26765411BC6F}" srcOrd="0" destOrd="0" presId="urn:microsoft.com/office/officeart/2008/layout/LinedList"/>
    <dgm:cxn modelId="{1D2958C9-9892-4F31-A63D-097D6ED7915F}" type="presOf" srcId="{006D374F-42AB-4AD0-AC28-FFA2C305BDD4}" destId="{492D2453-F29E-4E73-A7CF-FF7C61EC90F8}" srcOrd="0" destOrd="0" presId="urn:microsoft.com/office/officeart/2008/layout/LinedList"/>
    <dgm:cxn modelId="{BF198E97-D4BB-4AEF-87AC-881A3EF1B2CA}" type="presParOf" srcId="{38AC94B6-99B6-4647-8C27-401BFFE89E62}" destId="{8EDA0E04-2FD8-435F-9610-EA693FA79138}" srcOrd="0" destOrd="0" presId="urn:microsoft.com/office/officeart/2008/layout/LinedList"/>
    <dgm:cxn modelId="{D1C03B7A-EE67-4F77-ABFE-2921FEF691BE}" type="presParOf" srcId="{38AC94B6-99B6-4647-8C27-401BFFE89E62}" destId="{6524C361-D2E3-4A66-87CA-CAE8BFDF746D}" srcOrd="1" destOrd="0" presId="urn:microsoft.com/office/officeart/2008/layout/LinedList"/>
    <dgm:cxn modelId="{D750E863-ACAD-4F52-A093-283E227D38C1}" type="presParOf" srcId="{6524C361-D2E3-4A66-87CA-CAE8BFDF746D}" destId="{944A0311-090E-4110-A77C-6A0753BA9B55}" srcOrd="0" destOrd="0" presId="urn:microsoft.com/office/officeart/2008/layout/LinedList"/>
    <dgm:cxn modelId="{55B94682-C4C6-4362-A2AE-7BE755C524D3}" type="presParOf" srcId="{6524C361-D2E3-4A66-87CA-CAE8BFDF746D}" destId="{CAA7F350-3DC5-4BFB-A6C6-D507306D6FCA}" srcOrd="1" destOrd="0" presId="urn:microsoft.com/office/officeart/2008/layout/LinedList"/>
    <dgm:cxn modelId="{5200B3A3-56EB-438C-8D73-550CFDC1CBFF}" type="presParOf" srcId="{38AC94B6-99B6-4647-8C27-401BFFE89E62}" destId="{24DCBE49-508D-4363-91CF-6E5EFC107A47}" srcOrd="2" destOrd="0" presId="urn:microsoft.com/office/officeart/2008/layout/LinedList"/>
    <dgm:cxn modelId="{9D7451FF-4231-410F-878B-78F8DFAEE08F}" type="presParOf" srcId="{38AC94B6-99B6-4647-8C27-401BFFE89E62}" destId="{15CE7FF1-9E01-4D23-9DAA-5EF711E9C02F}" srcOrd="3" destOrd="0" presId="urn:microsoft.com/office/officeart/2008/layout/LinedList"/>
    <dgm:cxn modelId="{EF38977F-C392-4431-BBFC-A92A32F840DF}" type="presParOf" srcId="{15CE7FF1-9E01-4D23-9DAA-5EF711E9C02F}" destId="{194D0033-7885-4070-A749-26765411BC6F}" srcOrd="0" destOrd="0" presId="urn:microsoft.com/office/officeart/2008/layout/LinedList"/>
    <dgm:cxn modelId="{2F001198-3AA7-40D7-BBB0-F609CD1666CC}" type="presParOf" srcId="{15CE7FF1-9E01-4D23-9DAA-5EF711E9C02F}" destId="{CF8D1928-0243-4A6B-B3F3-E7CE6135A6E6}" srcOrd="1" destOrd="0" presId="urn:microsoft.com/office/officeart/2008/layout/LinedList"/>
    <dgm:cxn modelId="{1536C4BF-6345-4529-9723-0E7649DC6B82}" type="presParOf" srcId="{38AC94B6-99B6-4647-8C27-401BFFE89E62}" destId="{B252C64A-56B2-4B00-8FB9-FCB09784AAAB}" srcOrd="4" destOrd="0" presId="urn:microsoft.com/office/officeart/2008/layout/LinedList"/>
    <dgm:cxn modelId="{1555D142-6C95-4C43-95AF-EDB97B7C08EB}" type="presParOf" srcId="{38AC94B6-99B6-4647-8C27-401BFFE89E62}" destId="{965D9DE1-916C-42A7-BD59-58F4BE7BE46C}" srcOrd="5" destOrd="0" presId="urn:microsoft.com/office/officeart/2008/layout/LinedList"/>
    <dgm:cxn modelId="{C6A7C1EE-854B-4792-A47D-F419CBE0466C}" type="presParOf" srcId="{965D9DE1-916C-42A7-BD59-58F4BE7BE46C}" destId="{FB378B20-1CC4-494E-9761-4DE0C9B715B6}" srcOrd="0" destOrd="0" presId="urn:microsoft.com/office/officeart/2008/layout/LinedList"/>
    <dgm:cxn modelId="{B2941F89-B3CC-4642-86E5-93CAAC80A98D}" type="presParOf" srcId="{965D9DE1-916C-42A7-BD59-58F4BE7BE46C}" destId="{A7E2F936-132E-435F-8E58-721E150B877D}" srcOrd="1" destOrd="0" presId="urn:microsoft.com/office/officeart/2008/layout/LinedList"/>
    <dgm:cxn modelId="{65E0EA02-E865-4E77-A015-8049F5C8EAC2}" type="presParOf" srcId="{38AC94B6-99B6-4647-8C27-401BFFE89E62}" destId="{2590327A-A4DA-415D-AA8A-C90EFDE2D009}" srcOrd="6" destOrd="0" presId="urn:microsoft.com/office/officeart/2008/layout/LinedList"/>
    <dgm:cxn modelId="{E6A045AA-1184-475D-A197-869A0472D52E}" type="presParOf" srcId="{38AC94B6-99B6-4647-8C27-401BFFE89E62}" destId="{5C26DBC3-F9EA-4547-9EA4-EA4C6EE6B1F1}" srcOrd="7" destOrd="0" presId="urn:microsoft.com/office/officeart/2008/layout/LinedList"/>
    <dgm:cxn modelId="{53E61B3A-07DE-4B74-BAF2-0EB9F590C816}" type="presParOf" srcId="{5C26DBC3-F9EA-4547-9EA4-EA4C6EE6B1F1}" destId="{492D2453-F29E-4E73-A7CF-FF7C61EC90F8}" srcOrd="0" destOrd="0" presId="urn:microsoft.com/office/officeart/2008/layout/LinedList"/>
    <dgm:cxn modelId="{F4A319B5-C0E8-4121-9708-12D92EACF2E7}" type="presParOf" srcId="{5C26DBC3-F9EA-4547-9EA4-EA4C6EE6B1F1}" destId="{052F41CD-16AA-4CD1-AAFC-23BB3997DD8F}"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A258C6-4EF8-424D-842E-9EBA683D43BD}">
      <dsp:nvSpPr>
        <dsp:cNvPr id="0" name=""/>
        <dsp:cNvSpPr/>
      </dsp:nvSpPr>
      <dsp:spPr>
        <a:xfrm>
          <a:off x="5189" y="632602"/>
          <a:ext cx="1989242" cy="750234"/>
        </a:xfrm>
        <a:prstGeom prst="rect">
          <a:avLst/>
        </a:prstGeom>
        <a:solidFill>
          <a:schemeClr val="accent2">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en-US" sz="1500" kern="1200" dirty="0"/>
            <a:t>Brain Imaging: Motivation and Limitations</a:t>
          </a:r>
        </a:p>
      </dsp:txBody>
      <dsp:txXfrm>
        <a:off x="5189" y="632602"/>
        <a:ext cx="1989242" cy="750234"/>
      </dsp:txXfrm>
    </dsp:sp>
    <dsp:sp modelId="{867135F4-5211-47B2-AC75-E7E203095D29}">
      <dsp:nvSpPr>
        <dsp:cNvPr id="0" name=""/>
        <dsp:cNvSpPr/>
      </dsp:nvSpPr>
      <dsp:spPr>
        <a:xfrm>
          <a:off x="5189" y="1382837"/>
          <a:ext cx="1989242" cy="2263257"/>
        </a:xfrm>
        <a:prstGeom prst="rect">
          <a:avLst/>
        </a:prstGeom>
        <a:solidFill>
          <a:schemeClr val="accent2">
            <a:tint val="40000"/>
            <a:alpha val="90000"/>
            <a:hueOff val="0"/>
            <a:satOff val="0"/>
            <a:lumOff val="0"/>
            <a:alphaOff val="0"/>
          </a:schemeClr>
        </a:solidFill>
        <a:ln w="15875"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har char="•"/>
          </a:pPr>
          <a:r>
            <a:rPr lang="en-US" sz="1500" kern="1200" dirty="0"/>
            <a:t>Uses for Brain Imaging</a:t>
          </a:r>
        </a:p>
        <a:p>
          <a:pPr marL="114300" lvl="1" indent="-114300" algn="l" defTabSz="666750">
            <a:lnSpc>
              <a:spcPct val="90000"/>
            </a:lnSpc>
            <a:spcBef>
              <a:spcPct val="0"/>
            </a:spcBef>
            <a:spcAft>
              <a:spcPct val="15000"/>
            </a:spcAft>
            <a:buChar char="•"/>
          </a:pPr>
          <a:r>
            <a:rPr lang="en-US" sz="1500" kern="1200"/>
            <a:t>Advantages and Limitations</a:t>
          </a:r>
        </a:p>
      </dsp:txBody>
      <dsp:txXfrm>
        <a:off x="5189" y="1382837"/>
        <a:ext cx="1989242" cy="2263257"/>
      </dsp:txXfrm>
    </dsp:sp>
    <dsp:sp modelId="{A24A54DB-4877-43C7-A356-5329D6FF0507}">
      <dsp:nvSpPr>
        <dsp:cNvPr id="0" name=""/>
        <dsp:cNvSpPr/>
      </dsp:nvSpPr>
      <dsp:spPr>
        <a:xfrm>
          <a:off x="2272925" y="632602"/>
          <a:ext cx="1989242" cy="750234"/>
        </a:xfrm>
        <a:prstGeom prst="rect">
          <a:avLst/>
        </a:prstGeom>
        <a:solidFill>
          <a:schemeClr val="accent2">
            <a:hueOff val="-330843"/>
            <a:satOff val="373"/>
            <a:lumOff val="882"/>
            <a:alphaOff val="0"/>
          </a:schemeClr>
        </a:solidFill>
        <a:ln w="15875" cap="flat" cmpd="sng" algn="ctr">
          <a:solidFill>
            <a:schemeClr val="accent2">
              <a:hueOff val="-330843"/>
              <a:satOff val="373"/>
              <a:lumOff val="882"/>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en-US" sz="1500" kern="1200" dirty="0"/>
            <a:t>Chosen method- Speckle Contrast Optical Spectroscopy</a:t>
          </a:r>
        </a:p>
      </dsp:txBody>
      <dsp:txXfrm>
        <a:off x="2272925" y="632602"/>
        <a:ext cx="1989242" cy="750234"/>
      </dsp:txXfrm>
    </dsp:sp>
    <dsp:sp modelId="{0CF95CBF-A712-4BF7-BC96-257A25A32A9C}">
      <dsp:nvSpPr>
        <dsp:cNvPr id="0" name=""/>
        <dsp:cNvSpPr/>
      </dsp:nvSpPr>
      <dsp:spPr>
        <a:xfrm>
          <a:off x="2272925" y="1382837"/>
          <a:ext cx="1989242" cy="2263257"/>
        </a:xfrm>
        <a:prstGeom prst="rect">
          <a:avLst/>
        </a:prstGeom>
        <a:solidFill>
          <a:schemeClr val="accent2">
            <a:tint val="40000"/>
            <a:alpha val="90000"/>
            <a:hueOff val="-460466"/>
            <a:satOff val="3068"/>
            <a:lumOff val="280"/>
            <a:alphaOff val="0"/>
          </a:schemeClr>
        </a:solidFill>
        <a:ln w="15875" cap="flat" cmpd="sng" algn="ctr">
          <a:solidFill>
            <a:schemeClr val="accent2">
              <a:tint val="40000"/>
              <a:alpha val="90000"/>
              <a:hueOff val="-460466"/>
              <a:satOff val="3068"/>
              <a:lumOff val="28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har char="•"/>
          </a:pPr>
          <a:r>
            <a:rPr lang="en-US" sz="1500" kern="1200"/>
            <a:t>Rational</a:t>
          </a:r>
        </a:p>
        <a:p>
          <a:pPr marL="114300" lvl="1" indent="-114300" algn="l" defTabSz="666750">
            <a:lnSpc>
              <a:spcPct val="90000"/>
            </a:lnSpc>
            <a:spcBef>
              <a:spcPct val="0"/>
            </a:spcBef>
            <a:spcAft>
              <a:spcPct val="15000"/>
            </a:spcAft>
            <a:buChar char="•"/>
          </a:pPr>
          <a:r>
            <a:rPr lang="en-US" sz="1500" kern="1200"/>
            <a:t>Main principles</a:t>
          </a:r>
        </a:p>
        <a:p>
          <a:pPr marL="114300" lvl="1" indent="-114300" algn="l" defTabSz="666750">
            <a:lnSpc>
              <a:spcPct val="90000"/>
            </a:lnSpc>
            <a:spcBef>
              <a:spcPct val="0"/>
            </a:spcBef>
            <a:spcAft>
              <a:spcPct val="15000"/>
            </a:spcAft>
            <a:buChar char="•"/>
          </a:pPr>
          <a:r>
            <a:rPr lang="en-US" sz="1500" kern="1200"/>
            <a:t>Introducing Time and Coherence Gating</a:t>
          </a:r>
        </a:p>
        <a:p>
          <a:pPr marL="114300" lvl="1" indent="-114300" algn="l" defTabSz="666750">
            <a:lnSpc>
              <a:spcPct val="90000"/>
            </a:lnSpc>
            <a:spcBef>
              <a:spcPct val="0"/>
            </a:spcBef>
            <a:spcAft>
              <a:spcPct val="15000"/>
            </a:spcAft>
            <a:buChar char="•"/>
          </a:pPr>
          <a:r>
            <a:rPr lang="en-US" sz="1500" kern="1200"/>
            <a:t>Temporal Point Spread Function and Instrument Response Function </a:t>
          </a:r>
        </a:p>
      </dsp:txBody>
      <dsp:txXfrm>
        <a:off x="2272925" y="1382837"/>
        <a:ext cx="1989242" cy="2263257"/>
      </dsp:txXfrm>
    </dsp:sp>
    <dsp:sp modelId="{46662ACE-23C6-4BF3-A19E-5A9FC3AC7953}">
      <dsp:nvSpPr>
        <dsp:cNvPr id="0" name=""/>
        <dsp:cNvSpPr/>
      </dsp:nvSpPr>
      <dsp:spPr>
        <a:xfrm>
          <a:off x="4540661" y="632602"/>
          <a:ext cx="1989242" cy="750234"/>
        </a:xfrm>
        <a:prstGeom prst="rect">
          <a:avLst/>
        </a:prstGeom>
        <a:solidFill>
          <a:schemeClr val="accent2">
            <a:hueOff val="-661686"/>
            <a:satOff val="746"/>
            <a:lumOff val="1765"/>
            <a:alphaOff val="0"/>
          </a:schemeClr>
        </a:solidFill>
        <a:ln w="15875" cap="flat" cmpd="sng" algn="ctr">
          <a:solidFill>
            <a:schemeClr val="accent2">
              <a:hueOff val="-661686"/>
              <a:satOff val="746"/>
              <a:lumOff val="1765"/>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en-US" sz="1500" kern="1200" dirty="0"/>
            <a:t>Experiments</a:t>
          </a:r>
        </a:p>
      </dsp:txBody>
      <dsp:txXfrm>
        <a:off x="4540661" y="632602"/>
        <a:ext cx="1989242" cy="750234"/>
      </dsp:txXfrm>
    </dsp:sp>
    <dsp:sp modelId="{FAA9D025-1C87-45AD-9030-041D948F782D}">
      <dsp:nvSpPr>
        <dsp:cNvPr id="0" name=""/>
        <dsp:cNvSpPr/>
      </dsp:nvSpPr>
      <dsp:spPr>
        <a:xfrm>
          <a:off x="4540661" y="1382837"/>
          <a:ext cx="1989242" cy="2263257"/>
        </a:xfrm>
        <a:prstGeom prst="rect">
          <a:avLst/>
        </a:prstGeom>
        <a:solidFill>
          <a:schemeClr val="accent2">
            <a:tint val="40000"/>
            <a:alpha val="90000"/>
            <a:hueOff val="-920933"/>
            <a:satOff val="6135"/>
            <a:lumOff val="561"/>
            <a:alphaOff val="0"/>
          </a:schemeClr>
        </a:solidFill>
        <a:ln w="15875" cap="flat" cmpd="sng" algn="ctr">
          <a:solidFill>
            <a:schemeClr val="accent2">
              <a:tint val="40000"/>
              <a:alpha val="90000"/>
              <a:hueOff val="-920933"/>
              <a:satOff val="6135"/>
              <a:lumOff val="56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har char="•"/>
          </a:pPr>
          <a:r>
            <a:rPr lang="en-US" sz="1500" kern="1200" dirty="0"/>
            <a:t>Setup</a:t>
          </a:r>
        </a:p>
        <a:p>
          <a:pPr marL="114300" lvl="1" indent="-114300" algn="l" defTabSz="666750">
            <a:lnSpc>
              <a:spcPct val="90000"/>
            </a:lnSpc>
            <a:spcBef>
              <a:spcPct val="0"/>
            </a:spcBef>
            <a:spcAft>
              <a:spcPct val="15000"/>
            </a:spcAft>
            <a:buChar char="•"/>
          </a:pPr>
          <a:r>
            <a:rPr lang="en-US" sz="1500" kern="1200" dirty="0"/>
            <a:t>Noises and Limitations</a:t>
          </a:r>
        </a:p>
        <a:p>
          <a:pPr marL="114300" lvl="1" indent="-114300" algn="l" defTabSz="666750">
            <a:lnSpc>
              <a:spcPct val="90000"/>
            </a:lnSpc>
            <a:spcBef>
              <a:spcPct val="0"/>
            </a:spcBef>
            <a:spcAft>
              <a:spcPct val="15000"/>
            </a:spcAft>
            <a:buChar char="•"/>
          </a:pPr>
          <a:r>
            <a:rPr lang="en-US" sz="1500" kern="1200" dirty="0"/>
            <a:t>Metrics </a:t>
          </a:r>
        </a:p>
        <a:p>
          <a:pPr marL="114300" lvl="1" indent="-114300" algn="l" defTabSz="666750">
            <a:lnSpc>
              <a:spcPct val="90000"/>
            </a:lnSpc>
            <a:spcBef>
              <a:spcPct val="0"/>
            </a:spcBef>
            <a:spcAft>
              <a:spcPct val="15000"/>
            </a:spcAft>
            <a:buChar char="•"/>
          </a:pPr>
          <a:r>
            <a:rPr lang="en-US" sz="1500" kern="1200" dirty="0"/>
            <a:t>Pipeline and GUI</a:t>
          </a:r>
        </a:p>
      </dsp:txBody>
      <dsp:txXfrm>
        <a:off x="4540661" y="1382837"/>
        <a:ext cx="1989242" cy="2263257"/>
      </dsp:txXfrm>
    </dsp:sp>
    <dsp:sp modelId="{163FAF00-DDDE-42C6-9CEE-07798AF6A822}">
      <dsp:nvSpPr>
        <dsp:cNvPr id="0" name=""/>
        <dsp:cNvSpPr/>
      </dsp:nvSpPr>
      <dsp:spPr>
        <a:xfrm>
          <a:off x="6808398" y="632602"/>
          <a:ext cx="1989242" cy="750234"/>
        </a:xfrm>
        <a:prstGeom prst="rect">
          <a:avLst/>
        </a:prstGeom>
        <a:solidFill>
          <a:schemeClr val="accent2">
            <a:hueOff val="-992530"/>
            <a:satOff val="1119"/>
            <a:lumOff val="2647"/>
            <a:alphaOff val="0"/>
          </a:schemeClr>
        </a:solidFill>
        <a:ln w="15875" cap="flat" cmpd="sng" algn="ctr">
          <a:solidFill>
            <a:schemeClr val="accent2">
              <a:hueOff val="-992530"/>
              <a:satOff val="1119"/>
              <a:lumOff val="2647"/>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en-US" sz="1500" kern="1200"/>
            <a:t>Results</a:t>
          </a:r>
        </a:p>
      </dsp:txBody>
      <dsp:txXfrm>
        <a:off x="6808398" y="632602"/>
        <a:ext cx="1989242" cy="750234"/>
      </dsp:txXfrm>
    </dsp:sp>
    <dsp:sp modelId="{8F8E576F-6899-44D5-9745-4710D3A68C11}">
      <dsp:nvSpPr>
        <dsp:cNvPr id="0" name=""/>
        <dsp:cNvSpPr/>
      </dsp:nvSpPr>
      <dsp:spPr>
        <a:xfrm>
          <a:off x="6808398" y="1382837"/>
          <a:ext cx="1989242" cy="2263257"/>
        </a:xfrm>
        <a:prstGeom prst="rect">
          <a:avLst/>
        </a:prstGeom>
        <a:solidFill>
          <a:schemeClr val="accent2">
            <a:tint val="40000"/>
            <a:alpha val="90000"/>
            <a:hueOff val="-1381399"/>
            <a:satOff val="9203"/>
            <a:lumOff val="841"/>
            <a:alphaOff val="0"/>
          </a:schemeClr>
        </a:solidFill>
        <a:ln w="15875" cap="flat" cmpd="sng" algn="ctr">
          <a:solidFill>
            <a:schemeClr val="accent2">
              <a:tint val="40000"/>
              <a:alpha val="90000"/>
              <a:hueOff val="-1381399"/>
              <a:satOff val="9203"/>
              <a:lumOff val="84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har char="•"/>
          </a:pPr>
          <a:r>
            <a:rPr lang="en-US" sz="1500" kern="1200"/>
            <a:t>TPSF and IRF measurements</a:t>
          </a:r>
        </a:p>
        <a:p>
          <a:pPr marL="114300" lvl="1" indent="-114300" algn="l" defTabSz="666750">
            <a:lnSpc>
              <a:spcPct val="90000"/>
            </a:lnSpc>
            <a:spcBef>
              <a:spcPct val="0"/>
            </a:spcBef>
            <a:spcAft>
              <a:spcPct val="15000"/>
            </a:spcAft>
            <a:buChar char="•"/>
          </a:pPr>
          <a:r>
            <a:rPr lang="en-US" sz="1500" kern="1200"/>
            <a:t>Signal-to-Noise Ratio</a:t>
          </a:r>
        </a:p>
        <a:p>
          <a:pPr marL="114300" lvl="1" indent="-114300" algn="l" defTabSz="666750">
            <a:lnSpc>
              <a:spcPct val="90000"/>
            </a:lnSpc>
            <a:spcBef>
              <a:spcPct val="0"/>
            </a:spcBef>
            <a:spcAft>
              <a:spcPct val="15000"/>
            </a:spcAft>
            <a:buChar char="•"/>
          </a:pPr>
          <a:r>
            <a:rPr lang="en-US" sz="1500" kern="1200"/>
            <a:t>Beats Per Minute</a:t>
          </a:r>
        </a:p>
        <a:p>
          <a:pPr marL="114300" lvl="1" indent="-114300" algn="l" defTabSz="666750">
            <a:lnSpc>
              <a:spcPct val="90000"/>
            </a:lnSpc>
            <a:spcBef>
              <a:spcPct val="0"/>
            </a:spcBef>
            <a:spcAft>
              <a:spcPct val="15000"/>
            </a:spcAft>
            <a:buChar char="•"/>
          </a:pPr>
          <a:r>
            <a:rPr lang="en-US" sz="1500" kern="1200"/>
            <a:t>Sensitivity</a:t>
          </a:r>
        </a:p>
      </dsp:txBody>
      <dsp:txXfrm>
        <a:off x="6808398" y="1382837"/>
        <a:ext cx="1989242" cy="2263257"/>
      </dsp:txXfrm>
    </dsp:sp>
    <dsp:sp modelId="{AA282810-C0A2-4D16-9767-9F892B27150C}">
      <dsp:nvSpPr>
        <dsp:cNvPr id="0" name=""/>
        <dsp:cNvSpPr/>
      </dsp:nvSpPr>
      <dsp:spPr>
        <a:xfrm>
          <a:off x="9076134" y="632602"/>
          <a:ext cx="1989242" cy="750234"/>
        </a:xfrm>
        <a:prstGeom prst="rect">
          <a:avLst/>
        </a:prstGeom>
        <a:solidFill>
          <a:schemeClr val="accent2">
            <a:hueOff val="-1323373"/>
            <a:satOff val="1492"/>
            <a:lumOff val="3530"/>
            <a:alphaOff val="0"/>
          </a:schemeClr>
        </a:solidFill>
        <a:ln w="15875" cap="flat" cmpd="sng" algn="ctr">
          <a:solidFill>
            <a:schemeClr val="accent2">
              <a:hueOff val="-1323373"/>
              <a:satOff val="1492"/>
              <a:lumOff val="353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en-US" sz="1500" kern="1200" dirty="0"/>
            <a:t>Discussions and Conclusions</a:t>
          </a:r>
        </a:p>
      </dsp:txBody>
      <dsp:txXfrm>
        <a:off x="9076134" y="632602"/>
        <a:ext cx="1989242" cy="750234"/>
      </dsp:txXfrm>
    </dsp:sp>
    <dsp:sp modelId="{6B17A644-47C7-45B6-AA6B-4A1CCDD4B42B}">
      <dsp:nvSpPr>
        <dsp:cNvPr id="0" name=""/>
        <dsp:cNvSpPr/>
      </dsp:nvSpPr>
      <dsp:spPr>
        <a:xfrm>
          <a:off x="9076134" y="1382837"/>
          <a:ext cx="1989242" cy="2263257"/>
        </a:xfrm>
        <a:prstGeom prst="rect">
          <a:avLst/>
        </a:prstGeom>
        <a:solidFill>
          <a:schemeClr val="accent2">
            <a:tint val="40000"/>
            <a:alpha val="90000"/>
            <a:hueOff val="-1841865"/>
            <a:satOff val="12270"/>
            <a:lumOff val="1122"/>
            <a:alphaOff val="0"/>
          </a:schemeClr>
        </a:solidFill>
        <a:ln w="15875" cap="flat" cmpd="sng" algn="ctr">
          <a:solidFill>
            <a:schemeClr val="accent2">
              <a:tint val="40000"/>
              <a:alpha val="90000"/>
              <a:hueOff val="-1841865"/>
              <a:satOff val="12270"/>
              <a:lumOff val="1122"/>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har char="•"/>
          </a:pPr>
          <a:r>
            <a:rPr lang="en-US" sz="1500" kern="1200" dirty="0"/>
            <a:t>TPSF and IRF Performance</a:t>
          </a:r>
        </a:p>
        <a:p>
          <a:pPr marL="114300" lvl="1" indent="-114300" algn="l" defTabSz="666750">
            <a:lnSpc>
              <a:spcPct val="90000"/>
            </a:lnSpc>
            <a:spcBef>
              <a:spcPct val="0"/>
            </a:spcBef>
            <a:spcAft>
              <a:spcPct val="15000"/>
            </a:spcAft>
            <a:buChar char="•"/>
          </a:pPr>
          <a:r>
            <a:rPr lang="en-US" sz="1500" kern="1200" dirty="0"/>
            <a:t>SNR and BPM Performance</a:t>
          </a:r>
        </a:p>
        <a:p>
          <a:pPr marL="114300" lvl="1" indent="-114300" algn="l" defTabSz="666750">
            <a:lnSpc>
              <a:spcPct val="90000"/>
            </a:lnSpc>
            <a:spcBef>
              <a:spcPct val="0"/>
            </a:spcBef>
            <a:spcAft>
              <a:spcPct val="15000"/>
            </a:spcAft>
            <a:buChar char="•"/>
          </a:pPr>
          <a:r>
            <a:rPr lang="en-US" sz="1500" kern="1200" dirty="0"/>
            <a:t>Signal Quality</a:t>
          </a:r>
        </a:p>
        <a:p>
          <a:pPr marL="114300" lvl="1" indent="-114300" algn="l" defTabSz="666750">
            <a:lnSpc>
              <a:spcPct val="90000"/>
            </a:lnSpc>
            <a:spcBef>
              <a:spcPct val="0"/>
            </a:spcBef>
            <a:spcAft>
              <a:spcPct val="15000"/>
            </a:spcAft>
            <a:buChar char="•"/>
          </a:pPr>
          <a:r>
            <a:rPr lang="en-US" sz="1500" kern="1200" dirty="0"/>
            <a:t>Sensitivity Metric Limitations</a:t>
          </a:r>
        </a:p>
        <a:p>
          <a:pPr marL="114300" lvl="1" indent="-114300" algn="l" defTabSz="666750">
            <a:lnSpc>
              <a:spcPct val="90000"/>
            </a:lnSpc>
            <a:spcBef>
              <a:spcPct val="0"/>
            </a:spcBef>
            <a:spcAft>
              <a:spcPct val="15000"/>
            </a:spcAft>
            <a:buChar char="•"/>
          </a:pPr>
          <a:r>
            <a:rPr lang="en-US" sz="1500" kern="1200" dirty="0"/>
            <a:t>Conclusions and Future Work</a:t>
          </a:r>
        </a:p>
      </dsp:txBody>
      <dsp:txXfrm>
        <a:off x="9076134" y="1382837"/>
        <a:ext cx="1989242" cy="226325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234EF7-FAD5-4D77-8466-34C9931343E0}">
      <dsp:nvSpPr>
        <dsp:cNvPr id="0" name=""/>
        <dsp:cNvSpPr/>
      </dsp:nvSpPr>
      <dsp:spPr>
        <a:xfrm>
          <a:off x="963848" y="2178"/>
          <a:ext cx="1890861" cy="1134516"/>
        </a:xfrm>
        <a:prstGeom prst="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t>Stroke diagnosis and cerebral blood flow assessment</a:t>
          </a:r>
          <a:endParaRPr lang="en-US" sz="1700" kern="1200" dirty="0"/>
        </a:p>
      </dsp:txBody>
      <dsp:txXfrm>
        <a:off x="963848" y="2178"/>
        <a:ext cx="1890861" cy="1134516"/>
      </dsp:txXfrm>
    </dsp:sp>
    <dsp:sp modelId="{A52BBBD0-BA72-483B-9C0C-E38DFD3F4C57}">
      <dsp:nvSpPr>
        <dsp:cNvPr id="0" name=""/>
        <dsp:cNvSpPr/>
      </dsp:nvSpPr>
      <dsp:spPr>
        <a:xfrm>
          <a:off x="3043795" y="2178"/>
          <a:ext cx="1890861" cy="1134516"/>
        </a:xfrm>
        <a:prstGeom prst="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t>Brain tumor detection and surgical planning</a:t>
          </a:r>
          <a:endParaRPr lang="en-US" sz="1700" kern="1200" dirty="0"/>
        </a:p>
      </dsp:txBody>
      <dsp:txXfrm>
        <a:off x="3043795" y="2178"/>
        <a:ext cx="1890861" cy="1134516"/>
      </dsp:txXfrm>
    </dsp:sp>
    <dsp:sp modelId="{DFB1586B-CD61-4BA2-81FF-EDA81B813831}">
      <dsp:nvSpPr>
        <dsp:cNvPr id="0" name=""/>
        <dsp:cNvSpPr/>
      </dsp:nvSpPr>
      <dsp:spPr>
        <a:xfrm>
          <a:off x="5123743" y="2178"/>
          <a:ext cx="1890861" cy="1134516"/>
        </a:xfrm>
        <a:prstGeom prst="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a:t>Traumatic brain injury (TBI) monitoring</a:t>
          </a:r>
          <a:endParaRPr lang="en-US" sz="1700" kern="1200"/>
        </a:p>
      </dsp:txBody>
      <dsp:txXfrm>
        <a:off x="5123743" y="2178"/>
        <a:ext cx="1890861" cy="1134516"/>
      </dsp:txXfrm>
    </dsp:sp>
    <dsp:sp modelId="{E21D435C-26F3-41C6-AE79-26D24C61AD5D}">
      <dsp:nvSpPr>
        <dsp:cNvPr id="0" name=""/>
        <dsp:cNvSpPr/>
      </dsp:nvSpPr>
      <dsp:spPr>
        <a:xfrm>
          <a:off x="7203690" y="2178"/>
          <a:ext cx="1890861" cy="1134516"/>
        </a:xfrm>
        <a:prstGeom prst="rect">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a:t>Epilepsy diagnosis and seizure localization</a:t>
          </a:r>
          <a:endParaRPr lang="en-US" sz="1700" kern="1200"/>
        </a:p>
      </dsp:txBody>
      <dsp:txXfrm>
        <a:off x="7203690" y="2178"/>
        <a:ext cx="1890861" cy="1134516"/>
      </dsp:txXfrm>
    </dsp:sp>
    <dsp:sp modelId="{6C996A0E-52F2-49FD-9AD4-4F3FEDF269A7}">
      <dsp:nvSpPr>
        <dsp:cNvPr id="0" name=""/>
        <dsp:cNvSpPr/>
      </dsp:nvSpPr>
      <dsp:spPr>
        <a:xfrm>
          <a:off x="963848" y="1325781"/>
          <a:ext cx="1890861" cy="1134516"/>
        </a:xfrm>
        <a:prstGeom prst="rect">
          <a:avLst/>
        </a:prstGeom>
        <a:solidFill>
          <a:schemeClr val="accent6">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a:t>Neurodegenerative disease assessment</a:t>
          </a:r>
          <a:r>
            <a:rPr lang="en-US" sz="1700" kern="1200"/>
            <a:t> (e.g., Alzheimer's, Parkinson’s)</a:t>
          </a:r>
        </a:p>
      </dsp:txBody>
      <dsp:txXfrm>
        <a:off x="963848" y="1325781"/>
        <a:ext cx="1890861" cy="1134516"/>
      </dsp:txXfrm>
    </dsp:sp>
    <dsp:sp modelId="{188A595D-4C84-4677-8D49-3222ABB52B95}">
      <dsp:nvSpPr>
        <dsp:cNvPr id="0" name=""/>
        <dsp:cNvSpPr/>
      </dsp:nvSpPr>
      <dsp:spPr>
        <a:xfrm>
          <a:off x="3043795" y="1325781"/>
          <a:ext cx="1890861" cy="1134516"/>
        </a:xfrm>
        <a:prstGeom prst="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t>Neurocritical care monitoring</a:t>
          </a:r>
          <a:r>
            <a:rPr lang="en-US" sz="1700" kern="1200" dirty="0"/>
            <a:t> (ICP, oxygenation, brain function)</a:t>
          </a:r>
        </a:p>
      </dsp:txBody>
      <dsp:txXfrm>
        <a:off x="3043795" y="1325781"/>
        <a:ext cx="1890861" cy="1134516"/>
      </dsp:txXfrm>
    </dsp:sp>
    <dsp:sp modelId="{548582C2-CF61-4A14-9EA0-CC35B806296E}">
      <dsp:nvSpPr>
        <dsp:cNvPr id="0" name=""/>
        <dsp:cNvSpPr/>
      </dsp:nvSpPr>
      <dsp:spPr>
        <a:xfrm>
          <a:off x="5123743" y="1325781"/>
          <a:ext cx="1890861" cy="1134516"/>
        </a:xfrm>
        <a:prstGeom prst="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a:t>Functional brain mapping</a:t>
          </a:r>
          <a:r>
            <a:rPr lang="en-US" sz="1700" kern="1200"/>
            <a:t> (motor, language, cognition)</a:t>
          </a:r>
        </a:p>
      </dsp:txBody>
      <dsp:txXfrm>
        <a:off x="5123743" y="1325781"/>
        <a:ext cx="1890861" cy="1134516"/>
      </dsp:txXfrm>
    </dsp:sp>
    <dsp:sp modelId="{117CDEAE-4AE1-4270-AA7E-67C5BA4E2E6A}">
      <dsp:nvSpPr>
        <dsp:cNvPr id="0" name=""/>
        <dsp:cNvSpPr/>
      </dsp:nvSpPr>
      <dsp:spPr>
        <a:xfrm>
          <a:off x="7203690" y="1325781"/>
          <a:ext cx="1890861" cy="1134516"/>
        </a:xfrm>
        <a:prstGeom prst="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a:t>Psychiatric and cognitive disorder research</a:t>
          </a:r>
          <a:r>
            <a:rPr lang="en-US" sz="1700" kern="1200"/>
            <a:t> </a:t>
          </a:r>
          <a:r>
            <a:rPr lang="en-US" sz="1700" b="1" kern="1200"/>
            <a:t>Rehabilitation</a:t>
          </a:r>
          <a:endParaRPr lang="en-US" sz="1700" kern="1200"/>
        </a:p>
      </dsp:txBody>
      <dsp:txXfrm>
        <a:off x="7203690" y="1325781"/>
        <a:ext cx="1890861" cy="1134516"/>
      </dsp:txXfrm>
    </dsp:sp>
    <dsp:sp modelId="{7F458689-EA5A-4217-991E-6A0BE8F302C9}">
      <dsp:nvSpPr>
        <dsp:cNvPr id="0" name=""/>
        <dsp:cNvSpPr/>
      </dsp:nvSpPr>
      <dsp:spPr>
        <a:xfrm>
          <a:off x="4083769" y="2649384"/>
          <a:ext cx="1890861" cy="1134516"/>
        </a:xfrm>
        <a:prstGeom prst="rect">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t>Brain-computer interfaces (BCIs)</a:t>
          </a:r>
          <a:endParaRPr lang="en-US" sz="1700" kern="1200" dirty="0"/>
        </a:p>
      </dsp:txBody>
      <dsp:txXfrm>
        <a:off x="4083769" y="2649384"/>
        <a:ext cx="1890861" cy="113451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A9F4A3-98C3-4850-A30C-0DD521025D97}">
      <dsp:nvSpPr>
        <dsp:cNvPr id="0" name=""/>
        <dsp:cNvSpPr/>
      </dsp:nvSpPr>
      <dsp:spPr>
        <a:xfrm>
          <a:off x="0" y="1920"/>
          <a:ext cx="5057396" cy="97356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AEEFA79-7F2C-4532-8506-CD02F3618300}">
      <dsp:nvSpPr>
        <dsp:cNvPr id="0" name=""/>
        <dsp:cNvSpPr/>
      </dsp:nvSpPr>
      <dsp:spPr>
        <a:xfrm>
          <a:off x="294503" y="220973"/>
          <a:ext cx="535460" cy="53546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434795A-E561-4E9C-B3B2-0A88F60E43B6}">
      <dsp:nvSpPr>
        <dsp:cNvPr id="0" name=""/>
        <dsp:cNvSpPr/>
      </dsp:nvSpPr>
      <dsp:spPr>
        <a:xfrm>
          <a:off x="1124467" y="1920"/>
          <a:ext cx="3932928" cy="9735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036" tIns="103036" rIns="103036" bIns="103036" numCol="1" spcCol="1270" anchor="ctr" anchorCtr="0">
          <a:noAutofit/>
        </a:bodyPr>
        <a:lstStyle/>
        <a:p>
          <a:pPr marL="0" lvl="0" indent="0" algn="l" defTabSz="977900">
            <a:lnSpc>
              <a:spcPct val="100000"/>
            </a:lnSpc>
            <a:spcBef>
              <a:spcPct val="0"/>
            </a:spcBef>
            <a:spcAft>
              <a:spcPct val="35000"/>
            </a:spcAft>
            <a:buNone/>
          </a:pPr>
          <a:r>
            <a:rPr lang="en-US" sz="2200" kern="1200"/>
            <a:t>Setup</a:t>
          </a:r>
        </a:p>
      </dsp:txBody>
      <dsp:txXfrm>
        <a:off x="1124467" y="1920"/>
        <a:ext cx="3932928" cy="973564"/>
      </dsp:txXfrm>
    </dsp:sp>
    <dsp:sp modelId="{1F45689C-2756-40E3-B924-A01C93F5D1DE}">
      <dsp:nvSpPr>
        <dsp:cNvPr id="0" name=""/>
        <dsp:cNvSpPr/>
      </dsp:nvSpPr>
      <dsp:spPr>
        <a:xfrm>
          <a:off x="0" y="1218877"/>
          <a:ext cx="5057396" cy="97356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EA15D44-C8C8-403B-B0F6-360724AA993A}">
      <dsp:nvSpPr>
        <dsp:cNvPr id="0" name=""/>
        <dsp:cNvSpPr/>
      </dsp:nvSpPr>
      <dsp:spPr>
        <a:xfrm>
          <a:off x="294503" y="1437929"/>
          <a:ext cx="535460" cy="53546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94FADFA-3822-4504-BE72-2ADC8711E717}">
      <dsp:nvSpPr>
        <dsp:cNvPr id="0" name=""/>
        <dsp:cNvSpPr/>
      </dsp:nvSpPr>
      <dsp:spPr>
        <a:xfrm>
          <a:off x="1124467" y="1218877"/>
          <a:ext cx="3932928" cy="9735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036" tIns="103036" rIns="103036" bIns="103036" numCol="1" spcCol="1270" anchor="ctr" anchorCtr="0">
          <a:noAutofit/>
        </a:bodyPr>
        <a:lstStyle/>
        <a:p>
          <a:pPr marL="0" lvl="0" indent="0" algn="l" defTabSz="977900">
            <a:lnSpc>
              <a:spcPct val="100000"/>
            </a:lnSpc>
            <a:spcBef>
              <a:spcPct val="0"/>
            </a:spcBef>
            <a:spcAft>
              <a:spcPct val="35000"/>
            </a:spcAft>
            <a:buNone/>
          </a:pPr>
          <a:r>
            <a:rPr lang="en-US" sz="2200" kern="1200"/>
            <a:t>Noises and Limitations</a:t>
          </a:r>
        </a:p>
      </dsp:txBody>
      <dsp:txXfrm>
        <a:off x="1124467" y="1218877"/>
        <a:ext cx="3932928" cy="973564"/>
      </dsp:txXfrm>
    </dsp:sp>
    <dsp:sp modelId="{5192FDA8-60A7-4224-B759-69E5E3635DE3}">
      <dsp:nvSpPr>
        <dsp:cNvPr id="0" name=""/>
        <dsp:cNvSpPr/>
      </dsp:nvSpPr>
      <dsp:spPr>
        <a:xfrm>
          <a:off x="0" y="2435833"/>
          <a:ext cx="5057396" cy="97356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BAEF276-8640-41B0-8AAA-D715262D0826}">
      <dsp:nvSpPr>
        <dsp:cNvPr id="0" name=""/>
        <dsp:cNvSpPr/>
      </dsp:nvSpPr>
      <dsp:spPr>
        <a:xfrm>
          <a:off x="294503" y="2654885"/>
          <a:ext cx="535460" cy="53546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556EF36-CC9C-437D-AE19-5FA9BCCF3E3F}">
      <dsp:nvSpPr>
        <dsp:cNvPr id="0" name=""/>
        <dsp:cNvSpPr/>
      </dsp:nvSpPr>
      <dsp:spPr>
        <a:xfrm>
          <a:off x="1124467" y="2435833"/>
          <a:ext cx="3932928" cy="9735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036" tIns="103036" rIns="103036" bIns="103036" numCol="1" spcCol="1270" anchor="ctr" anchorCtr="0">
          <a:noAutofit/>
        </a:bodyPr>
        <a:lstStyle/>
        <a:p>
          <a:pPr marL="0" lvl="0" indent="0" algn="l" defTabSz="977900">
            <a:lnSpc>
              <a:spcPct val="100000"/>
            </a:lnSpc>
            <a:spcBef>
              <a:spcPct val="0"/>
            </a:spcBef>
            <a:spcAft>
              <a:spcPct val="35000"/>
            </a:spcAft>
            <a:buNone/>
          </a:pPr>
          <a:r>
            <a:rPr lang="en-US" sz="2200" kern="1200"/>
            <a:t>Metrics </a:t>
          </a:r>
        </a:p>
      </dsp:txBody>
      <dsp:txXfrm>
        <a:off x="1124467" y="2435833"/>
        <a:ext cx="3932928" cy="973564"/>
      </dsp:txXfrm>
    </dsp:sp>
    <dsp:sp modelId="{E4867CE1-5A75-43B3-874D-DBDD6EDA9D87}">
      <dsp:nvSpPr>
        <dsp:cNvPr id="0" name=""/>
        <dsp:cNvSpPr/>
      </dsp:nvSpPr>
      <dsp:spPr>
        <a:xfrm>
          <a:off x="0" y="3652789"/>
          <a:ext cx="5057396" cy="97356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85D1CE2-AB91-460A-8283-A1EFDF90FA49}">
      <dsp:nvSpPr>
        <dsp:cNvPr id="0" name=""/>
        <dsp:cNvSpPr/>
      </dsp:nvSpPr>
      <dsp:spPr>
        <a:xfrm>
          <a:off x="294503" y="3871841"/>
          <a:ext cx="535460" cy="53546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3067782-8199-437C-8393-333A64743A2D}">
      <dsp:nvSpPr>
        <dsp:cNvPr id="0" name=""/>
        <dsp:cNvSpPr/>
      </dsp:nvSpPr>
      <dsp:spPr>
        <a:xfrm>
          <a:off x="1124467" y="3652789"/>
          <a:ext cx="3932928" cy="9735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036" tIns="103036" rIns="103036" bIns="103036" numCol="1" spcCol="1270" anchor="ctr" anchorCtr="0">
          <a:noAutofit/>
        </a:bodyPr>
        <a:lstStyle/>
        <a:p>
          <a:pPr marL="0" lvl="0" indent="0" algn="l" defTabSz="977900">
            <a:lnSpc>
              <a:spcPct val="100000"/>
            </a:lnSpc>
            <a:spcBef>
              <a:spcPct val="0"/>
            </a:spcBef>
            <a:spcAft>
              <a:spcPct val="35000"/>
            </a:spcAft>
            <a:buNone/>
          </a:pPr>
          <a:r>
            <a:rPr lang="en-US" sz="2200" kern="1200"/>
            <a:t>Pipeline and GUI</a:t>
          </a:r>
        </a:p>
      </dsp:txBody>
      <dsp:txXfrm>
        <a:off x="1124467" y="3652789"/>
        <a:ext cx="3932928" cy="97356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5EC28A-CA6A-4913-B36A-A903B5E7CA39}">
      <dsp:nvSpPr>
        <dsp:cNvPr id="0" name=""/>
        <dsp:cNvSpPr/>
      </dsp:nvSpPr>
      <dsp:spPr>
        <a:xfrm>
          <a:off x="0" y="54531"/>
          <a:ext cx="6797675" cy="839474"/>
        </a:xfrm>
        <a:prstGeom prst="roundRect">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rtl="0">
            <a:lnSpc>
              <a:spcPct val="90000"/>
            </a:lnSpc>
            <a:spcBef>
              <a:spcPct val="0"/>
            </a:spcBef>
            <a:spcAft>
              <a:spcPct val="35000"/>
            </a:spcAft>
            <a:buNone/>
          </a:pPr>
          <a:r>
            <a:rPr lang="en-US" sz="3500" kern="1200" dirty="0"/>
            <a:t>TPSF and IRF Measurements</a:t>
          </a:r>
        </a:p>
      </dsp:txBody>
      <dsp:txXfrm>
        <a:off x="40980" y="95511"/>
        <a:ext cx="6715715" cy="757514"/>
      </dsp:txXfrm>
    </dsp:sp>
    <dsp:sp modelId="{7AEDCACD-DF96-4B8C-B6D7-68E1E8271AF1}">
      <dsp:nvSpPr>
        <dsp:cNvPr id="0" name=""/>
        <dsp:cNvSpPr/>
      </dsp:nvSpPr>
      <dsp:spPr>
        <a:xfrm>
          <a:off x="0" y="994806"/>
          <a:ext cx="6797675" cy="839474"/>
        </a:xfrm>
        <a:prstGeom prst="roundRect">
          <a:avLst/>
        </a:prstGeom>
        <a:solidFill>
          <a:schemeClr val="accent5">
            <a:hueOff val="471357"/>
            <a:satOff val="-2254"/>
            <a:lumOff val="2471"/>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rtl="0">
            <a:lnSpc>
              <a:spcPct val="90000"/>
            </a:lnSpc>
            <a:spcBef>
              <a:spcPct val="0"/>
            </a:spcBef>
            <a:spcAft>
              <a:spcPct val="35000"/>
            </a:spcAft>
            <a:buNone/>
          </a:pPr>
          <a:r>
            <a:rPr lang="en-US" sz="3500" kern="1200" dirty="0"/>
            <a:t>Gated-SCOS Measurements</a:t>
          </a:r>
        </a:p>
      </dsp:txBody>
      <dsp:txXfrm>
        <a:off x="40980" y="1035786"/>
        <a:ext cx="6715715" cy="757514"/>
      </dsp:txXfrm>
    </dsp:sp>
    <dsp:sp modelId="{B421B547-1B8E-4D02-B807-C6A5B851434A}">
      <dsp:nvSpPr>
        <dsp:cNvPr id="0" name=""/>
        <dsp:cNvSpPr/>
      </dsp:nvSpPr>
      <dsp:spPr>
        <a:xfrm>
          <a:off x="0" y="1935081"/>
          <a:ext cx="6797675" cy="839474"/>
        </a:xfrm>
        <a:prstGeom prst="roundRect">
          <a:avLst/>
        </a:prstGeom>
        <a:solidFill>
          <a:schemeClr val="accent5">
            <a:hueOff val="942713"/>
            <a:satOff val="-4508"/>
            <a:lumOff val="4941"/>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rtl="0">
            <a:lnSpc>
              <a:spcPct val="90000"/>
            </a:lnSpc>
            <a:spcBef>
              <a:spcPct val="0"/>
            </a:spcBef>
            <a:spcAft>
              <a:spcPct val="35000"/>
            </a:spcAft>
            <a:buNone/>
          </a:pPr>
          <a:r>
            <a:rPr lang="en-US" sz="3500" kern="1200" dirty="0"/>
            <a:t>PaLS-iSCOS Measurements</a:t>
          </a:r>
        </a:p>
      </dsp:txBody>
      <dsp:txXfrm>
        <a:off x="40980" y="1976061"/>
        <a:ext cx="6715715" cy="757514"/>
      </dsp:txXfrm>
    </dsp:sp>
    <dsp:sp modelId="{C239192B-0378-43B5-9E74-FEFBB503B075}">
      <dsp:nvSpPr>
        <dsp:cNvPr id="0" name=""/>
        <dsp:cNvSpPr/>
      </dsp:nvSpPr>
      <dsp:spPr>
        <a:xfrm>
          <a:off x="0" y="2875356"/>
          <a:ext cx="6797675" cy="839474"/>
        </a:xfrm>
        <a:prstGeom prst="roundRect">
          <a:avLst/>
        </a:prstGeom>
        <a:solidFill>
          <a:schemeClr val="accent5">
            <a:hueOff val="1414070"/>
            <a:satOff val="-6762"/>
            <a:lumOff val="7412"/>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rtl="0">
            <a:lnSpc>
              <a:spcPct val="90000"/>
            </a:lnSpc>
            <a:spcBef>
              <a:spcPct val="0"/>
            </a:spcBef>
            <a:spcAft>
              <a:spcPct val="35000"/>
            </a:spcAft>
            <a:buNone/>
          </a:pPr>
          <a:r>
            <a:rPr lang="en-US" sz="3500" kern="1200" dirty="0"/>
            <a:t>SNR</a:t>
          </a:r>
          <a:endParaRPr lang="he-IL" sz="3500" kern="1200" dirty="0"/>
        </a:p>
      </dsp:txBody>
      <dsp:txXfrm>
        <a:off x="40980" y="2916336"/>
        <a:ext cx="6715715" cy="757514"/>
      </dsp:txXfrm>
    </dsp:sp>
    <dsp:sp modelId="{D629FBE8-3964-4DCF-87AA-0E5FC542326C}">
      <dsp:nvSpPr>
        <dsp:cNvPr id="0" name=""/>
        <dsp:cNvSpPr/>
      </dsp:nvSpPr>
      <dsp:spPr>
        <a:xfrm>
          <a:off x="0" y="3815630"/>
          <a:ext cx="6797675" cy="839474"/>
        </a:xfrm>
        <a:prstGeom prst="roundRect">
          <a:avLst/>
        </a:prstGeom>
        <a:solidFill>
          <a:schemeClr val="accent5">
            <a:hueOff val="1885427"/>
            <a:satOff val="-9016"/>
            <a:lumOff val="9882"/>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rtl="0">
            <a:lnSpc>
              <a:spcPct val="90000"/>
            </a:lnSpc>
            <a:spcBef>
              <a:spcPct val="0"/>
            </a:spcBef>
            <a:spcAft>
              <a:spcPct val="35000"/>
            </a:spcAft>
            <a:buNone/>
          </a:pPr>
          <a:r>
            <a:rPr lang="en-US" sz="3500" kern="1200" dirty="0"/>
            <a:t>BPM</a:t>
          </a:r>
          <a:endParaRPr lang="he-IL" sz="3500" kern="1200" dirty="0"/>
        </a:p>
      </dsp:txBody>
      <dsp:txXfrm>
        <a:off x="40980" y="3856610"/>
        <a:ext cx="6715715" cy="757514"/>
      </dsp:txXfrm>
    </dsp:sp>
    <dsp:sp modelId="{B7745EC3-E032-4861-B77C-AEB2CF01F4A9}">
      <dsp:nvSpPr>
        <dsp:cNvPr id="0" name=""/>
        <dsp:cNvSpPr/>
      </dsp:nvSpPr>
      <dsp:spPr>
        <a:xfrm>
          <a:off x="0" y="4755906"/>
          <a:ext cx="6797675" cy="839474"/>
        </a:xfrm>
        <a:prstGeom prst="roundRect">
          <a:avLst/>
        </a:prstGeom>
        <a:solidFill>
          <a:schemeClr val="accent5">
            <a:hueOff val="2356783"/>
            <a:satOff val="-11270"/>
            <a:lumOff val="12353"/>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rtl="0">
            <a:lnSpc>
              <a:spcPct val="90000"/>
            </a:lnSpc>
            <a:spcBef>
              <a:spcPct val="0"/>
            </a:spcBef>
            <a:spcAft>
              <a:spcPct val="35000"/>
            </a:spcAft>
            <a:buNone/>
          </a:pPr>
          <a:r>
            <a:rPr lang="en-US" sz="3500" kern="1200" dirty="0"/>
            <a:t>Sensitivity</a:t>
          </a:r>
          <a:endParaRPr lang="he-IL" sz="3500" kern="1200" dirty="0"/>
        </a:p>
      </dsp:txBody>
      <dsp:txXfrm>
        <a:off x="40980" y="4796886"/>
        <a:ext cx="6715715" cy="75751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DA0E04-2FD8-435F-9610-EA693FA79138}">
      <dsp:nvSpPr>
        <dsp:cNvPr id="0" name=""/>
        <dsp:cNvSpPr/>
      </dsp:nvSpPr>
      <dsp:spPr>
        <a:xfrm>
          <a:off x="0" y="0"/>
          <a:ext cx="6797675" cy="0"/>
        </a:xfrm>
        <a:prstGeom prst="line">
          <a:avLst/>
        </a:prstGeom>
        <a:solidFill>
          <a:schemeClr val="accent2">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44A0311-090E-4110-A77C-6A0753BA9B55}">
      <dsp:nvSpPr>
        <dsp:cNvPr id="0" name=""/>
        <dsp:cNvSpPr/>
      </dsp:nvSpPr>
      <dsp:spPr>
        <a:xfrm>
          <a:off x="0" y="0"/>
          <a:ext cx="6797675" cy="14124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3830" tIns="163830" rIns="163830" bIns="163830" numCol="1" spcCol="1270" anchor="t" anchorCtr="0">
          <a:noAutofit/>
        </a:bodyPr>
        <a:lstStyle/>
        <a:p>
          <a:pPr marL="0" lvl="0" indent="0" algn="l" defTabSz="1911350">
            <a:lnSpc>
              <a:spcPct val="90000"/>
            </a:lnSpc>
            <a:spcBef>
              <a:spcPct val="0"/>
            </a:spcBef>
            <a:spcAft>
              <a:spcPct val="35000"/>
            </a:spcAft>
            <a:buNone/>
          </a:pPr>
          <a:r>
            <a:rPr lang="en-US" sz="4300" kern="1200" dirty="0"/>
            <a:t>TPSF and IRF Performance</a:t>
          </a:r>
        </a:p>
      </dsp:txBody>
      <dsp:txXfrm>
        <a:off x="0" y="0"/>
        <a:ext cx="6797675" cy="1412477"/>
      </dsp:txXfrm>
    </dsp:sp>
    <dsp:sp modelId="{24DCBE49-508D-4363-91CF-6E5EFC107A47}">
      <dsp:nvSpPr>
        <dsp:cNvPr id="0" name=""/>
        <dsp:cNvSpPr/>
      </dsp:nvSpPr>
      <dsp:spPr>
        <a:xfrm>
          <a:off x="0" y="1412478"/>
          <a:ext cx="6797675" cy="0"/>
        </a:xfrm>
        <a:prstGeom prst="line">
          <a:avLst/>
        </a:prstGeom>
        <a:solidFill>
          <a:schemeClr val="accent2">
            <a:hueOff val="-441124"/>
            <a:satOff val="497"/>
            <a:lumOff val="1177"/>
            <a:alphaOff val="0"/>
          </a:schemeClr>
        </a:solidFill>
        <a:ln w="15875" cap="flat" cmpd="sng" algn="ctr">
          <a:solidFill>
            <a:schemeClr val="accent2">
              <a:hueOff val="-441124"/>
              <a:satOff val="497"/>
              <a:lumOff val="1177"/>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94D0033-7885-4070-A749-26765411BC6F}">
      <dsp:nvSpPr>
        <dsp:cNvPr id="0" name=""/>
        <dsp:cNvSpPr/>
      </dsp:nvSpPr>
      <dsp:spPr>
        <a:xfrm>
          <a:off x="0" y="1412477"/>
          <a:ext cx="6797675" cy="14124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3830" tIns="163830" rIns="163830" bIns="163830" numCol="1" spcCol="1270" anchor="t" anchorCtr="0">
          <a:noAutofit/>
        </a:bodyPr>
        <a:lstStyle/>
        <a:p>
          <a:pPr marL="0" lvl="0" indent="0" algn="l" defTabSz="1911350">
            <a:lnSpc>
              <a:spcPct val="90000"/>
            </a:lnSpc>
            <a:spcBef>
              <a:spcPct val="0"/>
            </a:spcBef>
            <a:spcAft>
              <a:spcPct val="35000"/>
            </a:spcAft>
            <a:buNone/>
          </a:pPr>
          <a:r>
            <a:rPr lang="en-US" sz="4300" kern="1200" dirty="0"/>
            <a:t>SNR and BPM Performance</a:t>
          </a:r>
        </a:p>
      </dsp:txBody>
      <dsp:txXfrm>
        <a:off x="0" y="1412477"/>
        <a:ext cx="6797675" cy="1412477"/>
      </dsp:txXfrm>
    </dsp:sp>
    <dsp:sp modelId="{B252C64A-56B2-4B00-8FB9-FCB09784AAAB}">
      <dsp:nvSpPr>
        <dsp:cNvPr id="0" name=""/>
        <dsp:cNvSpPr/>
      </dsp:nvSpPr>
      <dsp:spPr>
        <a:xfrm>
          <a:off x="0" y="2824956"/>
          <a:ext cx="6797675" cy="0"/>
        </a:xfrm>
        <a:prstGeom prst="line">
          <a:avLst/>
        </a:prstGeom>
        <a:solidFill>
          <a:schemeClr val="accent2">
            <a:hueOff val="-882249"/>
            <a:satOff val="995"/>
            <a:lumOff val="2353"/>
            <a:alphaOff val="0"/>
          </a:schemeClr>
        </a:solidFill>
        <a:ln w="15875" cap="flat" cmpd="sng" algn="ctr">
          <a:solidFill>
            <a:schemeClr val="accent2">
              <a:hueOff val="-882249"/>
              <a:satOff val="995"/>
              <a:lumOff val="2353"/>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B378B20-1CC4-494E-9761-4DE0C9B715B6}">
      <dsp:nvSpPr>
        <dsp:cNvPr id="0" name=""/>
        <dsp:cNvSpPr/>
      </dsp:nvSpPr>
      <dsp:spPr>
        <a:xfrm>
          <a:off x="0" y="2824955"/>
          <a:ext cx="6797675" cy="14124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3830" tIns="163830" rIns="163830" bIns="163830" numCol="1" spcCol="1270" anchor="t" anchorCtr="0">
          <a:noAutofit/>
        </a:bodyPr>
        <a:lstStyle/>
        <a:p>
          <a:pPr marL="0" lvl="0" indent="0" algn="l" defTabSz="1911350">
            <a:lnSpc>
              <a:spcPct val="90000"/>
            </a:lnSpc>
            <a:spcBef>
              <a:spcPct val="0"/>
            </a:spcBef>
            <a:spcAft>
              <a:spcPct val="35000"/>
            </a:spcAft>
            <a:buNone/>
          </a:pPr>
          <a:r>
            <a:rPr lang="en-US" sz="4300" kern="1200" dirty="0"/>
            <a:t>Signal Quality</a:t>
          </a:r>
        </a:p>
      </dsp:txBody>
      <dsp:txXfrm>
        <a:off x="0" y="2824955"/>
        <a:ext cx="6797675" cy="1412477"/>
      </dsp:txXfrm>
    </dsp:sp>
    <dsp:sp modelId="{2590327A-A4DA-415D-AA8A-C90EFDE2D009}">
      <dsp:nvSpPr>
        <dsp:cNvPr id="0" name=""/>
        <dsp:cNvSpPr/>
      </dsp:nvSpPr>
      <dsp:spPr>
        <a:xfrm>
          <a:off x="0" y="4237434"/>
          <a:ext cx="6797675" cy="0"/>
        </a:xfrm>
        <a:prstGeom prst="line">
          <a:avLst/>
        </a:prstGeom>
        <a:solidFill>
          <a:schemeClr val="accent2">
            <a:hueOff val="-1323373"/>
            <a:satOff val="1492"/>
            <a:lumOff val="3530"/>
            <a:alphaOff val="0"/>
          </a:schemeClr>
        </a:solidFill>
        <a:ln w="15875" cap="flat" cmpd="sng" algn="ctr">
          <a:solidFill>
            <a:schemeClr val="accent2">
              <a:hueOff val="-1323373"/>
              <a:satOff val="1492"/>
              <a:lumOff val="353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92D2453-F29E-4E73-A7CF-FF7C61EC90F8}">
      <dsp:nvSpPr>
        <dsp:cNvPr id="0" name=""/>
        <dsp:cNvSpPr/>
      </dsp:nvSpPr>
      <dsp:spPr>
        <a:xfrm>
          <a:off x="0" y="4237433"/>
          <a:ext cx="6797675" cy="14124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3830" tIns="163830" rIns="163830" bIns="163830" numCol="1" spcCol="1270" anchor="t" anchorCtr="0">
          <a:noAutofit/>
        </a:bodyPr>
        <a:lstStyle/>
        <a:p>
          <a:pPr marL="0" lvl="0" indent="0" algn="l" defTabSz="1911350">
            <a:lnSpc>
              <a:spcPct val="90000"/>
            </a:lnSpc>
            <a:spcBef>
              <a:spcPct val="0"/>
            </a:spcBef>
            <a:spcAft>
              <a:spcPct val="35000"/>
            </a:spcAft>
            <a:buNone/>
          </a:pPr>
          <a:r>
            <a:rPr lang="en-US" sz="4300" kern="1200" dirty="0"/>
            <a:t>Sensitivity Metric Limitations</a:t>
          </a:r>
        </a:p>
      </dsp:txBody>
      <dsp:txXfrm>
        <a:off x="0" y="4237433"/>
        <a:ext cx="6797675" cy="1412477"/>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D319D6B-3BD3-167F-D249-DB13E433365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4464AD5-B6CC-4BB6-FC2A-2C7B7806651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F9F274-D8C9-483C-9E01-24EEFF572ACA}" type="datetimeFigureOut">
              <a:rPr lang="en-US" smtClean="0"/>
              <a:t>8/2/2026</a:t>
            </a:fld>
            <a:endParaRPr lang="en-US"/>
          </a:p>
        </p:txBody>
      </p:sp>
      <p:sp>
        <p:nvSpPr>
          <p:cNvPr id="4" name="Footer Placeholder 3">
            <a:extLst>
              <a:ext uri="{FF2B5EF4-FFF2-40B4-BE49-F238E27FC236}">
                <a16:creationId xmlns:a16="http://schemas.microsoft.com/office/drawing/2014/main" id="{360EC547-B5A7-4150-77C9-D374BBC418F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37FF738-5BF1-7EC9-3FA1-7BEE914E844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E932CDE-2F0C-4DE5-8A97-E2BDC5022228}" type="slidenum">
              <a:rPr lang="en-US" smtClean="0"/>
              <a:t>‹#›</a:t>
            </a:fld>
            <a:endParaRPr lang="en-US"/>
          </a:p>
        </p:txBody>
      </p:sp>
    </p:spTree>
    <p:extLst>
      <p:ext uri="{BB962C8B-B14F-4D97-AF65-F5344CB8AC3E}">
        <p14:creationId xmlns:p14="http://schemas.microsoft.com/office/powerpoint/2010/main" val="12511362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9FD3F2-7735-4710-B2A3-8530645D16EF}" type="datetimeFigureOut">
              <a:rPr lang="en-US" smtClean="0"/>
              <a:t>8/2/2026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6902D4-48C4-47D0-BE6B-960F10827E43}" type="slidenum">
              <a:rPr lang="en-US" smtClean="0"/>
              <a:t>‹#›</a:t>
            </a:fld>
            <a:endParaRPr lang="en-US"/>
          </a:p>
        </p:txBody>
      </p:sp>
    </p:spTree>
    <p:extLst>
      <p:ext uri="{BB962C8B-B14F-4D97-AF65-F5344CB8AC3E}">
        <p14:creationId xmlns:p14="http://schemas.microsoft.com/office/powerpoint/2010/main" val="3064024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5"/>
          </p:nvPr>
        </p:nvSpPr>
        <p:spPr/>
        <p:txBody>
          <a:bodyPr/>
          <a:lstStyle/>
          <a:p>
            <a:fld id="{46265641-C23D-4681-8065-07ECE0AE09C7}" type="slidenum">
              <a:rPr lang="he-IL" smtClean="0"/>
              <a:t>6</a:t>
            </a:fld>
            <a:endParaRPr lang="he-IL"/>
          </a:p>
        </p:txBody>
      </p:sp>
    </p:spTree>
    <p:extLst>
      <p:ext uri="{BB962C8B-B14F-4D97-AF65-F5344CB8AC3E}">
        <p14:creationId xmlns:p14="http://schemas.microsoft.com/office/powerpoint/2010/main" val="706657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6902D4-48C4-47D0-BE6B-960F10827E43}" type="slidenum">
              <a:rPr lang="en-US" smtClean="0"/>
              <a:t>33</a:t>
            </a:fld>
            <a:endParaRPr lang="en-US"/>
          </a:p>
        </p:txBody>
      </p:sp>
    </p:spTree>
    <p:extLst>
      <p:ext uri="{BB962C8B-B14F-4D97-AF65-F5344CB8AC3E}">
        <p14:creationId xmlns:p14="http://schemas.microsoft.com/office/powerpoint/2010/main" val="5234346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BD1F46F-58B6-4E89-A4C8-C4E167AFD17D}" type="datetime1">
              <a:rPr lang="en-US" smtClean="0"/>
              <a:t>8/2/2026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11AD2F-9457-44B3-A1A5-67FB697FC1E5}"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9314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394D927-C936-4B02-A0ED-4E5FC7158FE0}" type="datetime1">
              <a:rPr lang="en-US" smtClean="0"/>
              <a:t>8/2/2026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11AD2F-9457-44B3-A1A5-67FB697FC1E5}" type="slidenum">
              <a:rPr lang="en-US" smtClean="0"/>
              <a:t>‹#›</a:t>
            </a:fld>
            <a:endParaRPr lang="en-US"/>
          </a:p>
        </p:txBody>
      </p:sp>
    </p:spTree>
    <p:extLst>
      <p:ext uri="{BB962C8B-B14F-4D97-AF65-F5344CB8AC3E}">
        <p14:creationId xmlns:p14="http://schemas.microsoft.com/office/powerpoint/2010/main" val="10531692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5334D4-2BCA-47C6-A397-5530F88F8B2B}" type="datetime1">
              <a:rPr lang="en-US" smtClean="0"/>
              <a:t>8/2/2026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11AD2F-9457-44B3-A1A5-67FB697FC1E5}"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36816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57265D7-D448-4E35-8CBC-8B8A6845BB6D}" type="datetime1">
              <a:rPr lang="en-US" smtClean="0"/>
              <a:t>8/2/2026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11AD2F-9457-44B3-A1A5-67FB697FC1E5}" type="slidenum">
              <a:rPr lang="en-US" smtClean="0"/>
              <a:t>‹#›</a:t>
            </a:fld>
            <a:endParaRPr lang="en-US"/>
          </a:p>
        </p:txBody>
      </p:sp>
    </p:spTree>
    <p:extLst>
      <p:ext uri="{BB962C8B-B14F-4D97-AF65-F5344CB8AC3E}">
        <p14:creationId xmlns:p14="http://schemas.microsoft.com/office/powerpoint/2010/main" val="9895123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AEE41DD-7E02-4CA0-ABA8-7AB47DA428CB}" type="datetime1">
              <a:rPr lang="en-US" smtClean="0"/>
              <a:t>8/2/2026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D11AD2F-9457-44B3-A1A5-67FB697FC1E5}" type="slidenum">
              <a:rPr lang="en-US" smtClean="0"/>
              <a:t>‹#›</a:t>
            </a:fld>
            <a:endParaRPr lang="en-US"/>
          </a:p>
        </p:txBody>
      </p:sp>
    </p:spTree>
    <p:extLst>
      <p:ext uri="{BB962C8B-B14F-4D97-AF65-F5344CB8AC3E}">
        <p14:creationId xmlns:p14="http://schemas.microsoft.com/office/powerpoint/2010/main" val="1412776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FF656B8-56BE-4F2E-9188-2A47020441A4}" type="datetime1">
              <a:rPr lang="en-US" smtClean="0"/>
              <a:t>8/2/2026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D11AD2F-9457-44B3-A1A5-67FB697FC1E5}" type="slidenum">
              <a:rPr lang="en-US" smtClean="0"/>
              <a:t>‹#›</a:t>
            </a:fld>
            <a:endParaRPr lang="en-US"/>
          </a:p>
        </p:txBody>
      </p:sp>
    </p:spTree>
    <p:extLst>
      <p:ext uri="{BB962C8B-B14F-4D97-AF65-F5344CB8AC3E}">
        <p14:creationId xmlns:p14="http://schemas.microsoft.com/office/powerpoint/2010/main" val="1712116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7" name="Date Placeholder 6"/>
          <p:cNvSpPr>
            <a:spLocks noGrp="1"/>
          </p:cNvSpPr>
          <p:nvPr>
            <p:ph type="dt" sz="half" idx="10"/>
          </p:nvPr>
        </p:nvSpPr>
        <p:spPr/>
        <p:txBody>
          <a:bodyPr/>
          <a:lstStyle/>
          <a:p>
            <a:fld id="{857AEBAD-5B75-4FE6-94F7-FC630D94F706}" type="datetime1">
              <a:rPr lang="en-US" smtClean="0"/>
              <a:t>8/2/2026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2D11AD2F-9457-44B3-A1A5-67FB697FC1E5}" type="slidenum">
              <a:rPr lang="en-US" smtClean="0"/>
              <a:t>‹#›</a:t>
            </a:fld>
            <a:endParaRPr lang="en-US"/>
          </a:p>
        </p:txBody>
      </p:sp>
    </p:spTree>
    <p:extLst>
      <p:ext uri="{BB962C8B-B14F-4D97-AF65-F5344CB8AC3E}">
        <p14:creationId xmlns:p14="http://schemas.microsoft.com/office/powerpoint/2010/main" val="34710628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95298498-D240-4540-8E7E-591E64B9F443}" type="datetime1">
              <a:rPr lang="en-US" smtClean="0"/>
              <a:t>8/2/2026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2D11AD2F-9457-44B3-A1A5-67FB697FC1E5}" type="slidenum">
              <a:rPr lang="en-US" smtClean="0"/>
              <a:t>‹#›</a:t>
            </a:fld>
            <a:endParaRPr lang="en-US"/>
          </a:p>
        </p:txBody>
      </p:sp>
    </p:spTree>
    <p:extLst>
      <p:ext uri="{BB962C8B-B14F-4D97-AF65-F5344CB8AC3E}">
        <p14:creationId xmlns:p14="http://schemas.microsoft.com/office/powerpoint/2010/main" val="36431499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8E5E04-C4F8-4EBB-A76E-C9C0EB46B5BD}" type="datetime1">
              <a:rPr lang="en-US" smtClean="0"/>
              <a:t>8/2/2026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11AD2F-9457-44B3-A1A5-67FB697FC1E5}" type="slidenum">
              <a:rPr lang="en-US" smtClean="0"/>
              <a:t>‹#›</a:t>
            </a:fld>
            <a:endParaRPr lang="en-US"/>
          </a:p>
        </p:txBody>
      </p:sp>
    </p:spTree>
    <p:extLst>
      <p:ext uri="{BB962C8B-B14F-4D97-AF65-F5344CB8AC3E}">
        <p14:creationId xmlns:p14="http://schemas.microsoft.com/office/powerpoint/2010/main" val="6661192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1078F6-7735-4880-9842-8AF498CA1F42}" type="datetime1">
              <a:rPr lang="en-US" smtClean="0"/>
              <a:t>8/2/2026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11AD2F-9457-44B3-A1A5-67FB697FC1E5}" type="slidenum">
              <a:rPr lang="en-US" smtClean="0"/>
              <a:t>‹#›</a:t>
            </a:fld>
            <a:endParaRPr lang="en-US"/>
          </a:p>
        </p:txBody>
      </p:sp>
    </p:spTree>
    <p:extLst>
      <p:ext uri="{BB962C8B-B14F-4D97-AF65-F5344CB8AC3E}">
        <p14:creationId xmlns:p14="http://schemas.microsoft.com/office/powerpoint/2010/main" val="3353112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631319D-A321-4F32-863F-6B19A6D21CD2}" type="datetime1">
              <a:rPr lang="en-US" smtClean="0"/>
              <a:t>8/2/2026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11AD2F-9457-44B3-A1A5-67FB697FC1E5}" type="slidenum">
              <a:rPr lang="en-US" smtClean="0"/>
              <a:t>‹#›</a:t>
            </a:fld>
            <a:endParaRPr lang="en-US"/>
          </a:p>
        </p:txBody>
      </p:sp>
    </p:spTree>
    <p:extLst>
      <p:ext uri="{BB962C8B-B14F-4D97-AF65-F5344CB8AC3E}">
        <p14:creationId xmlns:p14="http://schemas.microsoft.com/office/powerpoint/2010/main" val="1459713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9EB17BF6-E34B-4777-96C5-B4B6D72C9BC6}" type="datetime1">
              <a:rPr lang="en-US" smtClean="0"/>
              <a:t>8/2/2026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2D11AD2F-9457-44B3-A1A5-67FB697FC1E5}"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8995530"/>
      </p:ext>
    </p:extLst>
  </p:cSld>
  <p:clrMap bg1="lt1" tx1="dk1" bg2="lt2" tx2="dk2" accent1="accent1" accent2="accent2" accent3="accent3" accent4="accent4" accent5="accent5" accent6="accent6" hlink="hlink" folHlink="folHlink"/>
  <p:sldLayoutIdLst>
    <p:sldLayoutId id="2147483812" r:id="rId1"/>
    <p:sldLayoutId id="2147483813" r:id="rId2"/>
    <p:sldLayoutId id="2147483814" r:id="rId3"/>
    <p:sldLayoutId id="2147483815" r:id="rId4"/>
    <p:sldLayoutId id="2147483816" r:id="rId5"/>
    <p:sldLayoutId id="2147483817" r:id="rId6"/>
    <p:sldLayoutId id="2147483818" r:id="rId7"/>
    <p:sldLayoutId id="2147483819" r:id="rId8"/>
    <p:sldLayoutId id="2147483820" r:id="rId9"/>
    <p:sldLayoutId id="2147483821" r:id="rId10"/>
    <p:sldLayoutId id="2147483822" r:id="rId11"/>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png"/><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1.png"/><Relationship Id="rId2" Type="http://schemas.openxmlformats.org/officeDocument/2006/relationships/diagramData" Target="../diagrams/data2.xml"/><Relationship Id="rId1" Type="http://schemas.openxmlformats.org/officeDocument/2006/relationships/slideLayout" Target="../slideLayouts/slideLayout6.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7.gif"/><Relationship Id="rId2" Type="http://schemas.openxmlformats.org/officeDocument/2006/relationships/notesSlide" Target="../notesSlides/notesSlide1.xml"/><Relationship Id="rId1" Type="http://schemas.openxmlformats.org/officeDocument/2006/relationships/slideLayout" Target="../slideLayouts/slideLayout8.xml"/><Relationship Id="rId6" Type="http://schemas.openxmlformats.org/officeDocument/2006/relationships/image" Target="../media/image6.gif"/><Relationship Id="rId5" Type="http://schemas.openxmlformats.org/officeDocument/2006/relationships/image" Target="../media/image7.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4.png"/><Relationship Id="rId2" Type="http://schemas.openxmlformats.org/officeDocument/2006/relationships/image" Target="../media/image10.png"/><Relationship Id="rId1" Type="http://schemas.openxmlformats.org/officeDocument/2006/relationships/slideLayout" Target="../slideLayouts/slideLayout6.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6.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9"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8.xml"/><Relationship Id="rId5" Type="http://schemas.openxmlformats.org/officeDocument/2006/relationships/image" Target="../media/image1.png"/><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2.png"/><Relationship Id="rId1" Type="http://schemas.openxmlformats.org/officeDocument/2006/relationships/slideLayout" Target="../slideLayouts/slideLayout5.xml"/><Relationship Id="rId4" Type="http://schemas.openxmlformats.org/officeDocument/2006/relationships/image" Target="../media/image32.png"/></Relationships>
</file>

<file path=ppt/slides/_rels/slide11.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4.png"/><Relationship Id="rId7" Type="http://schemas.openxmlformats.org/officeDocument/2006/relationships/image" Target="../media/image27.png"/><Relationship Id="rId2" Type="http://schemas.openxmlformats.org/officeDocument/2006/relationships/image" Target="../media/image23.pn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1.png"/><Relationship Id="rId4" Type="http://schemas.openxmlformats.org/officeDocument/2006/relationships/image" Target="../media/image25.png"/><Relationship Id="rId9" Type="http://schemas.openxmlformats.org/officeDocument/2006/relationships/image" Target="../media/image29.png"/></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1.png"/><Relationship Id="rId2" Type="http://schemas.openxmlformats.org/officeDocument/2006/relationships/diagramData" Target="../diagrams/data3.xml"/><Relationship Id="rId1" Type="http://schemas.openxmlformats.org/officeDocument/2006/relationships/slideLayout" Target="../slideLayouts/slideLayout8.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8.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png"/><Relationship Id="rId1" Type="http://schemas.openxmlformats.org/officeDocument/2006/relationships/slideLayout" Target="../slideLayouts/slideLayout8.xml"/><Relationship Id="rId5" Type="http://schemas.openxmlformats.org/officeDocument/2006/relationships/image" Target="../media/image35.png"/><Relationship Id="rId4" Type="http://schemas.openxmlformats.org/officeDocument/2006/relationships/image" Target="../media/image340.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8/10/relationships/comments" Target="../comments/modernComment_164_2E5B198B.xml"/><Relationship Id="rId1" Type="http://schemas.openxmlformats.org/officeDocument/2006/relationships/slideLayout" Target="../slideLayouts/slideLayout6.xml"/><Relationship Id="rId5" Type="http://schemas.openxmlformats.org/officeDocument/2006/relationships/image" Target="../media/image37.png"/><Relationship Id="rId4" Type="http://schemas.openxmlformats.org/officeDocument/2006/relationships/image" Target="../media/image36.png"/></Relationships>
</file>

<file path=ppt/slides/_rels/slide1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png"/><Relationship Id="rId1" Type="http://schemas.openxmlformats.org/officeDocument/2006/relationships/slideLayout" Target="../slideLayouts/slideLayout6.xml"/><Relationship Id="rId5" Type="http://schemas.openxmlformats.org/officeDocument/2006/relationships/image" Target="../media/image40.png"/><Relationship Id="rId4" Type="http://schemas.openxmlformats.org/officeDocument/2006/relationships/image" Target="../media/image39.png"/></Relationships>
</file>

<file path=ppt/slides/_rels/slide17.xml.rels><?xml version="1.0" encoding="UTF-8" standalone="yes"?>
<Relationships xmlns="http://schemas.openxmlformats.org/package/2006/relationships"><Relationship Id="rId3" Type="http://schemas.openxmlformats.org/officeDocument/2006/relationships/image" Target="../media/image41.png"/><Relationship Id="rId2" Type="http://schemas.microsoft.com/office/2018/10/relationships/comments" Target="../comments/modernComment_169_D57E7175.xml"/><Relationship Id="rId1" Type="http://schemas.openxmlformats.org/officeDocument/2006/relationships/slideLayout" Target="../slideLayouts/slideLayout5.xml"/><Relationship Id="rId6" Type="http://schemas.openxmlformats.org/officeDocument/2006/relationships/image" Target="../media/image43.png"/><Relationship Id="rId5" Type="http://schemas.openxmlformats.org/officeDocument/2006/relationships/image" Target="../media/image1.png"/><Relationship Id="rId4" Type="http://schemas.openxmlformats.org/officeDocument/2006/relationships/image" Target="../media/image42.png"/></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33.png"/><Relationship Id="rId1" Type="http://schemas.openxmlformats.org/officeDocument/2006/relationships/slideLayout" Target="../slideLayouts/slideLayout9.xml"/><Relationship Id="rId5" Type="http://schemas.openxmlformats.org/officeDocument/2006/relationships/image" Target="../media/image46.png"/><Relationship Id="rId4" Type="http://schemas.openxmlformats.org/officeDocument/2006/relationships/image" Target="../media/image45.png"/></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image" Target="../media/image1.png"/><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8.xml"/><Relationship Id="rId4" Type="http://schemas.openxmlformats.org/officeDocument/2006/relationships/image" Target="../media/image1.png"/></Relationships>
</file>

<file path=ppt/slides/_rels/slide2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1.png"/><Relationship Id="rId1" Type="http://schemas.openxmlformats.org/officeDocument/2006/relationships/slideLayout" Target="../slideLayouts/slideLayout8.xml"/><Relationship Id="rId5" Type="http://schemas.openxmlformats.org/officeDocument/2006/relationships/image" Target="../media/image51.png"/><Relationship Id="rId4" Type="http://schemas.openxmlformats.org/officeDocument/2006/relationships/image" Target="../media/image50.png"/></Relationships>
</file>

<file path=ppt/slides/_rels/slide2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1.png"/><Relationship Id="rId1" Type="http://schemas.openxmlformats.org/officeDocument/2006/relationships/slideLayout" Target="../slideLayouts/slideLayout8.xml"/><Relationship Id="rId5" Type="http://schemas.openxmlformats.org/officeDocument/2006/relationships/image" Target="../media/image54.png"/><Relationship Id="rId4" Type="http://schemas.openxmlformats.org/officeDocument/2006/relationships/image" Target="../media/image53.png"/></Relationships>
</file>

<file path=ppt/slides/_rels/slide2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1.png"/><Relationship Id="rId1" Type="http://schemas.openxmlformats.org/officeDocument/2006/relationships/slideLayout" Target="../slideLayouts/slideLayout8.xml"/><Relationship Id="rId4" Type="http://schemas.openxmlformats.org/officeDocument/2006/relationships/image" Target="../media/image58.png"/></Relationships>
</file>

<file path=ppt/slides/_rels/slide2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1.png"/><Relationship Id="rId1" Type="http://schemas.openxmlformats.org/officeDocument/2006/relationships/slideLayout" Target="../slideLayouts/slideLayout8.xml"/><Relationship Id="rId4" Type="http://schemas.openxmlformats.org/officeDocument/2006/relationships/image" Target="../media/image60.png"/></Relationships>
</file>

<file path=ppt/slides/_rels/slide2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1.png"/><Relationship Id="rId1" Type="http://schemas.openxmlformats.org/officeDocument/2006/relationships/slideLayout" Target="../slideLayouts/slideLayout9.xml"/><Relationship Id="rId5" Type="http://schemas.openxmlformats.org/officeDocument/2006/relationships/image" Target="../media/image63.png"/><Relationship Id="rId4" Type="http://schemas.openxmlformats.org/officeDocument/2006/relationships/image" Target="../media/image62.png"/></Relationships>
</file>

<file path=ppt/slides/_rels/slide3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1.png"/><Relationship Id="rId1" Type="http://schemas.openxmlformats.org/officeDocument/2006/relationships/slideLayout" Target="../slideLayouts/slideLayout9.xml"/><Relationship Id="rId5" Type="http://schemas.openxmlformats.org/officeDocument/2006/relationships/image" Target="../media/image66.png"/><Relationship Id="rId4" Type="http://schemas.openxmlformats.org/officeDocument/2006/relationships/image" Target="../media/image65.png"/></Relationships>
</file>

<file path=ppt/slides/_rels/slide3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6.png"/><Relationship Id="rId1" Type="http://schemas.openxmlformats.org/officeDocument/2006/relationships/slideLayout" Target="../slideLayouts/slideLayout8.xml"/><Relationship Id="rId5" Type="http://schemas.openxmlformats.org/officeDocument/2006/relationships/image" Target="../media/image65.png"/><Relationship Id="rId4" Type="http://schemas.openxmlformats.org/officeDocument/2006/relationships/image" Target="../media/image62.png"/></Relationships>
</file>

<file path=ppt/slides/_rels/slide32.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1.png"/><Relationship Id="rId1" Type="http://schemas.openxmlformats.org/officeDocument/2006/relationships/slideLayout" Target="../slideLayouts/slideLayout8.xml"/><Relationship Id="rId4" Type="http://schemas.openxmlformats.org/officeDocument/2006/relationships/image" Target="../media/image68.png"/></Relationships>
</file>

<file path=ppt/slides/_rels/slide33.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png"/></Relationships>
</file>

<file path=ppt/slides/_rels/slide3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5.xml"/><Relationship Id="rId7" Type="http://schemas.openxmlformats.org/officeDocument/2006/relationships/image" Target="../media/image1.png"/><Relationship Id="rId2" Type="http://schemas.openxmlformats.org/officeDocument/2006/relationships/diagramData" Target="../diagrams/data5.xml"/><Relationship Id="rId1" Type="http://schemas.openxmlformats.org/officeDocument/2006/relationships/slideLayout" Target="../slideLayouts/slideLayout8.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3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8.xml"/><Relationship Id="rId4" Type="http://schemas.openxmlformats.org/officeDocument/2006/relationships/image" Target="../media/image1.png"/></Relationships>
</file>

<file path=ppt/slides/_rels/slide3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1.png"/><Relationship Id="rId1" Type="http://schemas.openxmlformats.org/officeDocument/2006/relationships/slideLayout" Target="../slideLayouts/slideLayout8.xml"/><Relationship Id="rId4" Type="http://schemas.openxmlformats.org/officeDocument/2006/relationships/image" Target="../media/image62.png"/></Relationships>
</file>

<file path=ppt/slides/_rels/slide3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1.png"/><Relationship Id="rId1" Type="http://schemas.openxmlformats.org/officeDocument/2006/relationships/slideLayout" Target="../slideLayouts/slideLayout8.xml"/><Relationship Id="rId4" Type="http://schemas.openxmlformats.org/officeDocument/2006/relationships/image" Target="../media/image52.png"/></Relationships>
</file>

<file path=ppt/slides/_rels/slide39.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1.png"/><Relationship Id="rId1" Type="http://schemas.openxmlformats.org/officeDocument/2006/relationships/slideLayout" Target="../slideLayouts/slideLayout8.xml"/><Relationship Id="rId4" Type="http://schemas.openxmlformats.org/officeDocument/2006/relationships/image" Target="../media/image72.png"/></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3.sv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hyperlink" Target="https://doi.org/10.1063/1.5040590" TargetMode="Externa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hyperlink" Target="https://www.google.com/search?q=https://doi.org/10.1109/JSTQE.2025.3575719" TargetMode="External"/><Relationship Id="rId5" Type="http://schemas.openxmlformats.org/officeDocument/2006/relationships/hyperlink" Target="https://med.stanford.edu/cibsr/GettingReady/about-nirs.html" TargetMode="External"/><Relationship Id="rId4" Type="http://schemas.openxmlformats.org/officeDocument/2006/relationships/hyperlink" Target="https://psychologyoflanguage.pressbooks.tru.ca/chapter/research-methods-in-psycholinguistics/" TargetMode="Externa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720.png"/><Relationship Id="rId2" Type="http://schemas.openxmlformats.org/officeDocument/2006/relationships/image" Target="../media/image1.png"/><Relationship Id="rId1" Type="http://schemas.openxmlformats.org/officeDocument/2006/relationships/slideLayout" Target="../slideLayouts/slideLayout8.xml"/><Relationship Id="rId5" Type="http://schemas.openxmlformats.org/officeDocument/2006/relationships/image" Target="../media/image35.png"/><Relationship Id="rId4" Type="http://schemas.openxmlformats.org/officeDocument/2006/relationships/image" Target="../media/image340.png"/></Relationships>
</file>

<file path=ppt/slides/_rels/slide45.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gif"/><Relationship Id="rId1" Type="http://schemas.openxmlformats.org/officeDocument/2006/relationships/slideLayout" Target="../slideLayouts/slideLayout8.xml"/><Relationship Id="rId4" Type="http://schemas.openxmlformats.org/officeDocument/2006/relationships/image" Target="../media/image76.png"/></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4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5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6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DE740-02D7-0BEF-DF68-B3833658B9DD}"/>
              </a:ext>
            </a:extLst>
          </p:cNvPr>
          <p:cNvSpPr>
            <a:spLocks noGrp="1"/>
          </p:cNvSpPr>
          <p:nvPr>
            <p:ph type="ctrTitle"/>
          </p:nvPr>
        </p:nvSpPr>
        <p:spPr>
          <a:xfrm>
            <a:off x="2667000" y="2328334"/>
            <a:ext cx="6858000" cy="2128412"/>
          </a:xfrm>
        </p:spPr>
        <p:txBody>
          <a:bodyPr>
            <a:normAutofit/>
          </a:bodyPr>
          <a:lstStyle/>
          <a:p>
            <a:pPr algn="ctr"/>
            <a:r>
              <a:rPr lang="en-US" sz="3600" dirty="0">
                <a:solidFill>
                  <a:srgbClr val="FFFFFF"/>
                </a:solidFill>
              </a:rPr>
              <a:t>Pathlength-selective, interferometric Speckle Contrast Optical Spectroscopy</a:t>
            </a:r>
          </a:p>
        </p:txBody>
      </p:sp>
      <p:sp>
        <p:nvSpPr>
          <p:cNvPr id="7" name="כותרת 1">
            <a:extLst>
              <a:ext uri="{FF2B5EF4-FFF2-40B4-BE49-F238E27FC236}">
                <a16:creationId xmlns:a16="http://schemas.microsoft.com/office/drawing/2014/main" id="{EC093F4F-CAC5-E1EA-467B-EB8A4ADF2927}"/>
              </a:ext>
            </a:extLst>
          </p:cNvPr>
          <p:cNvSpPr txBox="1">
            <a:spLocks/>
          </p:cNvSpPr>
          <p:nvPr/>
        </p:nvSpPr>
        <p:spPr>
          <a:xfrm>
            <a:off x="400765" y="602343"/>
            <a:ext cx="10909073" cy="3798755"/>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8000" kern="1200" spc="-50" baseline="0">
                <a:solidFill>
                  <a:schemeClr val="tx1">
                    <a:lumMod val="85000"/>
                    <a:lumOff val="15000"/>
                  </a:schemeClr>
                </a:solidFill>
                <a:latin typeface="+mj-lt"/>
                <a:ea typeface="+mj-ea"/>
                <a:cs typeface="+mj-cs"/>
              </a:defRPr>
            </a:lvl1pPr>
          </a:lstStyle>
          <a:p>
            <a:r>
              <a:rPr lang="en-US" dirty="0"/>
              <a:t>Non-Invasive Methods for Brain Research</a:t>
            </a:r>
            <a:br>
              <a:rPr lang="en-US" dirty="0"/>
            </a:br>
            <a:r>
              <a:rPr lang="en-US" sz="4000" dirty="0"/>
              <a:t>Pathlength-Selective Interferometric Speckle Contrast Optical Spectroscopy</a:t>
            </a:r>
            <a:endParaRPr lang="he-IL" sz="6000" dirty="0"/>
          </a:p>
        </p:txBody>
      </p:sp>
      <p:sp>
        <p:nvSpPr>
          <p:cNvPr id="8" name="כותרת משנה 2">
            <a:extLst>
              <a:ext uri="{FF2B5EF4-FFF2-40B4-BE49-F238E27FC236}">
                <a16:creationId xmlns:a16="http://schemas.microsoft.com/office/drawing/2014/main" id="{44B8AD1C-D4CB-7000-E4CA-7A3C3FF75ED6}"/>
              </a:ext>
            </a:extLst>
          </p:cNvPr>
          <p:cNvSpPr>
            <a:spLocks noGrp="1"/>
          </p:cNvSpPr>
          <p:nvPr>
            <p:ph type="subTitle" idx="1"/>
          </p:nvPr>
        </p:nvSpPr>
        <p:spPr>
          <a:xfrm>
            <a:off x="384737" y="4487782"/>
            <a:ext cx="10925101" cy="989474"/>
          </a:xfrm>
        </p:spPr>
        <p:txBody>
          <a:bodyPr>
            <a:normAutofit/>
          </a:bodyPr>
          <a:lstStyle/>
          <a:p>
            <a:r>
              <a:rPr lang="en-US" dirty="0"/>
              <a:t>Shira Tziony</a:t>
            </a:r>
          </a:p>
          <a:p>
            <a:r>
              <a:rPr lang="en-US" dirty="0"/>
              <a:t>Supervisors: Dr. Nisan Ozana and Ms. Marina Vasileva</a:t>
            </a:r>
          </a:p>
          <a:p>
            <a:endParaRPr lang="he-IL" sz="2000" dirty="0">
              <a:solidFill>
                <a:schemeClr val="tx1">
                  <a:lumMod val="85000"/>
                  <a:lumOff val="15000"/>
                </a:schemeClr>
              </a:solidFill>
            </a:endParaRPr>
          </a:p>
        </p:txBody>
      </p:sp>
      <p:pic>
        <p:nvPicPr>
          <p:cNvPr id="9" name="Picture 6" descr="Faculty of Engineering Bar-Ilan University">
            <a:extLst>
              <a:ext uri="{FF2B5EF4-FFF2-40B4-BE49-F238E27FC236}">
                <a16:creationId xmlns:a16="http://schemas.microsoft.com/office/drawing/2014/main" id="{8ACC4BE5-E8A6-93A8-DE72-A96F1E5AA738}"/>
              </a:ext>
            </a:extLst>
          </p:cNvPr>
          <p:cNvPicPr/>
          <p:nvPr/>
        </p:nvPicPr>
        <p:blipFill>
          <a:blip r:embed="rId2">
            <a:extLst>
              <a:ext uri="{28A0092B-C50C-407E-A947-70E740481C1C}">
                <a14:useLocalDpi xmlns:a14="http://schemas.microsoft.com/office/drawing/2010/main" val="0"/>
              </a:ext>
            </a:extLst>
          </a:blip>
          <a:stretch>
            <a:fillRect/>
          </a:stretch>
        </p:blipFill>
        <p:spPr bwMode="auto">
          <a:xfrm>
            <a:off x="91074" y="6367558"/>
            <a:ext cx="2023476" cy="551397"/>
          </a:xfrm>
          <a:prstGeom prst="rect">
            <a:avLst/>
          </a:prstGeom>
          <a:noFill/>
          <a:extLst>
            <a:ext uri="{909E8E84-426E-40DD-AFC4-6F175D3DCCD1}">
              <a14:hiddenFill xmlns:a14="http://schemas.microsoft.com/office/drawing/2010/main">
                <a:solidFill>
                  <a:srgbClr val="FFFFFF"/>
                </a:solidFill>
              </a14:hiddenFill>
            </a:ext>
          </a:extLst>
        </p:spPr>
      </p:pic>
      <p:sp>
        <p:nvSpPr>
          <p:cNvPr id="10" name="כותרת משנה 2">
            <a:extLst>
              <a:ext uri="{FF2B5EF4-FFF2-40B4-BE49-F238E27FC236}">
                <a16:creationId xmlns:a16="http://schemas.microsoft.com/office/drawing/2014/main" id="{B3B98A0B-5AE3-3B31-7017-61F973E59877}"/>
              </a:ext>
            </a:extLst>
          </p:cNvPr>
          <p:cNvSpPr txBox="1">
            <a:spLocks/>
          </p:cNvSpPr>
          <p:nvPr/>
        </p:nvSpPr>
        <p:spPr>
          <a:xfrm>
            <a:off x="384737" y="5753690"/>
            <a:ext cx="2726016" cy="387084"/>
          </a:xfrm>
          <a:prstGeom prst="rect">
            <a:avLst/>
          </a:prstGeom>
        </p:spPr>
        <p:txBody>
          <a:bodyPr vert="horz" lIns="91440" tIns="45720" rIns="91440" bIns="45720" rtlCol="0">
            <a:normAutofit fontScale="92500" lnSpcReduction="10000"/>
          </a:bodyPr>
          <a:lstStyle>
            <a:lvl1pPr marL="0" indent="0" algn="l" defTabSz="914400" rtl="1" eaLnBrk="1" latinLnBrk="0" hangingPunct="1">
              <a:lnSpc>
                <a:spcPct val="90000"/>
              </a:lnSpc>
              <a:spcBef>
                <a:spcPts val="1200"/>
              </a:spcBef>
              <a:spcAft>
                <a:spcPts val="200"/>
              </a:spcAft>
              <a:buClr>
                <a:schemeClr val="accent1"/>
              </a:buClr>
              <a:buSzPct val="100000"/>
              <a:buFont typeface="Calibri" panose="020F0502020204030204" pitchFamily="34" charset="0"/>
              <a:buNone/>
              <a:defRPr sz="2400" kern="1200" cap="all" spc="200" baseline="0">
                <a:solidFill>
                  <a:schemeClr val="tx2"/>
                </a:solidFill>
                <a:latin typeface="+mj-lt"/>
                <a:ea typeface="+mn-ea"/>
                <a:cs typeface="+mn-cs"/>
              </a:defRPr>
            </a:lvl1pPr>
            <a:lvl2pPr marL="457200" indent="0" algn="ctr" defTabSz="914400" rtl="1"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2pPr>
            <a:lvl3pPr marL="914400" indent="0" algn="ctr" defTabSz="914400" rtl="1"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3pPr>
            <a:lvl4pPr marL="1371600" indent="0" algn="ctr" defTabSz="914400" rtl="1"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4pPr>
            <a:lvl5pPr marL="1828800" indent="0" algn="ctr" defTabSz="914400" rtl="1"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5pPr>
            <a:lvl6pPr marL="2286000" indent="0" algn="ctr" defTabSz="914400" rtl="1"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6pPr>
            <a:lvl7pPr marL="2743200" indent="0" algn="ctr" defTabSz="914400" rtl="1"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7pPr>
            <a:lvl8pPr marL="3200400" indent="0" algn="ctr" defTabSz="914400" rtl="1"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8pPr>
            <a:lvl9pPr marL="3657600" indent="0" algn="ctr" defTabSz="914400" rtl="1"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9pPr>
          </a:lstStyle>
          <a:p>
            <a:r>
              <a:rPr lang="en-US" dirty="0"/>
              <a:t>July 28, 2026</a:t>
            </a:r>
            <a:endParaRPr lang="he-IL" sz="2000" dirty="0">
              <a:solidFill>
                <a:schemeClr val="tx1">
                  <a:lumMod val="85000"/>
                  <a:lumOff val="15000"/>
                </a:schemeClr>
              </a:solidFill>
            </a:endParaRPr>
          </a:p>
        </p:txBody>
      </p:sp>
    </p:spTree>
    <p:extLst>
      <p:ext uri="{BB962C8B-B14F-4D97-AF65-F5344CB8AC3E}">
        <p14:creationId xmlns:p14="http://schemas.microsoft.com/office/powerpoint/2010/main" val="2634415387"/>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7A0C317-0BBC-F0EA-AC00-E80B44ADEE9A}"/>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F53311A5-99DE-4393-9A6A-668B1A50F6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A4927983-BFBD-4CAA-A34E-2D3486ACF1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4193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5" name="Straight Connector 14">
            <a:extLst>
              <a:ext uri="{FF2B5EF4-FFF2-40B4-BE49-F238E27FC236}">
                <a16:creationId xmlns:a16="http://schemas.microsoft.com/office/drawing/2014/main" id="{B40DF401-E6F0-4EFD-8C5C-6847352084C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 name="מציין מיקום של מספר שקופית 2">
            <a:extLst>
              <a:ext uri="{FF2B5EF4-FFF2-40B4-BE49-F238E27FC236}">
                <a16:creationId xmlns:a16="http://schemas.microsoft.com/office/drawing/2014/main" id="{56876422-9A2D-DEB4-F209-BA666F1E8A40}"/>
              </a:ext>
            </a:extLst>
          </p:cNvPr>
          <p:cNvSpPr>
            <a:spLocks noGrp="1"/>
          </p:cNvSpPr>
          <p:nvPr>
            <p:ph type="sldNum" sz="quarter" idx="12"/>
          </p:nvPr>
        </p:nvSpPr>
        <p:spPr>
          <a:xfrm>
            <a:off x="9900458" y="6459785"/>
            <a:ext cx="1312025" cy="365125"/>
          </a:xfrm>
        </p:spPr>
        <p:txBody>
          <a:bodyPr vert="horz" lIns="91440" tIns="45720" rIns="91440" bIns="45720" rtlCol="0" anchor="ctr">
            <a:normAutofit/>
          </a:bodyPr>
          <a:lstStyle/>
          <a:p>
            <a:pPr>
              <a:spcAft>
                <a:spcPts val="600"/>
              </a:spcAft>
            </a:pPr>
            <a:fld id="{46CBA923-8050-40EC-91A3-2E6F60A68F37}" type="slidenum">
              <a:rPr lang="en-US" smtClean="0"/>
              <a:pPr>
                <a:spcAft>
                  <a:spcPts val="600"/>
                </a:spcAft>
              </a:pPr>
              <a:t>2</a:t>
            </a:fld>
            <a:endParaRPr lang="en-US"/>
          </a:p>
        </p:txBody>
      </p:sp>
      <p:pic>
        <p:nvPicPr>
          <p:cNvPr id="8" name="Picture 6" descr="Faculty of Engineering Bar-Ilan University">
            <a:extLst>
              <a:ext uri="{FF2B5EF4-FFF2-40B4-BE49-F238E27FC236}">
                <a16:creationId xmlns:a16="http://schemas.microsoft.com/office/drawing/2014/main" id="{7854A1A0-CE3A-C645-BE7F-253BE7C0AC29}"/>
              </a:ext>
            </a:extLst>
          </p:cNvPr>
          <p:cNvPicPr/>
          <p:nvPr/>
        </p:nvPicPr>
        <p:blipFill>
          <a:blip r:embed="rId2">
            <a:extLst>
              <a:ext uri="{28A0092B-C50C-407E-A947-70E740481C1C}">
                <a14:useLocalDpi xmlns:a14="http://schemas.microsoft.com/office/drawing/2010/main" val="0"/>
              </a:ext>
            </a:extLst>
          </a:blip>
          <a:stretch>
            <a:fillRect/>
          </a:stretch>
        </p:blipFill>
        <p:spPr bwMode="auto">
          <a:xfrm>
            <a:off x="91074" y="6367558"/>
            <a:ext cx="2023476" cy="551397"/>
          </a:xfrm>
          <a:prstGeom prst="rect">
            <a:avLst/>
          </a:prstGeom>
          <a:noFill/>
          <a:extLst>
            <a:ext uri="{909E8E84-426E-40DD-AFC4-6F175D3DCCD1}">
              <a14:hiddenFill xmlns:a14="http://schemas.microsoft.com/office/drawing/2010/main">
                <a:solidFill>
                  <a:srgbClr val="FFFFFF"/>
                </a:solidFill>
              </a14:hiddenFill>
            </a:ext>
          </a:extLst>
        </p:spPr>
      </p:pic>
      <p:sp>
        <p:nvSpPr>
          <p:cNvPr id="9" name="Title 1">
            <a:extLst>
              <a:ext uri="{FF2B5EF4-FFF2-40B4-BE49-F238E27FC236}">
                <a16:creationId xmlns:a16="http://schemas.microsoft.com/office/drawing/2014/main" id="{F3B1B906-0A9C-D1F0-CE1F-C711D488E684}"/>
              </a:ext>
            </a:extLst>
          </p:cNvPr>
          <p:cNvSpPr>
            <a:spLocks noGrp="1"/>
          </p:cNvSpPr>
          <p:nvPr>
            <p:ph type="title"/>
          </p:nvPr>
        </p:nvSpPr>
        <p:spPr>
          <a:xfrm>
            <a:off x="1097280" y="286603"/>
            <a:ext cx="10058400" cy="1450757"/>
          </a:xfrm>
        </p:spPr>
        <p:txBody>
          <a:bodyPr vert="horz" lIns="91440" tIns="45720" rIns="91440" bIns="45720" rtlCol="0" anchor="b">
            <a:normAutofit/>
          </a:bodyPr>
          <a:lstStyle/>
          <a:p>
            <a:r>
              <a:rPr lang="en-US" sz="4800" dirty="0">
                <a:solidFill>
                  <a:schemeClr val="tx1">
                    <a:lumMod val="75000"/>
                    <a:lumOff val="25000"/>
                  </a:schemeClr>
                </a:solidFill>
              </a:rPr>
              <a:t>Table of content</a:t>
            </a:r>
          </a:p>
        </p:txBody>
      </p:sp>
      <p:graphicFrame>
        <p:nvGraphicFramePr>
          <p:cNvPr id="10" name="Content Placeholder 2">
            <a:extLst>
              <a:ext uri="{FF2B5EF4-FFF2-40B4-BE49-F238E27FC236}">
                <a16:creationId xmlns:a16="http://schemas.microsoft.com/office/drawing/2014/main" id="{C76103B6-30B0-219D-B46A-69CEBEDFDA1B}"/>
              </a:ext>
            </a:extLst>
          </p:cNvPr>
          <p:cNvGraphicFramePr>
            <a:graphicFrameLocks/>
          </p:cNvGraphicFramePr>
          <p:nvPr>
            <p:extLst>
              <p:ext uri="{D42A27DB-BD31-4B8C-83A1-F6EECF244321}">
                <p14:modId xmlns:p14="http://schemas.microsoft.com/office/powerpoint/2010/main" val="2051613920"/>
              </p:ext>
            </p:extLst>
          </p:nvPr>
        </p:nvGraphicFramePr>
        <p:xfrm>
          <a:off x="609600" y="1863310"/>
          <a:ext cx="11070566" cy="42786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71266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graphicEl>
                                              <a:dgm id="{ABA258C6-4EF8-424D-842E-9EBA683D43BD}"/>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graphicEl>
                                              <a:dgm id="{867135F4-5211-47B2-AC75-E7E203095D29}"/>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graphicEl>
                                              <a:dgm id="{A24A54DB-4877-43C7-A356-5329D6FF0507}"/>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graphicEl>
                                              <a:dgm id="{0CF95CBF-A712-4BF7-BC96-257A25A32A9C}"/>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graphicEl>
                                              <a:dgm id="{46662ACE-23C6-4BF3-A19E-5A9FC3AC7953}"/>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graphicEl>
                                              <a:dgm id="{FAA9D025-1C87-45AD-9030-041D948F782D}"/>
                                            </p:graphic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graphicEl>
                                              <a:dgm id="{163FAF00-DDDE-42C6-9CEE-07798AF6A822}"/>
                                            </p:graphic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graphicEl>
                                              <a:dgm id="{8F8E576F-6899-44D5-9745-4710D3A68C11}"/>
                                            </p:graphic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0">
                                            <p:graphicEl>
                                              <a:dgm id="{AA282810-C0A2-4D16-9767-9F892B27150C}"/>
                                            </p:graphic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0">
                                            <p:graphicEl>
                                              <a:dgm id="{6B17A644-47C7-45B6-AA6B-4A1CCDD4B42B}"/>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p:bldSub>
          <a:bldDgm bld="one"/>
        </p:bldSub>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76BC2-3E79-F743-03E7-83262279F269}"/>
            </a:ext>
          </a:extLst>
        </p:cNvPr>
        <p:cNvGrpSpPr/>
        <p:nvPr/>
      </p:nvGrpSpPr>
      <p:grpSpPr>
        <a:xfrm>
          <a:off x="0" y="0"/>
          <a:ext cx="0" cy="0"/>
          <a:chOff x="0" y="0"/>
          <a:chExt cx="0" cy="0"/>
        </a:xfrm>
      </p:grpSpPr>
      <p:sp>
        <p:nvSpPr>
          <p:cNvPr id="4" name="כותרת 1">
            <a:extLst>
              <a:ext uri="{FF2B5EF4-FFF2-40B4-BE49-F238E27FC236}">
                <a16:creationId xmlns:a16="http://schemas.microsoft.com/office/drawing/2014/main" id="{A205D505-5037-C758-7A7D-3B1CF3908FD7}"/>
              </a:ext>
            </a:extLst>
          </p:cNvPr>
          <p:cNvSpPr txBox="1">
            <a:spLocks/>
          </p:cNvSpPr>
          <p:nvPr/>
        </p:nvSpPr>
        <p:spPr>
          <a:xfrm>
            <a:off x="1097280" y="286603"/>
            <a:ext cx="10058400" cy="1450757"/>
          </a:xfrm>
          <a:prstGeom prst="rect">
            <a:avLst/>
          </a:prstGeom>
        </p:spPr>
        <p:txBody>
          <a:bodyPr vert="horz" lIns="91440" tIns="45720" rIns="91440" bIns="45720" rtlCol="0" anchor="b">
            <a:normAutofit/>
          </a:bodyPr>
          <a:lstStyle>
            <a:lvl1pPr algn="l" defTabSz="914400" rtl="1"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rtl="0">
              <a:spcAft>
                <a:spcPts val="600"/>
              </a:spcAft>
            </a:pPr>
            <a:r>
              <a:rPr lang="en-US" dirty="0"/>
              <a:t>Brain Imaging –Uses in the Medical Fiels</a:t>
            </a:r>
          </a:p>
        </p:txBody>
      </p:sp>
      <p:sp>
        <p:nvSpPr>
          <p:cNvPr id="3" name="מציין מיקום של מספר שקופית 2">
            <a:extLst>
              <a:ext uri="{FF2B5EF4-FFF2-40B4-BE49-F238E27FC236}">
                <a16:creationId xmlns:a16="http://schemas.microsoft.com/office/drawing/2014/main" id="{038A4C9A-C4A1-6AA8-2A29-02AF43239020}"/>
              </a:ext>
            </a:extLst>
          </p:cNvPr>
          <p:cNvSpPr>
            <a:spLocks noGrp="1"/>
          </p:cNvSpPr>
          <p:nvPr>
            <p:ph type="sldNum" sz="quarter" idx="12"/>
          </p:nvPr>
        </p:nvSpPr>
        <p:spPr>
          <a:xfrm>
            <a:off x="9900458" y="6459785"/>
            <a:ext cx="1312025" cy="365125"/>
          </a:xfrm>
        </p:spPr>
        <p:txBody>
          <a:bodyPr vert="horz" lIns="91440" tIns="45720" rIns="91440" bIns="45720" rtlCol="0" anchor="ctr">
            <a:normAutofit/>
          </a:bodyPr>
          <a:lstStyle/>
          <a:p>
            <a:pPr>
              <a:spcAft>
                <a:spcPts val="600"/>
              </a:spcAft>
            </a:pPr>
            <a:fld id="{46CBA923-8050-40EC-91A3-2E6F60A68F37}" type="slidenum">
              <a:rPr lang="en-US" smtClean="0"/>
              <a:pPr>
                <a:spcAft>
                  <a:spcPts val="600"/>
                </a:spcAft>
              </a:pPr>
              <a:t>3</a:t>
            </a:fld>
            <a:endParaRPr lang="en-US"/>
          </a:p>
        </p:txBody>
      </p:sp>
      <p:graphicFrame>
        <p:nvGraphicFramePr>
          <p:cNvPr id="7" name="כותרת משנה 2">
            <a:extLst>
              <a:ext uri="{FF2B5EF4-FFF2-40B4-BE49-F238E27FC236}">
                <a16:creationId xmlns:a16="http://schemas.microsoft.com/office/drawing/2014/main" id="{6EE33484-3FBE-522E-0C44-EDC0F3551C79}"/>
              </a:ext>
            </a:extLst>
          </p:cNvPr>
          <p:cNvGraphicFramePr/>
          <p:nvPr>
            <p:extLst>
              <p:ext uri="{D42A27DB-BD31-4B8C-83A1-F6EECF244321}">
                <p14:modId xmlns:p14="http://schemas.microsoft.com/office/powerpoint/2010/main" val="650739817"/>
              </p:ext>
            </p:extLst>
          </p:nvPr>
        </p:nvGraphicFramePr>
        <p:xfrm>
          <a:off x="1096963" y="2098515"/>
          <a:ext cx="10058400" cy="3786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 name="Picture 6" descr="Faculty of Engineering Bar-Ilan University">
            <a:extLst>
              <a:ext uri="{FF2B5EF4-FFF2-40B4-BE49-F238E27FC236}">
                <a16:creationId xmlns:a16="http://schemas.microsoft.com/office/drawing/2014/main" id="{A1A7BDFD-3DF6-369A-D819-4E429CF21120}"/>
              </a:ext>
            </a:extLst>
          </p:cNvPr>
          <p:cNvPicPr/>
          <p:nvPr/>
        </p:nvPicPr>
        <p:blipFill>
          <a:blip r:embed="rId7">
            <a:extLst>
              <a:ext uri="{28A0092B-C50C-407E-A947-70E740481C1C}">
                <a14:useLocalDpi xmlns:a14="http://schemas.microsoft.com/office/drawing/2010/main" val="0"/>
              </a:ext>
            </a:extLst>
          </a:blip>
          <a:stretch>
            <a:fillRect/>
          </a:stretch>
        </p:blipFill>
        <p:spPr bwMode="auto">
          <a:xfrm>
            <a:off x="91074" y="6367558"/>
            <a:ext cx="2023476" cy="5513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9876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7">
                                            <p:graphicEl>
                                              <a:dgm id="{CA234EF7-FAD5-4D77-8466-34C9931343E0}"/>
                                            </p:graphicEl>
                                          </p:spTgt>
                                        </p:tgtEl>
                                        <p:attrNameLst>
                                          <p:attrName>style.visibility</p:attrName>
                                        </p:attrNameLst>
                                      </p:cBhvr>
                                      <p:to>
                                        <p:strVal val="visible"/>
                                      </p:to>
                                    </p:set>
                                    <p:animEffect transition="in" filter="fade">
                                      <p:cBhvr>
                                        <p:cTn id="7" dur="1000"/>
                                        <p:tgtEl>
                                          <p:spTgt spid="7">
                                            <p:graphicEl>
                                              <a:dgm id="{CA234EF7-FAD5-4D77-8466-34C9931343E0}"/>
                                            </p:graphicEl>
                                          </p:spTgt>
                                        </p:tgtEl>
                                      </p:cBhvr>
                                    </p:animEffect>
                                    <p:anim calcmode="lin" valueType="num">
                                      <p:cBhvr>
                                        <p:cTn id="8" dur="1000" fill="hold"/>
                                        <p:tgtEl>
                                          <p:spTgt spid="7">
                                            <p:graphicEl>
                                              <a:dgm id="{CA234EF7-FAD5-4D77-8466-34C9931343E0}"/>
                                            </p:graphicEl>
                                          </p:spTgt>
                                        </p:tgtEl>
                                        <p:attrNameLst>
                                          <p:attrName>ppt_x</p:attrName>
                                        </p:attrNameLst>
                                      </p:cBhvr>
                                      <p:tavLst>
                                        <p:tav tm="0">
                                          <p:val>
                                            <p:strVal val="#ppt_x"/>
                                          </p:val>
                                        </p:tav>
                                        <p:tav tm="100000">
                                          <p:val>
                                            <p:strVal val="#ppt_x"/>
                                          </p:val>
                                        </p:tav>
                                      </p:tavLst>
                                    </p:anim>
                                    <p:anim calcmode="lin" valueType="num">
                                      <p:cBhvr>
                                        <p:cTn id="9" dur="1000" fill="hold"/>
                                        <p:tgtEl>
                                          <p:spTgt spid="7">
                                            <p:graphicEl>
                                              <a:dgm id="{CA234EF7-FAD5-4D77-8466-34C9931343E0}"/>
                                            </p:graphic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7">
                                            <p:graphicEl>
                                              <a:dgm id="{A52BBBD0-BA72-483B-9C0C-E38DFD3F4C57}"/>
                                            </p:graphicEl>
                                          </p:spTgt>
                                        </p:tgtEl>
                                        <p:attrNameLst>
                                          <p:attrName>style.visibility</p:attrName>
                                        </p:attrNameLst>
                                      </p:cBhvr>
                                      <p:to>
                                        <p:strVal val="visible"/>
                                      </p:to>
                                    </p:set>
                                    <p:animEffect transition="in" filter="fade">
                                      <p:cBhvr>
                                        <p:cTn id="13" dur="1000"/>
                                        <p:tgtEl>
                                          <p:spTgt spid="7">
                                            <p:graphicEl>
                                              <a:dgm id="{A52BBBD0-BA72-483B-9C0C-E38DFD3F4C57}"/>
                                            </p:graphicEl>
                                          </p:spTgt>
                                        </p:tgtEl>
                                      </p:cBhvr>
                                    </p:animEffect>
                                    <p:anim calcmode="lin" valueType="num">
                                      <p:cBhvr>
                                        <p:cTn id="14" dur="1000" fill="hold"/>
                                        <p:tgtEl>
                                          <p:spTgt spid="7">
                                            <p:graphicEl>
                                              <a:dgm id="{A52BBBD0-BA72-483B-9C0C-E38DFD3F4C57}"/>
                                            </p:graphicEl>
                                          </p:spTgt>
                                        </p:tgtEl>
                                        <p:attrNameLst>
                                          <p:attrName>ppt_x</p:attrName>
                                        </p:attrNameLst>
                                      </p:cBhvr>
                                      <p:tavLst>
                                        <p:tav tm="0">
                                          <p:val>
                                            <p:strVal val="#ppt_x"/>
                                          </p:val>
                                        </p:tav>
                                        <p:tav tm="100000">
                                          <p:val>
                                            <p:strVal val="#ppt_x"/>
                                          </p:val>
                                        </p:tav>
                                      </p:tavLst>
                                    </p:anim>
                                    <p:anim calcmode="lin" valueType="num">
                                      <p:cBhvr>
                                        <p:cTn id="15" dur="1000" fill="hold"/>
                                        <p:tgtEl>
                                          <p:spTgt spid="7">
                                            <p:graphicEl>
                                              <a:dgm id="{A52BBBD0-BA72-483B-9C0C-E38DFD3F4C57}"/>
                                            </p:graphicEl>
                                          </p:spTgt>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grpId="0" nodeType="afterEffect">
                                  <p:stCondLst>
                                    <p:cond delay="0"/>
                                  </p:stCondLst>
                                  <p:childTnLst>
                                    <p:set>
                                      <p:cBhvr>
                                        <p:cTn id="18" dur="1" fill="hold">
                                          <p:stCondLst>
                                            <p:cond delay="0"/>
                                          </p:stCondLst>
                                        </p:cTn>
                                        <p:tgtEl>
                                          <p:spTgt spid="7">
                                            <p:graphicEl>
                                              <a:dgm id="{DFB1586B-CD61-4BA2-81FF-EDA81B813831}"/>
                                            </p:graphicEl>
                                          </p:spTgt>
                                        </p:tgtEl>
                                        <p:attrNameLst>
                                          <p:attrName>style.visibility</p:attrName>
                                        </p:attrNameLst>
                                      </p:cBhvr>
                                      <p:to>
                                        <p:strVal val="visible"/>
                                      </p:to>
                                    </p:set>
                                    <p:animEffect transition="in" filter="fade">
                                      <p:cBhvr>
                                        <p:cTn id="19" dur="1000"/>
                                        <p:tgtEl>
                                          <p:spTgt spid="7">
                                            <p:graphicEl>
                                              <a:dgm id="{DFB1586B-CD61-4BA2-81FF-EDA81B813831}"/>
                                            </p:graphicEl>
                                          </p:spTgt>
                                        </p:tgtEl>
                                      </p:cBhvr>
                                    </p:animEffect>
                                    <p:anim calcmode="lin" valueType="num">
                                      <p:cBhvr>
                                        <p:cTn id="20" dur="1000" fill="hold"/>
                                        <p:tgtEl>
                                          <p:spTgt spid="7">
                                            <p:graphicEl>
                                              <a:dgm id="{DFB1586B-CD61-4BA2-81FF-EDA81B813831}"/>
                                            </p:graphicEl>
                                          </p:spTgt>
                                        </p:tgtEl>
                                        <p:attrNameLst>
                                          <p:attrName>ppt_x</p:attrName>
                                        </p:attrNameLst>
                                      </p:cBhvr>
                                      <p:tavLst>
                                        <p:tav tm="0">
                                          <p:val>
                                            <p:strVal val="#ppt_x"/>
                                          </p:val>
                                        </p:tav>
                                        <p:tav tm="100000">
                                          <p:val>
                                            <p:strVal val="#ppt_x"/>
                                          </p:val>
                                        </p:tav>
                                      </p:tavLst>
                                    </p:anim>
                                    <p:anim calcmode="lin" valueType="num">
                                      <p:cBhvr>
                                        <p:cTn id="21" dur="1000" fill="hold"/>
                                        <p:tgtEl>
                                          <p:spTgt spid="7">
                                            <p:graphicEl>
                                              <a:dgm id="{DFB1586B-CD61-4BA2-81FF-EDA81B813831}"/>
                                            </p:graphicEl>
                                          </p:spTgt>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grpId="0" nodeType="afterEffect">
                                  <p:stCondLst>
                                    <p:cond delay="0"/>
                                  </p:stCondLst>
                                  <p:childTnLst>
                                    <p:set>
                                      <p:cBhvr>
                                        <p:cTn id="24" dur="1" fill="hold">
                                          <p:stCondLst>
                                            <p:cond delay="0"/>
                                          </p:stCondLst>
                                        </p:cTn>
                                        <p:tgtEl>
                                          <p:spTgt spid="7">
                                            <p:graphicEl>
                                              <a:dgm id="{E21D435C-26F3-41C6-AE79-26D24C61AD5D}"/>
                                            </p:graphicEl>
                                          </p:spTgt>
                                        </p:tgtEl>
                                        <p:attrNameLst>
                                          <p:attrName>style.visibility</p:attrName>
                                        </p:attrNameLst>
                                      </p:cBhvr>
                                      <p:to>
                                        <p:strVal val="visible"/>
                                      </p:to>
                                    </p:set>
                                    <p:animEffect transition="in" filter="fade">
                                      <p:cBhvr>
                                        <p:cTn id="25" dur="1000"/>
                                        <p:tgtEl>
                                          <p:spTgt spid="7">
                                            <p:graphicEl>
                                              <a:dgm id="{E21D435C-26F3-41C6-AE79-26D24C61AD5D}"/>
                                            </p:graphicEl>
                                          </p:spTgt>
                                        </p:tgtEl>
                                      </p:cBhvr>
                                    </p:animEffect>
                                    <p:anim calcmode="lin" valueType="num">
                                      <p:cBhvr>
                                        <p:cTn id="26" dur="1000" fill="hold"/>
                                        <p:tgtEl>
                                          <p:spTgt spid="7">
                                            <p:graphicEl>
                                              <a:dgm id="{E21D435C-26F3-41C6-AE79-26D24C61AD5D}"/>
                                            </p:graphicEl>
                                          </p:spTgt>
                                        </p:tgtEl>
                                        <p:attrNameLst>
                                          <p:attrName>ppt_x</p:attrName>
                                        </p:attrNameLst>
                                      </p:cBhvr>
                                      <p:tavLst>
                                        <p:tav tm="0">
                                          <p:val>
                                            <p:strVal val="#ppt_x"/>
                                          </p:val>
                                        </p:tav>
                                        <p:tav tm="100000">
                                          <p:val>
                                            <p:strVal val="#ppt_x"/>
                                          </p:val>
                                        </p:tav>
                                      </p:tavLst>
                                    </p:anim>
                                    <p:anim calcmode="lin" valueType="num">
                                      <p:cBhvr>
                                        <p:cTn id="27" dur="1000" fill="hold"/>
                                        <p:tgtEl>
                                          <p:spTgt spid="7">
                                            <p:graphicEl>
                                              <a:dgm id="{E21D435C-26F3-41C6-AE79-26D24C61AD5D}"/>
                                            </p:graphicEl>
                                          </p:spTgt>
                                        </p:tgtEl>
                                        <p:attrNameLst>
                                          <p:attrName>ppt_y</p:attrName>
                                        </p:attrNameLst>
                                      </p:cBhvr>
                                      <p:tavLst>
                                        <p:tav tm="0">
                                          <p:val>
                                            <p:strVal val="#ppt_y+.1"/>
                                          </p:val>
                                        </p:tav>
                                        <p:tav tm="100000">
                                          <p:val>
                                            <p:strVal val="#ppt_y"/>
                                          </p:val>
                                        </p:tav>
                                      </p:tavLst>
                                    </p:anim>
                                  </p:childTnLst>
                                </p:cTn>
                              </p:par>
                            </p:childTnLst>
                          </p:cTn>
                        </p:par>
                        <p:par>
                          <p:cTn id="28" fill="hold">
                            <p:stCondLst>
                              <p:cond delay="4000"/>
                            </p:stCondLst>
                            <p:childTnLst>
                              <p:par>
                                <p:cTn id="29" presetID="42" presetClass="entr" presetSubtype="0" fill="hold" grpId="0" nodeType="afterEffect">
                                  <p:stCondLst>
                                    <p:cond delay="0"/>
                                  </p:stCondLst>
                                  <p:childTnLst>
                                    <p:set>
                                      <p:cBhvr>
                                        <p:cTn id="30" dur="1" fill="hold">
                                          <p:stCondLst>
                                            <p:cond delay="0"/>
                                          </p:stCondLst>
                                        </p:cTn>
                                        <p:tgtEl>
                                          <p:spTgt spid="7">
                                            <p:graphicEl>
                                              <a:dgm id="{6C996A0E-52F2-49FD-9AD4-4F3FEDF269A7}"/>
                                            </p:graphicEl>
                                          </p:spTgt>
                                        </p:tgtEl>
                                        <p:attrNameLst>
                                          <p:attrName>style.visibility</p:attrName>
                                        </p:attrNameLst>
                                      </p:cBhvr>
                                      <p:to>
                                        <p:strVal val="visible"/>
                                      </p:to>
                                    </p:set>
                                    <p:animEffect transition="in" filter="fade">
                                      <p:cBhvr>
                                        <p:cTn id="31" dur="1000"/>
                                        <p:tgtEl>
                                          <p:spTgt spid="7">
                                            <p:graphicEl>
                                              <a:dgm id="{6C996A0E-52F2-49FD-9AD4-4F3FEDF269A7}"/>
                                            </p:graphicEl>
                                          </p:spTgt>
                                        </p:tgtEl>
                                      </p:cBhvr>
                                    </p:animEffect>
                                    <p:anim calcmode="lin" valueType="num">
                                      <p:cBhvr>
                                        <p:cTn id="32" dur="1000" fill="hold"/>
                                        <p:tgtEl>
                                          <p:spTgt spid="7">
                                            <p:graphicEl>
                                              <a:dgm id="{6C996A0E-52F2-49FD-9AD4-4F3FEDF269A7}"/>
                                            </p:graphicEl>
                                          </p:spTgt>
                                        </p:tgtEl>
                                        <p:attrNameLst>
                                          <p:attrName>ppt_x</p:attrName>
                                        </p:attrNameLst>
                                      </p:cBhvr>
                                      <p:tavLst>
                                        <p:tav tm="0">
                                          <p:val>
                                            <p:strVal val="#ppt_x"/>
                                          </p:val>
                                        </p:tav>
                                        <p:tav tm="100000">
                                          <p:val>
                                            <p:strVal val="#ppt_x"/>
                                          </p:val>
                                        </p:tav>
                                      </p:tavLst>
                                    </p:anim>
                                    <p:anim calcmode="lin" valueType="num">
                                      <p:cBhvr>
                                        <p:cTn id="33" dur="1000" fill="hold"/>
                                        <p:tgtEl>
                                          <p:spTgt spid="7">
                                            <p:graphicEl>
                                              <a:dgm id="{6C996A0E-52F2-49FD-9AD4-4F3FEDF269A7}"/>
                                            </p:graphicEl>
                                          </p:spTgt>
                                        </p:tgtEl>
                                        <p:attrNameLst>
                                          <p:attrName>ppt_y</p:attrName>
                                        </p:attrNameLst>
                                      </p:cBhvr>
                                      <p:tavLst>
                                        <p:tav tm="0">
                                          <p:val>
                                            <p:strVal val="#ppt_y+.1"/>
                                          </p:val>
                                        </p:tav>
                                        <p:tav tm="100000">
                                          <p:val>
                                            <p:strVal val="#ppt_y"/>
                                          </p:val>
                                        </p:tav>
                                      </p:tavLst>
                                    </p:anim>
                                  </p:childTnLst>
                                </p:cTn>
                              </p:par>
                            </p:childTnLst>
                          </p:cTn>
                        </p:par>
                        <p:par>
                          <p:cTn id="34" fill="hold">
                            <p:stCondLst>
                              <p:cond delay="5000"/>
                            </p:stCondLst>
                            <p:childTnLst>
                              <p:par>
                                <p:cTn id="35" presetID="42" presetClass="entr" presetSubtype="0" fill="hold" grpId="0" nodeType="afterEffect">
                                  <p:stCondLst>
                                    <p:cond delay="0"/>
                                  </p:stCondLst>
                                  <p:childTnLst>
                                    <p:set>
                                      <p:cBhvr>
                                        <p:cTn id="36" dur="1" fill="hold">
                                          <p:stCondLst>
                                            <p:cond delay="0"/>
                                          </p:stCondLst>
                                        </p:cTn>
                                        <p:tgtEl>
                                          <p:spTgt spid="7">
                                            <p:graphicEl>
                                              <a:dgm id="{188A595D-4C84-4677-8D49-3222ABB52B95}"/>
                                            </p:graphicEl>
                                          </p:spTgt>
                                        </p:tgtEl>
                                        <p:attrNameLst>
                                          <p:attrName>style.visibility</p:attrName>
                                        </p:attrNameLst>
                                      </p:cBhvr>
                                      <p:to>
                                        <p:strVal val="visible"/>
                                      </p:to>
                                    </p:set>
                                    <p:animEffect transition="in" filter="fade">
                                      <p:cBhvr>
                                        <p:cTn id="37" dur="1000"/>
                                        <p:tgtEl>
                                          <p:spTgt spid="7">
                                            <p:graphicEl>
                                              <a:dgm id="{188A595D-4C84-4677-8D49-3222ABB52B95}"/>
                                            </p:graphicEl>
                                          </p:spTgt>
                                        </p:tgtEl>
                                      </p:cBhvr>
                                    </p:animEffect>
                                    <p:anim calcmode="lin" valueType="num">
                                      <p:cBhvr>
                                        <p:cTn id="38" dur="1000" fill="hold"/>
                                        <p:tgtEl>
                                          <p:spTgt spid="7">
                                            <p:graphicEl>
                                              <a:dgm id="{188A595D-4C84-4677-8D49-3222ABB52B95}"/>
                                            </p:graphicEl>
                                          </p:spTgt>
                                        </p:tgtEl>
                                        <p:attrNameLst>
                                          <p:attrName>ppt_x</p:attrName>
                                        </p:attrNameLst>
                                      </p:cBhvr>
                                      <p:tavLst>
                                        <p:tav tm="0">
                                          <p:val>
                                            <p:strVal val="#ppt_x"/>
                                          </p:val>
                                        </p:tav>
                                        <p:tav tm="100000">
                                          <p:val>
                                            <p:strVal val="#ppt_x"/>
                                          </p:val>
                                        </p:tav>
                                      </p:tavLst>
                                    </p:anim>
                                    <p:anim calcmode="lin" valueType="num">
                                      <p:cBhvr>
                                        <p:cTn id="39" dur="1000" fill="hold"/>
                                        <p:tgtEl>
                                          <p:spTgt spid="7">
                                            <p:graphicEl>
                                              <a:dgm id="{188A595D-4C84-4677-8D49-3222ABB52B95}"/>
                                            </p:graphicEl>
                                          </p:spTgt>
                                        </p:tgtEl>
                                        <p:attrNameLst>
                                          <p:attrName>ppt_y</p:attrName>
                                        </p:attrNameLst>
                                      </p:cBhvr>
                                      <p:tavLst>
                                        <p:tav tm="0">
                                          <p:val>
                                            <p:strVal val="#ppt_y+.1"/>
                                          </p:val>
                                        </p:tav>
                                        <p:tav tm="100000">
                                          <p:val>
                                            <p:strVal val="#ppt_y"/>
                                          </p:val>
                                        </p:tav>
                                      </p:tavLst>
                                    </p:anim>
                                  </p:childTnLst>
                                </p:cTn>
                              </p:par>
                            </p:childTnLst>
                          </p:cTn>
                        </p:par>
                        <p:par>
                          <p:cTn id="40" fill="hold">
                            <p:stCondLst>
                              <p:cond delay="6000"/>
                            </p:stCondLst>
                            <p:childTnLst>
                              <p:par>
                                <p:cTn id="41" presetID="42" presetClass="entr" presetSubtype="0" fill="hold" grpId="0" nodeType="afterEffect">
                                  <p:stCondLst>
                                    <p:cond delay="0"/>
                                  </p:stCondLst>
                                  <p:childTnLst>
                                    <p:set>
                                      <p:cBhvr>
                                        <p:cTn id="42" dur="1" fill="hold">
                                          <p:stCondLst>
                                            <p:cond delay="0"/>
                                          </p:stCondLst>
                                        </p:cTn>
                                        <p:tgtEl>
                                          <p:spTgt spid="7">
                                            <p:graphicEl>
                                              <a:dgm id="{548582C2-CF61-4A14-9EA0-CC35B806296E}"/>
                                            </p:graphicEl>
                                          </p:spTgt>
                                        </p:tgtEl>
                                        <p:attrNameLst>
                                          <p:attrName>style.visibility</p:attrName>
                                        </p:attrNameLst>
                                      </p:cBhvr>
                                      <p:to>
                                        <p:strVal val="visible"/>
                                      </p:to>
                                    </p:set>
                                    <p:animEffect transition="in" filter="fade">
                                      <p:cBhvr>
                                        <p:cTn id="43" dur="1000"/>
                                        <p:tgtEl>
                                          <p:spTgt spid="7">
                                            <p:graphicEl>
                                              <a:dgm id="{548582C2-CF61-4A14-9EA0-CC35B806296E}"/>
                                            </p:graphicEl>
                                          </p:spTgt>
                                        </p:tgtEl>
                                      </p:cBhvr>
                                    </p:animEffect>
                                    <p:anim calcmode="lin" valueType="num">
                                      <p:cBhvr>
                                        <p:cTn id="44" dur="1000" fill="hold"/>
                                        <p:tgtEl>
                                          <p:spTgt spid="7">
                                            <p:graphicEl>
                                              <a:dgm id="{548582C2-CF61-4A14-9EA0-CC35B806296E}"/>
                                            </p:graphicEl>
                                          </p:spTgt>
                                        </p:tgtEl>
                                        <p:attrNameLst>
                                          <p:attrName>ppt_x</p:attrName>
                                        </p:attrNameLst>
                                      </p:cBhvr>
                                      <p:tavLst>
                                        <p:tav tm="0">
                                          <p:val>
                                            <p:strVal val="#ppt_x"/>
                                          </p:val>
                                        </p:tav>
                                        <p:tav tm="100000">
                                          <p:val>
                                            <p:strVal val="#ppt_x"/>
                                          </p:val>
                                        </p:tav>
                                      </p:tavLst>
                                    </p:anim>
                                    <p:anim calcmode="lin" valueType="num">
                                      <p:cBhvr>
                                        <p:cTn id="45" dur="1000" fill="hold"/>
                                        <p:tgtEl>
                                          <p:spTgt spid="7">
                                            <p:graphicEl>
                                              <a:dgm id="{548582C2-CF61-4A14-9EA0-CC35B806296E}"/>
                                            </p:graphicEl>
                                          </p:spTgt>
                                        </p:tgtEl>
                                        <p:attrNameLst>
                                          <p:attrName>ppt_y</p:attrName>
                                        </p:attrNameLst>
                                      </p:cBhvr>
                                      <p:tavLst>
                                        <p:tav tm="0">
                                          <p:val>
                                            <p:strVal val="#ppt_y+.1"/>
                                          </p:val>
                                        </p:tav>
                                        <p:tav tm="100000">
                                          <p:val>
                                            <p:strVal val="#ppt_y"/>
                                          </p:val>
                                        </p:tav>
                                      </p:tavLst>
                                    </p:anim>
                                  </p:childTnLst>
                                </p:cTn>
                              </p:par>
                            </p:childTnLst>
                          </p:cTn>
                        </p:par>
                        <p:par>
                          <p:cTn id="46" fill="hold">
                            <p:stCondLst>
                              <p:cond delay="7000"/>
                            </p:stCondLst>
                            <p:childTnLst>
                              <p:par>
                                <p:cTn id="47" presetID="42" presetClass="entr" presetSubtype="0" fill="hold" grpId="0" nodeType="afterEffect">
                                  <p:stCondLst>
                                    <p:cond delay="0"/>
                                  </p:stCondLst>
                                  <p:childTnLst>
                                    <p:set>
                                      <p:cBhvr>
                                        <p:cTn id="48" dur="1" fill="hold">
                                          <p:stCondLst>
                                            <p:cond delay="0"/>
                                          </p:stCondLst>
                                        </p:cTn>
                                        <p:tgtEl>
                                          <p:spTgt spid="7">
                                            <p:graphicEl>
                                              <a:dgm id="{117CDEAE-4AE1-4270-AA7E-67C5BA4E2E6A}"/>
                                            </p:graphicEl>
                                          </p:spTgt>
                                        </p:tgtEl>
                                        <p:attrNameLst>
                                          <p:attrName>style.visibility</p:attrName>
                                        </p:attrNameLst>
                                      </p:cBhvr>
                                      <p:to>
                                        <p:strVal val="visible"/>
                                      </p:to>
                                    </p:set>
                                    <p:animEffect transition="in" filter="fade">
                                      <p:cBhvr>
                                        <p:cTn id="49" dur="1000"/>
                                        <p:tgtEl>
                                          <p:spTgt spid="7">
                                            <p:graphicEl>
                                              <a:dgm id="{117CDEAE-4AE1-4270-AA7E-67C5BA4E2E6A}"/>
                                            </p:graphicEl>
                                          </p:spTgt>
                                        </p:tgtEl>
                                      </p:cBhvr>
                                    </p:animEffect>
                                    <p:anim calcmode="lin" valueType="num">
                                      <p:cBhvr>
                                        <p:cTn id="50" dur="1000" fill="hold"/>
                                        <p:tgtEl>
                                          <p:spTgt spid="7">
                                            <p:graphicEl>
                                              <a:dgm id="{117CDEAE-4AE1-4270-AA7E-67C5BA4E2E6A}"/>
                                            </p:graphicEl>
                                          </p:spTgt>
                                        </p:tgtEl>
                                        <p:attrNameLst>
                                          <p:attrName>ppt_x</p:attrName>
                                        </p:attrNameLst>
                                      </p:cBhvr>
                                      <p:tavLst>
                                        <p:tav tm="0">
                                          <p:val>
                                            <p:strVal val="#ppt_x"/>
                                          </p:val>
                                        </p:tav>
                                        <p:tav tm="100000">
                                          <p:val>
                                            <p:strVal val="#ppt_x"/>
                                          </p:val>
                                        </p:tav>
                                      </p:tavLst>
                                    </p:anim>
                                    <p:anim calcmode="lin" valueType="num">
                                      <p:cBhvr>
                                        <p:cTn id="51" dur="1000" fill="hold"/>
                                        <p:tgtEl>
                                          <p:spTgt spid="7">
                                            <p:graphicEl>
                                              <a:dgm id="{117CDEAE-4AE1-4270-AA7E-67C5BA4E2E6A}"/>
                                            </p:graphicEl>
                                          </p:spTgt>
                                        </p:tgtEl>
                                        <p:attrNameLst>
                                          <p:attrName>ppt_y</p:attrName>
                                        </p:attrNameLst>
                                      </p:cBhvr>
                                      <p:tavLst>
                                        <p:tav tm="0">
                                          <p:val>
                                            <p:strVal val="#ppt_y+.1"/>
                                          </p:val>
                                        </p:tav>
                                        <p:tav tm="100000">
                                          <p:val>
                                            <p:strVal val="#ppt_y"/>
                                          </p:val>
                                        </p:tav>
                                      </p:tavLst>
                                    </p:anim>
                                  </p:childTnLst>
                                </p:cTn>
                              </p:par>
                            </p:childTnLst>
                          </p:cTn>
                        </p:par>
                        <p:par>
                          <p:cTn id="52" fill="hold">
                            <p:stCondLst>
                              <p:cond delay="8000"/>
                            </p:stCondLst>
                            <p:childTnLst>
                              <p:par>
                                <p:cTn id="53" presetID="42" presetClass="entr" presetSubtype="0" fill="hold" grpId="0" nodeType="afterEffect">
                                  <p:stCondLst>
                                    <p:cond delay="0"/>
                                  </p:stCondLst>
                                  <p:childTnLst>
                                    <p:set>
                                      <p:cBhvr>
                                        <p:cTn id="54" dur="1" fill="hold">
                                          <p:stCondLst>
                                            <p:cond delay="0"/>
                                          </p:stCondLst>
                                        </p:cTn>
                                        <p:tgtEl>
                                          <p:spTgt spid="7">
                                            <p:graphicEl>
                                              <a:dgm id="{7F458689-EA5A-4217-991E-6A0BE8F302C9}"/>
                                            </p:graphicEl>
                                          </p:spTgt>
                                        </p:tgtEl>
                                        <p:attrNameLst>
                                          <p:attrName>style.visibility</p:attrName>
                                        </p:attrNameLst>
                                      </p:cBhvr>
                                      <p:to>
                                        <p:strVal val="visible"/>
                                      </p:to>
                                    </p:set>
                                    <p:animEffect transition="in" filter="fade">
                                      <p:cBhvr>
                                        <p:cTn id="55" dur="1000"/>
                                        <p:tgtEl>
                                          <p:spTgt spid="7">
                                            <p:graphicEl>
                                              <a:dgm id="{7F458689-EA5A-4217-991E-6A0BE8F302C9}"/>
                                            </p:graphicEl>
                                          </p:spTgt>
                                        </p:tgtEl>
                                      </p:cBhvr>
                                    </p:animEffect>
                                    <p:anim calcmode="lin" valueType="num">
                                      <p:cBhvr>
                                        <p:cTn id="56" dur="1000" fill="hold"/>
                                        <p:tgtEl>
                                          <p:spTgt spid="7">
                                            <p:graphicEl>
                                              <a:dgm id="{7F458689-EA5A-4217-991E-6A0BE8F302C9}"/>
                                            </p:graphicEl>
                                          </p:spTgt>
                                        </p:tgtEl>
                                        <p:attrNameLst>
                                          <p:attrName>ppt_x</p:attrName>
                                        </p:attrNameLst>
                                      </p:cBhvr>
                                      <p:tavLst>
                                        <p:tav tm="0">
                                          <p:val>
                                            <p:strVal val="#ppt_x"/>
                                          </p:val>
                                        </p:tav>
                                        <p:tav tm="100000">
                                          <p:val>
                                            <p:strVal val="#ppt_x"/>
                                          </p:val>
                                        </p:tav>
                                      </p:tavLst>
                                    </p:anim>
                                    <p:anim calcmode="lin" valueType="num">
                                      <p:cBhvr>
                                        <p:cTn id="57" dur="1000" fill="hold"/>
                                        <p:tgtEl>
                                          <p:spTgt spid="7">
                                            <p:graphicEl>
                                              <a:dgm id="{7F458689-EA5A-4217-991E-6A0BE8F302C9}"/>
                                            </p:graphic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uiExpand="1">
        <p:bldSub>
          <a:bldDgm bld="one"/>
        </p:bldSub>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430511CB-2556-40C9-9975-93D0D2EF29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9" name="Rectangle 18">
            <a:extLst>
              <a:ext uri="{FF2B5EF4-FFF2-40B4-BE49-F238E27FC236}">
                <a16:creationId xmlns:a16="http://schemas.microsoft.com/office/drawing/2014/main" id="{0137E738-AFAB-48B2-97F9-5C4BF39345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21" name="Straight Connector 20">
            <a:extLst>
              <a:ext uri="{FF2B5EF4-FFF2-40B4-BE49-F238E27FC236}">
                <a16:creationId xmlns:a16="http://schemas.microsoft.com/office/drawing/2014/main" id="{0703A2A2-0F14-45FC-8CB4-D5DEEC49AC5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23" name="Rectangle 22">
            <a:extLst>
              <a:ext uri="{FF2B5EF4-FFF2-40B4-BE49-F238E27FC236}">
                <a16:creationId xmlns:a16="http://schemas.microsoft.com/office/drawing/2014/main" id="{1AD4E35D-A118-48D3-A2D3-3CEE5A0C74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כותרת 1">
            <a:extLst>
              <a:ext uri="{FF2B5EF4-FFF2-40B4-BE49-F238E27FC236}">
                <a16:creationId xmlns:a16="http://schemas.microsoft.com/office/drawing/2014/main" id="{AAF681BA-80E0-90C9-F889-17D6587B0778}"/>
              </a:ext>
            </a:extLst>
          </p:cNvPr>
          <p:cNvSpPr txBox="1">
            <a:spLocks/>
          </p:cNvSpPr>
          <p:nvPr/>
        </p:nvSpPr>
        <p:spPr>
          <a:xfrm>
            <a:off x="5144679" y="634946"/>
            <a:ext cx="6405063" cy="1450757"/>
          </a:xfrm>
          <a:prstGeom prst="rect">
            <a:avLst/>
          </a:prstGeom>
        </p:spPr>
        <p:txBody>
          <a:bodyPr vert="horz" lIns="91440" tIns="45720" rIns="91440" bIns="45720" rtlCol="0" anchor="b">
            <a:normAutofit/>
          </a:bodyPr>
          <a:lstStyle>
            <a:lvl1pPr algn="l" defTabSz="914400" rtl="1"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rtl="0">
              <a:spcAft>
                <a:spcPts val="600"/>
              </a:spcAft>
            </a:pPr>
            <a:r>
              <a:rPr lang="en-US" sz="4400"/>
              <a:t>Brain Imaging – Non-Invasive Methods Available </a:t>
            </a:r>
          </a:p>
        </p:txBody>
      </p:sp>
      <p:pic>
        <p:nvPicPr>
          <p:cNvPr id="12" name="Picture 11" descr="A labeled, three-dimensional graph comparing the several brain imaging techniques on the axes of Temporal Resolution, Portability, and Spatial Resolution. Image description linked to in caption">
            <a:extLst>
              <a:ext uri="{FF2B5EF4-FFF2-40B4-BE49-F238E27FC236}">
                <a16:creationId xmlns:a16="http://schemas.microsoft.com/office/drawing/2014/main" id="{486F4A71-08EE-BFF0-0BFA-D1C9DF9B883B}"/>
              </a:ext>
            </a:extLst>
          </p:cNvPr>
          <p:cNvPicPr>
            <a:picLocks noChangeAspect="1"/>
          </p:cNvPicPr>
          <p:nvPr/>
        </p:nvPicPr>
        <p:blipFill>
          <a:blip r:embed="rId2"/>
          <a:stretch>
            <a:fillRect/>
          </a:stretch>
        </p:blipFill>
        <p:spPr>
          <a:xfrm>
            <a:off x="633999" y="668356"/>
            <a:ext cx="4020297" cy="2301619"/>
          </a:xfrm>
          <a:prstGeom prst="rect">
            <a:avLst/>
          </a:prstGeom>
        </p:spPr>
      </p:pic>
      <p:cxnSp>
        <p:nvCxnSpPr>
          <p:cNvPr id="25" name="Straight Connector 24">
            <a:extLst>
              <a:ext uri="{FF2B5EF4-FFF2-40B4-BE49-F238E27FC236}">
                <a16:creationId xmlns:a16="http://schemas.microsoft.com/office/drawing/2014/main" id="{8A1FC8F0-6475-4788-9B10-7CF183FC51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181247" y="2086188"/>
            <a:ext cx="5852160"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pic>
        <p:nvPicPr>
          <p:cNvPr id="2" name="Picture 1" descr="Comparisons of the penetration depth, spatial resolution, and image speed among various techniques for neuroimaging, including magnetic resonance imaging (MRI), computed tomography (CT), positron emission tomography (PET), ultrasound imaging (US), optical coherence tomography (OCT), photoacoustic imaging (PAI), fluorescence microscopy (FM), near-infrared spectral imaging (NIRS), and laser speckle imaging (LSI).">
            <a:extLst>
              <a:ext uri="{FF2B5EF4-FFF2-40B4-BE49-F238E27FC236}">
                <a16:creationId xmlns:a16="http://schemas.microsoft.com/office/drawing/2014/main" id="{697A98DF-92F8-0DAF-804A-AEDADB6119D0}"/>
              </a:ext>
            </a:extLst>
          </p:cNvPr>
          <p:cNvPicPr>
            <a:picLocks noChangeAspect="1"/>
          </p:cNvPicPr>
          <p:nvPr/>
        </p:nvPicPr>
        <p:blipFill>
          <a:blip r:embed="rId3"/>
          <a:stretch>
            <a:fillRect/>
          </a:stretch>
        </p:blipFill>
        <p:spPr>
          <a:xfrm>
            <a:off x="482124" y="3491285"/>
            <a:ext cx="4020296" cy="2321720"/>
          </a:xfrm>
          <a:prstGeom prst="rect">
            <a:avLst/>
          </a:prstGeom>
        </p:spPr>
      </p:pic>
      <p:sp>
        <p:nvSpPr>
          <p:cNvPr id="5" name="כותרת משנה 2">
            <a:extLst>
              <a:ext uri="{FF2B5EF4-FFF2-40B4-BE49-F238E27FC236}">
                <a16:creationId xmlns:a16="http://schemas.microsoft.com/office/drawing/2014/main" id="{32A7AA4F-4ACE-EABB-5217-90A927DA1887}"/>
              </a:ext>
            </a:extLst>
          </p:cNvPr>
          <p:cNvSpPr txBox="1">
            <a:spLocks/>
          </p:cNvSpPr>
          <p:nvPr/>
        </p:nvSpPr>
        <p:spPr>
          <a:xfrm>
            <a:off x="5144679" y="2198914"/>
            <a:ext cx="6742521" cy="3670180"/>
          </a:xfrm>
          <a:prstGeom prst="rect">
            <a:avLst/>
          </a:prstGeom>
        </p:spPr>
        <p:txBody>
          <a:bodyPr vert="horz" lIns="0" tIns="45720" rIns="0" bIns="45720" rtlCol="0">
            <a:normAutofit/>
          </a:bodyPr>
          <a:lstStyle>
            <a:lvl1pPr marL="91440" indent="-91440" algn="r" defTabSz="914400" rtl="1"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r" defTabSz="914400" rtl="1"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l" rtl="0">
              <a:lnSpc>
                <a:spcPct val="100000"/>
              </a:lnSpc>
              <a:buFont typeface="Calibri" panose="020F0502020204030204" pitchFamily="34" charset="0"/>
              <a:buNone/>
            </a:pPr>
            <a:r>
              <a:rPr lang="en-US" sz="2800" dirty="0"/>
              <a:t>For Speckle Contrast Optical Spectroscopy (SCOS):</a:t>
            </a:r>
          </a:p>
          <a:p>
            <a:pPr lvl="1" algn="l" rtl="0">
              <a:lnSpc>
                <a:spcPct val="150000"/>
              </a:lnSpc>
              <a:buFont typeface="Calibri" panose="020F0502020204030204" pitchFamily="34" charset="0"/>
              <a:buChar char="Ø"/>
            </a:pPr>
            <a:r>
              <a:rPr lang="en-US" sz="2600" dirty="0"/>
              <a:t> </a:t>
            </a:r>
            <a:r>
              <a:rPr lang="en-US" sz="2800" dirty="0"/>
              <a:t>Special resolution of a few mm to a few cm</a:t>
            </a:r>
          </a:p>
          <a:p>
            <a:pPr lvl="1" algn="l" rtl="0">
              <a:lnSpc>
                <a:spcPct val="150000"/>
              </a:lnSpc>
              <a:buFont typeface="Calibri" panose="020F0502020204030204" pitchFamily="34" charset="0"/>
              <a:buChar char="Ø"/>
            </a:pPr>
            <a:r>
              <a:rPr lang="en-US" sz="2800" dirty="0"/>
              <a:t> High temporal resolution, but 50ms is sufficient (20 FPS)</a:t>
            </a:r>
          </a:p>
        </p:txBody>
      </p:sp>
      <p:sp>
        <p:nvSpPr>
          <p:cNvPr id="27" name="Rectangle 26">
            <a:extLst>
              <a:ext uri="{FF2B5EF4-FFF2-40B4-BE49-F238E27FC236}">
                <a16:creationId xmlns:a16="http://schemas.microsoft.com/office/drawing/2014/main" id="{30F84B10-5D81-46AE-920D-E07497CDB1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9" name="Rectangle 28">
            <a:extLst>
              <a:ext uri="{FF2B5EF4-FFF2-40B4-BE49-F238E27FC236}">
                <a16:creationId xmlns:a16="http://schemas.microsoft.com/office/drawing/2014/main" id="{F68DC746-DF72-4A62-B759-3115310161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מציין מיקום של מספר שקופית 2">
            <a:extLst>
              <a:ext uri="{FF2B5EF4-FFF2-40B4-BE49-F238E27FC236}">
                <a16:creationId xmlns:a16="http://schemas.microsoft.com/office/drawing/2014/main" id="{58E2DF52-20F6-594F-3A03-747F2F47DB16}"/>
              </a:ext>
            </a:extLst>
          </p:cNvPr>
          <p:cNvSpPr>
            <a:spLocks noGrp="1"/>
          </p:cNvSpPr>
          <p:nvPr>
            <p:ph type="sldNum" sz="quarter" idx="12"/>
          </p:nvPr>
        </p:nvSpPr>
        <p:spPr>
          <a:xfrm>
            <a:off x="9900458" y="6459785"/>
            <a:ext cx="1312025" cy="365125"/>
          </a:xfrm>
        </p:spPr>
        <p:txBody>
          <a:bodyPr vert="horz" lIns="91440" tIns="45720" rIns="91440" bIns="45720" rtlCol="0" anchor="ctr">
            <a:normAutofit/>
          </a:bodyPr>
          <a:lstStyle/>
          <a:p>
            <a:pPr>
              <a:spcAft>
                <a:spcPts val="600"/>
              </a:spcAft>
            </a:pPr>
            <a:fld id="{46CBA923-8050-40EC-91A3-2E6F60A68F37}" type="slidenum">
              <a:rPr lang="en-US" smtClean="0"/>
              <a:pPr>
                <a:spcAft>
                  <a:spcPts val="600"/>
                </a:spcAft>
              </a:pPr>
              <a:t>4</a:t>
            </a:fld>
            <a:endParaRPr lang="en-US"/>
          </a:p>
        </p:txBody>
      </p:sp>
      <p:pic>
        <p:nvPicPr>
          <p:cNvPr id="11" name="Picture 6" descr="Faculty of Engineering Bar-Ilan University">
            <a:extLst>
              <a:ext uri="{FF2B5EF4-FFF2-40B4-BE49-F238E27FC236}">
                <a16:creationId xmlns:a16="http://schemas.microsoft.com/office/drawing/2014/main" id="{1A4E067E-C1BD-4D73-70B7-88487EE78E53}"/>
              </a:ext>
            </a:extLst>
          </p:cNvPr>
          <p:cNvPicPr/>
          <p:nvPr/>
        </p:nvPicPr>
        <p:blipFill>
          <a:blip r:embed="rId4">
            <a:extLst>
              <a:ext uri="{28A0092B-C50C-407E-A947-70E740481C1C}">
                <a14:useLocalDpi xmlns:a14="http://schemas.microsoft.com/office/drawing/2010/main" val="0"/>
              </a:ext>
            </a:extLst>
          </a:blip>
          <a:stretch>
            <a:fillRect/>
          </a:stretch>
        </p:blipFill>
        <p:spPr bwMode="auto">
          <a:xfrm>
            <a:off x="91074" y="6367558"/>
            <a:ext cx="2023476" cy="551397"/>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C00FC869-EBBA-0626-4E9D-16697E61E7A9}"/>
              </a:ext>
            </a:extLst>
          </p:cNvPr>
          <p:cNvSpPr txBox="1"/>
          <p:nvPr/>
        </p:nvSpPr>
        <p:spPr>
          <a:xfrm>
            <a:off x="562192" y="2889342"/>
            <a:ext cx="4020296" cy="369332"/>
          </a:xfrm>
          <a:prstGeom prst="rect">
            <a:avLst/>
          </a:prstGeom>
          <a:noFill/>
        </p:spPr>
        <p:txBody>
          <a:bodyPr wrap="square">
            <a:spAutoFit/>
          </a:bodyPr>
          <a:lstStyle/>
          <a:p>
            <a:r>
              <a:rPr lang="en-US" i="1" dirty="0"/>
              <a:t>Source: Thompson Rivers University (n.d.)</a:t>
            </a:r>
          </a:p>
        </p:txBody>
      </p:sp>
      <p:sp>
        <p:nvSpPr>
          <p:cNvPr id="18" name="TextBox 17">
            <a:extLst>
              <a:ext uri="{FF2B5EF4-FFF2-40B4-BE49-F238E27FC236}">
                <a16:creationId xmlns:a16="http://schemas.microsoft.com/office/drawing/2014/main" id="{DFC42154-BCA8-EF4C-0512-813E146DDFAE}"/>
              </a:ext>
            </a:extLst>
          </p:cNvPr>
          <p:cNvSpPr txBox="1"/>
          <p:nvPr/>
        </p:nvSpPr>
        <p:spPr>
          <a:xfrm>
            <a:off x="575269" y="5830181"/>
            <a:ext cx="3727790" cy="369332"/>
          </a:xfrm>
          <a:prstGeom prst="rect">
            <a:avLst/>
          </a:prstGeom>
          <a:noFill/>
        </p:spPr>
        <p:txBody>
          <a:bodyPr wrap="square">
            <a:spAutoFit/>
          </a:bodyPr>
          <a:lstStyle/>
          <a:p>
            <a:r>
              <a:rPr lang="en-US" i="1" dirty="0"/>
              <a:t>Source: Zhu, He &amp; Chen (2018)</a:t>
            </a:r>
          </a:p>
        </p:txBody>
      </p:sp>
    </p:spTree>
    <p:extLst>
      <p:ext uri="{BB962C8B-B14F-4D97-AF65-F5344CB8AC3E}">
        <p14:creationId xmlns:p14="http://schemas.microsoft.com/office/powerpoint/2010/main" val="1885162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A4E164-027B-09CC-443C-C04FBFA6F35B}"/>
            </a:ext>
          </a:extLst>
        </p:cNvPr>
        <p:cNvGrpSpPr/>
        <p:nvPr/>
      </p:nvGrpSpPr>
      <p:grpSpPr>
        <a:xfrm>
          <a:off x="0" y="0"/>
          <a:ext cx="0" cy="0"/>
          <a:chOff x="0" y="0"/>
          <a:chExt cx="0" cy="0"/>
        </a:xfrm>
      </p:grpSpPr>
      <p:sp>
        <p:nvSpPr>
          <p:cNvPr id="3" name="מציין מיקום של מספר שקופית 2">
            <a:extLst>
              <a:ext uri="{FF2B5EF4-FFF2-40B4-BE49-F238E27FC236}">
                <a16:creationId xmlns:a16="http://schemas.microsoft.com/office/drawing/2014/main" id="{BA86210F-F5D4-B084-D911-83AEEB3373E7}"/>
              </a:ext>
            </a:extLst>
          </p:cNvPr>
          <p:cNvSpPr>
            <a:spLocks noGrp="1"/>
          </p:cNvSpPr>
          <p:nvPr>
            <p:ph type="sldNum" sz="quarter" idx="12"/>
          </p:nvPr>
        </p:nvSpPr>
        <p:spPr/>
        <p:txBody>
          <a:bodyPr/>
          <a:lstStyle/>
          <a:p>
            <a:fld id="{46CBA923-8050-40EC-91A3-2E6F60A68F37}" type="slidenum">
              <a:rPr lang="he-IL" smtClean="0"/>
              <a:t>5</a:t>
            </a:fld>
            <a:endParaRPr lang="he-IL"/>
          </a:p>
        </p:txBody>
      </p:sp>
      <p:sp>
        <p:nvSpPr>
          <p:cNvPr id="4" name="כותרת 1">
            <a:extLst>
              <a:ext uri="{FF2B5EF4-FFF2-40B4-BE49-F238E27FC236}">
                <a16:creationId xmlns:a16="http://schemas.microsoft.com/office/drawing/2014/main" id="{ED4931DD-4E45-97B6-BD21-6F8845E16F57}"/>
              </a:ext>
            </a:extLst>
          </p:cNvPr>
          <p:cNvSpPr txBox="1">
            <a:spLocks/>
          </p:cNvSpPr>
          <p:nvPr/>
        </p:nvSpPr>
        <p:spPr>
          <a:xfrm>
            <a:off x="518160" y="676276"/>
            <a:ext cx="11155680" cy="1057655"/>
          </a:xfrm>
          <a:prstGeom prst="rect">
            <a:avLst/>
          </a:prstGeom>
        </p:spPr>
        <p:txBody>
          <a:bodyPr vert="horz" lIns="91440" tIns="45720" rIns="91440" bIns="45720" rtlCol="0" anchor="b">
            <a:normAutofit fontScale="97500"/>
          </a:bodyPr>
          <a:lstStyle>
            <a:lvl1pPr algn="l" defTabSz="914400" rtl="1"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6000"/>
              <a:t>The Challenges of traditional SCOS</a:t>
            </a:r>
            <a:endParaRPr lang="he-IL" sz="6000"/>
          </a:p>
        </p:txBody>
      </p:sp>
      <p:sp>
        <p:nvSpPr>
          <p:cNvPr id="5" name="כותרת משנה 2">
            <a:extLst>
              <a:ext uri="{FF2B5EF4-FFF2-40B4-BE49-F238E27FC236}">
                <a16:creationId xmlns:a16="http://schemas.microsoft.com/office/drawing/2014/main" id="{A5B9CD0D-6FEA-67F4-390E-C72BEBEF6F13}"/>
              </a:ext>
            </a:extLst>
          </p:cNvPr>
          <p:cNvSpPr txBox="1">
            <a:spLocks/>
          </p:cNvSpPr>
          <p:nvPr/>
        </p:nvSpPr>
        <p:spPr>
          <a:xfrm>
            <a:off x="196877" y="1958009"/>
            <a:ext cx="5016199" cy="4223715"/>
          </a:xfrm>
          <a:prstGeom prst="rect">
            <a:avLst/>
          </a:prstGeom>
        </p:spPr>
        <p:txBody>
          <a:bodyPr>
            <a:normAutofit fontScale="92500" lnSpcReduction="20000"/>
          </a:bodyPr>
          <a:lstStyle>
            <a:lvl1pPr marL="91440" indent="-91440" algn="r" defTabSz="914400" rtl="1"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r" defTabSz="914400" rtl="1"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l" rtl="0">
              <a:lnSpc>
                <a:spcPct val="120000"/>
              </a:lnSpc>
              <a:buFont typeface="Wingdings" panose="05000000000000000000" pitchFamily="2" charset="2"/>
              <a:buChar char="Ø"/>
            </a:pPr>
            <a:r>
              <a:rPr lang="en-US" dirty="0">
                <a:solidFill>
                  <a:schemeClr val="tx1">
                    <a:lumMod val="85000"/>
                    <a:lumOff val="15000"/>
                  </a:schemeClr>
                </a:solidFill>
              </a:rPr>
              <a:t> </a:t>
            </a:r>
            <a:r>
              <a:rPr lang="en-US" sz="2800" b="1" dirty="0" err="1"/>
              <a:t>Sensetivity</a:t>
            </a:r>
            <a:r>
              <a:rPr lang="en-US" sz="2800" b="1" dirty="0"/>
              <a:t> Limitation</a:t>
            </a:r>
            <a:r>
              <a:rPr lang="en-US" sz="2800" dirty="0"/>
              <a:t>: dominated by superficial layers (scalp and skull)</a:t>
            </a:r>
          </a:p>
          <a:p>
            <a:pPr algn="l" rtl="0">
              <a:lnSpc>
                <a:spcPct val="120000"/>
              </a:lnSpc>
              <a:buFont typeface="Wingdings" panose="05000000000000000000" pitchFamily="2" charset="2"/>
              <a:buChar char="Ø"/>
            </a:pPr>
            <a:r>
              <a:rPr lang="en-US" sz="2800" b="1" dirty="0"/>
              <a:t>Signal limitation: </a:t>
            </a:r>
            <a:r>
              <a:rPr lang="en-US" sz="2800" dirty="0"/>
              <a:t>Increasing source detector separation (SDS) reduces signal quality</a:t>
            </a:r>
            <a:endParaRPr lang="en-US" sz="2800" b="1" dirty="0"/>
          </a:p>
          <a:p>
            <a:pPr algn="l" rtl="0">
              <a:lnSpc>
                <a:spcPct val="120000"/>
              </a:lnSpc>
              <a:buFont typeface="Wingdings" panose="05000000000000000000" pitchFamily="2" charset="2"/>
              <a:buChar char="Ø"/>
            </a:pPr>
            <a:r>
              <a:rPr lang="en-US" sz="2800" dirty="0">
                <a:solidFill>
                  <a:schemeClr val="tx1">
                    <a:lumMod val="85000"/>
                    <a:lumOff val="15000"/>
                  </a:schemeClr>
                </a:solidFill>
              </a:rPr>
              <a:t> </a:t>
            </a:r>
            <a:r>
              <a:rPr lang="en-US" sz="2800" b="1" dirty="0"/>
              <a:t>The Goal:</a:t>
            </a:r>
            <a:r>
              <a:rPr lang="en-US" sz="2800" dirty="0"/>
              <a:t> Enhance depth sensitivity and signal quality by using time and coherence gating</a:t>
            </a:r>
            <a:endParaRPr lang="he-IL" sz="2800" dirty="0">
              <a:solidFill>
                <a:schemeClr val="tx1">
                  <a:lumMod val="85000"/>
                  <a:lumOff val="15000"/>
                </a:schemeClr>
              </a:solidFill>
            </a:endParaRPr>
          </a:p>
        </p:txBody>
      </p:sp>
      <p:pic>
        <p:nvPicPr>
          <p:cNvPr id="6" name="Picture 6" descr="Faculty of Engineering Bar-Ilan University">
            <a:extLst>
              <a:ext uri="{FF2B5EF4-FFF2-40B4-BE49-F238E27FC236}">
                <a16:creationId xmlns:a16="http://schemas.microsoft.com/office/drawing/2014/main" id="{2EC49231-2658-7E14-A485-A003A3D4C12D}"/>
              </a:ext>
            </a:extLst>
          </p:cNvPr>
          <p:cNvPicPr/>
          <p:nvPr/>
        </p:nvPicPr>
        <p:blipFill>
          <a:blip r:embed="rId2">
            <a:extLst>
              <a:ext uri="{28A0092B-C50C-407E-A947-70E740481C1C}">
                <a14:useLocalDpi xmlns:a14="http://schemas.microsoft.com/office/drawing/2010/main" val="0"/>
              </a:ext>
            </a:extLst>
          </a:blip>
          <a:stretch>
            <a:fillRect/>
          </a:stretch>
        </p:blipFill>
        <p:spPr bwMode="auto">
          <a:xfrm>
            <a:off x="91074" y="6367558"/>
            <a:ext cx="2023476" cy="551397"/>
          </a:xfrm>
          <a:prstGeom prst="rect">
            <a:avLst/>
          </a:prstGeom>
          <a:noFill/>
          <a:extLst>
            <a:ext uri="{909E8E84-426E-40DD-AFC4-6F175D3DCCD1}">
              <a14:hiddenFill xmlns:a14="http://schemas.microsoft.com/office/drawing/2010/main">
                <a:solidFill>
                  <a:srgbClr val="FFFFFF"/>
                </a:solidFill>
              </a14:hiddenFill>
            </a:ext>
          </a:extLst>
        </p:spPr>
      </p:pic>
      <p:sp>
        <p:nvSpPr>
          <p:cNvPr id="7" name="תיבת טקסט 6">
            <a:extLst>
              <a:ext uri="{FF2B5EF4-FFF2-40B4-BE49-F238E27FC236}">
                <a16:creationId xmlns:a16="http://schemas.microsoft.com/office/drawing/2014/main" id="{B841FDD2-8F1A-B38E-4428-C2D634B553B7}"/>
              </a:ext>
            </a:extLst>
          </p:cNvPr>
          <p:cNvSpPr txBox="1"/>
          <p:nvPr/>
        </p:nvSpPr>
        <p:spPr>
          <a:xfrm>
            <a:off x="6510713" y="4993233"/>
            <a:ext cx="3389745" cy="338554"/>
          </a:xfrm>
          <a:prstGeom prst="rect">
            <a:avLst/>
          </a:prstGeom>
          <a:noFill/>
        </p:spPr>
        <p:txBody>
          <a:bodyPr wrap="square">
            <a:spAutoFit/>
          </a:bodyPr>
          <a:lstStyle/>
          <a:p>
            <a:r>
              <a:rPr lang="en-US" sz="1600" i="1" dirty="0"/>
              <a:t>Source: Stanford CIBSR (n.d.)</a:t>
            </a:r>
            <a:endParaRPr lang="he-IL" sz="1600" dirty="0"/>
          </a:p>
        </p:txBody>
      </p:sp>
      <p:pic>
        <p:nvPicPr>
          <p:cNvPr id="12" name="תמונה 11">
            <a:extLst>
              <a:ext uri="{FF2B5EF4-FFF2-40B4-BE49-F238E27FC236}">
                <a16:creationId xmlns:a16="http://schemas.microsoft.com/office/drawing/2014/main" id="{3BE63244-CB45-7810-CFE9-3F7A0E8751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78097" y="2103261"/>
            <a:ext cx="4149676" cy="2810483"/>
          </a:xfrm>
          <a:prstGeom prst="rect">
            <a:avLst/>
          </a:prstGeom>
        </p:spPr>
      </p:pic>
    </p:spTree>
    <p:extLst>
      <p:ext uri="{BB962C8B-B14F-4D97-AF65-F5344CB8AC3E}">
        <p14:creationId xmlns:p14="http://schemas.microsoft.com/office/powerpoint/2010/main" val="2855622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תמונה 54">
            <a:extLst>
              <a:ext uri="{FF2B5EF4-FFF2-40B4-BE49-F238E27FC236}">
                <a16:creationId xmlns:a16="http://schemas.microsoft.com/office/drawing/2014/main" id="{9C196C27-9D78-C68E-BA0B-45794AADCAC6}"/>
              </a:ext>
            </a:extLst>
          </p:cNvPr>
          <p:cNvPicPr>
            <a:picLocks noChangeAspect="1"/>
          </p:cNvPicPr>
          <p:nvPr/>
        </p:nvPicPr>
        <p:blipFill>
          <a:blip r:embed="rId3"/>
          <a:stretch>
            <a:fillRect/>
          </a:stretch>
        </p:blipFill>
        <p:spPr>
          <a:xfrm>
            <a:off x="10272386" y="3607609"/>
            <a:ext cx="1676545" cy="1871634"/>
          </a:xfrm>
          <a:prstGeom prst="rect">
            <a:avLst/>
          </a:prstGeom>
        </p:spPr>
      </p:pic>
      <p:sp>
        <p:nvSpPr>
          <p:cNvPr id="47" name="Rectangle 33">
            <a:extLst>
              <a:ext uri="{FF2B5EF4-FFF2-40B4-BE49-F238E27FC236}">
                <a16:creationId xmlns:a16="http://schemas.microsoft.com/office/drawing/2014/main" id="{31D76C17-5F1A-5E82-A4ED-435409DB9E4E}"/>
              </a:ext>
            </a:extLst>
          </p:cNvPr>
          <p:cNvSpPr/>
          <p:nvPr/>
        </p:nvSpPr>
        <p:spPr>
          <a:xfrm>
            <a:off x="7856214" y="5027084"/>
            <a:ext cx="117174" cy="707007"/>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9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כותרת 1">
            <a:extLst>
              <a:ext uri="{FF2B5EF4-FFF2-40B4-BE49-F238E27FC236}">
                <a16:creationId xmlns:a16="http://schemas.microsoft.com/office/drawing/2014/main" id="{A569D9A0-2E1D-859F-EC72-0ABC1114D928}"/>
              </a:ext>
            </a:extLst>
          </p:cNvPr>
          <p:cNvSpPr>
            <a:spLocks noGrp="1"/>
          </p:cNvSpPr>
          <p:nvPr>
            <p:ph type="title"/>
          </p:nvPr>
        </p:nvSpPr>
        <p:spPr>
          <a:xfrm>
            <a:off x="457200" y="274320"/>
            <a:ext cx="3447288" cy="2359152"/>
          </a:xfrm>
        </p:spPr>
        <p:txBody>
          <a:bodyPr>
            <a:normAutofit/>
          </a:bodyPr>
          <a:lstStyle/>
          <a:p>
            <a:r>
              <a:rPr lang="en-US"/>
              <a:t>Relation Between Contrast to Movement -Rational </a:t>
            </a:r>
            <a:endParaRPr lang="he-IL"/>
          </a:p>
        </p:txBody>
      </p:sp>
      <p:sp>
        <p:nvSpPr>
          <p:cNvPr id="4" name="מציין מיקום טקסט 3">
            <a:extLst>
              <a:ext uri="{FF2B5EF4-FFF2-40B4-BE49-F238E27FC236}">
                <a16:creationId xmlns:a16="http://schemas.microsoft.com/office/drawing/2014/main" id="{02816B6B-8ED4-8328-8DBD-44433C8CA6F7}"/>
              </a:ext>
            </a:extLst>
          </p:cNvPr>
          <p:cNvSpPr>
            <a:spLocks noGrp="1"/>
          </p:cNvSpPr>
          <p:nvPr>
            <p:ph type="body" sz="half" idx="2"/>
          </p:nvPr>
        </p:nvSpPr>
        <p:spPr>
          <a:xfrm>
            <a:off x="457200" y="2567940"/>
            <a:ext cx="3200400" cy="3799618"/>
          </a:xfrm>
        </p:spPr>
        <p:txBody>
          <a:bodyPr>
            <a:normAutofit/>
          </a:bodyPr>
          <a:lstStyle/>
          <a:p>
            <a:pPr algn="l" rtl="0"/>
            <a:r>
              <a:rPr lang="en-US" sz="2400"/>
              <a:t>Speckle: scattered light randomly self interferes</a:t>
            </a:r>
          </a:p>
          <a:p>
            <a:pPr algn="l" rtl="0"/>
            <a:r>
              <a:rPr lang="en-US" sz="2400"/>
              <a:t>Disturbance: changes the speckle formation</a:t>
            </a:r>
          </a:p>
          <a:p>
            <a:pPr algn="l" rtl="0"/>
            <a:r>
              <a:rPr lang="en-US" sz="2400"/>
              <a:t>Integration: speckle movement causes blur</a:t>
            </a:r>
          </a:p>
          <a:p>
            <a:pPr algn="l" rtl="0"/>
            <a:r>
              <a:rPr lang="en-US" sz="3200" b="1"/>
              <a:t>Low contrast -&gt; High movement!</a:t>
            </a:r>
            <a:endParaRPr lang="he-IL" sz="3200" b="1"/>
          </a:p>
        </p:txBody>
      </p:sp>
      <p:sp>
        <p:nvSpPr>
          <p:cNvPr id="5" name="מציין מיקום של מספר שקופית 4">
            <a:extLst>
              <a:ext uri="{FF2B5EF4-FFF2-40B4-BE49-F238E27FC236}">
                <a16:creationId xmlns:a16="http://schemas.microsoft.com/office/drawing/2014/main" id="{302D1067-521F-5E76-070C-A525EB9AC40A}"/>
              </a:ext>
            </a:extLst>
          </p:cNvPr>
          <p:cNvSpPr>
            <a:spLocks noGrp="1"/>
          </p:cNvSpPr>
          <p:nvPr>
            <p:ph type="sldNum" sz="quarter" idx="12"/>
          </p:nvPr>
        </p:nvSpPr>
        <p:spPr/>
        <p:txBody>
          <a:bodyPr/>
          <a:lstStyle/>
          <a:p>
            <a:fld id="{46CBA923-8050-40EC-91A3-2E6F60A68F37}" type="slidenum">
              <a:rPr lang="he-IL" smtClean="0"/>
              <a:t>6</a:t>
            </a:fld>
            <a:endParaRPr lang="he-IL"/>
          </a:p>
        </p:txBody>
      </p:sp>
      <p:pic>
        <p:nvPicPr>
          <p:cNvPr id="6" name="Picture 6" descr="Faculty of Engineering Bar-Ilan University">
            <a:extLst>
              <a:ext uri="{FF2B5EF4-FFF2-40B4-BE49-F238E27FC236}">
                <a16:creationId xmlns:a16="http://schemas.microsoft.com/office/drawing/2014/main" id="{26F786B5-50CB-58B3-4019-4BD50ACB8A1E}"/>
              </a:ext>
            </a:extLst>
          </p:cNvPr>
          <p:cNvPicPr/>
          <p:nvPr/>
        </p:nvPicPr>
        <p:blipFill>
          <a:blip r:embed="rId4">
            <a:extLst>
              <a:ext uri="{28A0092B-C50C-407E-A947-70E740481C1C}">
                <a14:useLocalDpi xmlns:a14="http://schemas.microsoft.com/office/drawing/2010/main" val="0"/>
              </a:ext>
            </a:extLst>
          </a:blip>
          <a:stretch>
            <a:fillRect/>
          </a:stretch>
        </p:blipFill>
        <p:spPr bwMode="auto">
          <a:xfrm>
            <a:off x="91074" y="6367558"/>
            <a:ext cx="2023476" cy="55139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33" name="Rectangle 2">
                <a:extLst>
                  <a:ext uri="{FF2B5EF4-FFF2-40B4-BE49-F238E27FC236}">
                    <a16:creationId xmlns:a16="http://schemas.microsoft.com/office/drawing/2014/main" id="{BB484793-74C8-39DD-FF0E-870618ADBD49}"/>
                  </a:ext>
                </a:extLst>
              </p:cNvPr>
              <p:cNvSpPr/>
              <p:nvPr/>
            </p:nvSpPr>
            <p:spPr>
              <a:xfrm>
                <a:off x="4093343" y="1187307"/>
                <a:ext cx="2250509" cy="1253292"/>
              </a:xfrm>
              <a:prstGeom prst="rect">
                <a:avLst/>
              </a:prstGeom>
            </p:spPr>
            <p:txBody>
              <a:bodyPr wrap="square">
                <a:spAutoFit/>
              </a:bodyPr>
              <a:lstStyle/>
              <a:p>
                <a:pPr marL="0" marR="0" lvl="0" indent="0" algn="l" defTabSz="914400" rtl="0" eaLnBrk="1" fontAlgn="auto" latinLnBrk="0" hangingPunct="1">
                  <a:lnSpc>
                    <a:spcPct val="200000"/>
                  </a:lnSpc>
                  <a:spcBef>
                    <a:spcPts val="0"/>
                  </a:spcBef>
                  <a:spcAft>
                    <a:spcPts val="0"/>
                  </a:spcAft>
                  <a:buClrTx/>
                  <a:buSzTx/>
                  <a:buFontTx/>
                  <a:buNone/>
                  <a:tabLst/>
                  <a:defRPr/>
                </a:pPr>
                <a14:m>
                  <m:oMathPara xmlns:m="http://schemas.openxmlformats.org/officeDocument/2006/math">
                    <m:oMath>
                      <m:r>
                        <m:rPr>
                          <m:sty m:val="p"/>
                        </m:rPr>
                        <a:rPr kumimoji="0" lang="en-US" sz="2200" b="0" i="0"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K</m:t>
                      </m:r>
                      <m:r>
                        <a:rPr kumimoji="0" lang="en-US" sz="2200" b="0" i="0"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m:t>
                      </m:r>
                      <m:f>
                        <m:fPr>
                          <m:ctrlPr>
                            <a:rPr kumimoji="0" lang="en-US" sz="2200" b="0" i="0" u="none" strike="noStrike" kern="1200" cap="none" spc="0" normalizeH="0" baseline="0" noProof="0" dirty="0">
                              <a:ln>
                                <a:noFill/>
                              </a:ln>
                              <a:solidFill>
                                <a:schemeClr val="tx2"/>
                              </a:solidFill>
                              <a:effectLst/>
                              <a:uLnTx/>
                              <a:uFillTx/>
                              <a:latin typeface="Cambria Math" panose="02040503050406030204" pitchFamily="18" charset="0"/>
                              <a:ea typeface="Lato" charset="0"/>
                              <a:cs typeface="Lato" charset="0"/>
                            </a:rPr>
                          </m:ctrlPr>
                        </m:fPr>
                        <m:num>
                          <m:r>
                            <m:rPr>
                              <m:sty m:val="p"/>
                            </m:rPr>
                            <a:rPr kumimoji="0" lang="en-US" sz="2200" b="0" i="0" u="none" strike="noStrike" kern="1200" cap="none" spc="0" normalizeH="0" baseline="0" noProof="0" dirty="0">
                              <a:ln>
                                <a:noFill/>
                              </a:ln>
                              <a:solidFill>
                                <a:schemeClr val="tx2"/>
                              </a:solidFill>
                              <a:effectLst/>
                              <a:uLnTx/>
                              <a:uFillTx/>
                              <a:latin typeface="Cambria Math" panose="02040503050406030204" pitchFamily="18" charset="0"/>
                              <a:ea typeface="Lato" charset="0"/>
                              <a:cs typeface="Lato" charset="0"/>
                            </a:rPr>
                            <m:t>σ</m:t>
                          </m:r>
                        </m:num>
                        <m:den>
                          <m:r>
                            <a:rPr kumimoji="0" lang="en-US" sz="2200" b="0" i="0" u="none" strike="noStrike" kern="1200" cap="none" spc="0" normalizeH="0" baseline="0" noProof="0" dirty="0">
                              <a:ln>
                                <a:noFill/>
                              </a:ln>
                              <a:solidFill>
                                <a:schemeClr val="tx2"/>
                              </a:solidFill>
                              <a:effectLst/>
                              <a:uLnTx/>
                              <a:uFillTx/>
                              <a:latin typeface="Cambria Math" panose="02040503050406030204" pitchFamily="18" charset="0"/>
                              <a:ea typeface="Lato" charset="0"/>
                              <a:cs typeface="Lato" charset="0"/>
                            </a:rPr>
                            <m:t>&lt;</m:t>
                          </m:r>
                          <m:r>
                            <m:rPr>
                              <m:sty m:val="p"/>
                            </m:rPr>
                            <a:rPr kumimoji="0" lang="en-US" sz="2200" b="0" i="0" u="none" strike="noStrike" kern="1200" cap="none" spc="0" normalizeH="0" baseline="0" noProof="0" dirty="0">
                              <a:ln>
                                <a:noFill/>
                              </a:ln>
                              <a:solidFill>
                                <a:schemeClr val="tx2"/>
                              </a:solidFill>
                              <a:effectLst/>
                              <a:uLnTx/>
                              <a:uFillTx/>
                              <a:latin typeface="Cambria Math" panose="02040503050406030204" pitchFamily="18" charset="0"/>
                              <a:ea typeface="Lato" charset="0"/>
                              <a:cs typeface="Lato" charset="0"/>
                            </a:rPr>
                            <m:t>I</m:t>
                          </m:r>
                          <m:r>
                            <a:rPr kumimoji="0" lang="en-US" sz="2200" b="0" i="0" u="none" strike="noStrike" kern="1200" cap="none" spc="0" normalizeH="0" baseline="0" noProof="0" dirty="0">
                              <a:ln>
                                <a:noFill/>
                              </a:ln>
                              <a:solidFill>
                                <a:schemeClr val="tx2"/>
                              </a:solidFill>
                              <a:effectLst/>
                              <a:uLnTx/>
                              <a:uFillTx/>
                              <a:latin typeface="Cambria Math" panose="02040503050406030204" pitchFamily="18" charset="0"/>
                              <a:ea typeface="Lato" charset="0"/>
                              <a:cs typeface="Lato" charset="0"/>
                            </a:rPr>
                            <m:t>&gt;</m:t>
                          </m:r>
                        </m:den>
                      </m:f>
                    </m:oMath>
                  </m:oMathPara>
                </a14:m>
                <a:endParaRPr kumimoji="0" lang="en-US" sz="1400" b="0" i="0" u="none" strike="noStrike" kern="1200" cap="none" spc="0" normalizeH="0" baseline="0" noProof="0" dirty="0">
                  <a:ln>
                    <a:noFill/>
                  </a:ln>
                  <a:solidFill>
                    <a:schemeClr val="tx2"/>
                  </a:solidFill>
                  <a:effectLst/>
                  <a:uLnTx/>
                  <a:uFillTx/>
                  <a:latin typeface="Raleway ExtraBold" panose="020B0903030101060003" pitchFamily="34" charset="0"/>
                  <a:ea typeface="+mn-ea"/>
                  <a:cs typeface="+mn-cs"/>
                </a:endParaRPr>
              </a:p>
            </p:txBody>
          </p:sp>
        </mc:Choice>
        <mc:Fallback xmlns="">
          <p:sp>
            <p:nvSpPr>
              <p:cNvPr id="33" name="Rectangle 2">
                <a:extLst>
                  <a:ext uri="{FF2B5EF4-FFF2-40B4-BE49-F238E27FC236}">
                    <a16:creationId xmlns:a16="http://schemas.microsoft.com/office/drawing/2014/main" id="{BB484793-74C8-39DD-FF0E-870618ADBD49}"/>
                  </a:ext>
                </a:extLst>
              </p:cNvPr>
              <p:cNvSpPr>
                <a:spLocks noRot="1" noChangeAspect="1" noMove="1" noResize="1" noEditPoints="1" noAdjustHandles="1" noChangeArrowheads="1" noChangeShapeType="1" noTextEdit="1"/>
              </p:cNvSpPr>
              <p:nvPr/>
            </p:nvSpPr>
            <p:spPr>
              <a:xfrm>
                <a:off x="4093343" y="1187307"/>
                <a:ext cx="2250509" cy="1253292"/>
              </a:xfrm>
              <a:prstGeom prst="rect">
                <a:avLst/>
              </a:prstGeom>
              <a:blipFill>
                <a:blip r:embed="rId5"/>
                <a:stretch>
                  <a:fillRect/>
                </a:stretch>
              </a:blipFill>
            </p:spPr>
            <p:txBody>
              <a:bodyPr/>
              <a:lstStyle/>
              <a:p>
                <a:r>
                  <a:rPr lang="en-US">
                    <a:noFill/>
                  </a:rPr>
                  <a:t> </a:t>
                </a:r>
              </a:p>
            </p:txBody>
          </p:sp>
        </mc:Fallback>
      </mc:AlternateContent>
      <p:sp>
        <p:nvSpPr>
          <p:cNvPr id="35" name="Freeform: Shape 21">
            <a:extLst>
              <a:ext uri="{FF2B5EF4-FFF2-40B4-BE49-F238E27FC236}">
                <a16:creationId xmlns:a16="http://schemas.microsoft.com/office/drawing/2014/main" id="{7AEC99F1-2056-2F09-AB79-E9818C144F91}"/>
              </a:ext>
            </a:extLst>
          </p:cNvPr>
          <p:cNvSpPr/>
          <p:nvPr/>
        </p:nvSpPr>
        <p:spPr>
          <a:xfrm>
            <a:off x="7535026" y="3198971"/>
            <a:ext cx="1071322" cy="1636525"/>
          </a:xfrm>
          <a:custGeom>
            <a:avLst/>
            <a:gdLst>
              <a:gd name="connsiteX0" fmla="*/ 0 w 8503920"/>
              <a:gd name="connsiteY0" fmla="*/ 4574500 h 7341192"/>
              <a:gd name="connsiteX1" fmla="*/ 1120140 w 8503920"/>
              <a:gd name="connsiteY1" fmla="*/ 4300180 h 7341192"/>
              <a:gd name="connsiteX2" fmla="*/ 2217420 w 8503920"/>
              <a:gd name="connsiteY2" fmla="*/ 4643080 h 7341192"/>
              <a:gd name="connsiteX3" fmla="*/ 2606040 w 8503920"/>
              <a:gd name="connsiteY3" fmla="*/ 2722840 h 7341192"/>
              <a:gd name="connsiteX4" fmla="*/ 2903220 w 8503920"/>
              <a:gd name="connsiteY4" fmla="*/ 5923240 h 7341192"/>
              <a:gd name="connsiteX5" fmla="*/ 2994660 w 8503920"/>
              <a:gd name="connsiteY5" fmla="*/ 1396960 h 7341192"/>
              <a:gd name="connsiteX6" fmla="*/ 3291840 w 8503920"/>
              <a:gd name="connsiteY6" fmla="*/ 6631900 h 7341192"/>
              <a:gd name="connsiteX7" fmla="*/ 3268980 w 8503920"/>
              <a:gd name="connsiteY7" fmla="*/ 459700 h 7341192"/>
              <a:gd name="connsiteX8" fmla="*/ 3589020 w 8503920"/>
              <a:gd name="connsiteY8" fmla="*/ 7340560 h 7341192"/>
              <a:gd name="connsiteX9" fmla="*/ 3520440 w 8503920"/>
              <a:gd name="connsiteY9" fmla="*/ 2500 h 7341192"/>
              <a:gd name="connsiteX10" fmla="*/ 3794760 w 8503920"/>
              <a:gd name="connsiteY10" fmla="*/ 6449020 h 7341192"/>
              <a:gd name="connsiteX11" fmla="*/ 3749040 w 8503920"/>
              <a:gd name="connsiteY11" fmla="*/ 436840 h 7341192"/>
              <a:gd name="connsiteX12" fmla="*/ 4069080 w 8503920"/>
              <a:gd name="connsiteY12" fmla="*/ 5763220 h 7341192"/>
              <a:gd name="connsiteX13" fmla="*/ 4160520 w 8503920"/>
              <a:gd name="connsiteY13" fmla="*/ 1556980 h 7341192"/>
              <a:gd name="connsiteX14" fmla="*/ 4434840 w 8503920"/>
              <a:gd name="connsiteY14" fmla="*/ 5191720 h 7341192"/>
              <a:gd name="connsiteX15" fmla="*/ 4617720 w 8503920"/>
              <a:gd name="connsiteY15" fmla="*/ 2677120 h 7341192"/>
              <a:gd name="connsiteX16" fmla="*/ 5029200 w 8503920"/>
              <a:gd name="connsiteY16" fmla="*/ 5488900 h 7341192"/>
              <a:gd name="connsiteX17" fmla="*/ 5234940 w 8503920"/>
              <a:gd name="connsiteY17" fmla="*/ 3751540 h 7341192"/>
              <a:gd name="connsiteX18" fmla="*/ 5989320 w 8503920"/>
              <a:gd name="connsiteY18" fmla="*/ 4505920 h 7341192"/>
              <a:gd name="connsiteX19" fmla="*/ 7612380 w 8503920"/>
              <a:gd name="connsiteY19" fmla="*/ 4437340 h 7341192"/>
              <a:gd name="connsiteX20" fmla="*/ 8503920 w 8503920"/>
              <a:gd name="connsiteY20" fmla="*/ 4620220 h 7341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503920" h="7341192">
                <a:moveTo>
                  <a:pt x="0" y="4574500"/>
                </a:moveTo>
                <a:cubicBezTo>
                  <a:pt x="375285" y="4431625"/>
                  <a:pt x="750570" y="4288750"/>
                  <a:pt x="1120140" y="4300180"/>
                </a:cubicBezTo>
                <a:cubicBezTo>
                  <a:pt x="1489710" y="4311610"/>
                  <a:pt x="1969770" y="4905970"/>
                  <a:pt x="2217420" y="4643080"/>
                </a:cubicBezTo>
                <a:cubicBezTo>
                  <a:pt x="2465070" y="4380190"/>
                  <a:pt x="2491740" y="2509480"/>
                  <a:pt x="2606040" y="2722840"/>
                </a:cubicBezTo>
                <a:cubicBezTo>
                  <a:pt x="2720340" y="2936200"/>
                  <a:pt x="2838450" y="6144220"/>
                  <a:pt x="2903220" y="5923240"/>
                </a:cubicBezTo>
                <a:cubicBezTo>
                  <a:pt x="2967990" y="5702260"/>
                  <a:pt x="2929890" y="1278850"/>
                  <a:pt x="2994660" y="1396960"/>
                </a:cubicBezTo>
                <a:cubicBezTo>
                  <a:pt x="3059430" y="1515070"/>
                  <a:pt x="3246120" y="6788110"/>
                  <a:pt x="3291840" y="6631900"/>
                </a:cubicBezTo>
                <a:cubicBezTo>
                  <a:pt x="3337560" y="6475690"/>
                  <a:pt x="3219450" y="341590"/>
                  <a:pt x="3268980" y="459700"/>
                </a:cubicBezTo>
                <a:cubicBezTo>
                  <a:pt x="3318510" y="577810"/>
                  <a:pt x="3547110" y="7416760"/>
                  <a:pt x="3589020" y="7340560"/>
                </a:cubicBezTo>
                <a:cubicBezTo>
                  <a:pt x="3630930" y="7264360"/>
                  <a:pt x="3486150" y="151090"/>
                  <a:pt x="3520440" y="2500"/>
                </a:cubicBezTo>
                <a:cubicBezTo>
                  <a:pt x="3554730" y="-146090"/>
                  <a:pt x="3756660" y="6376630"/>
                  <a:pt x="3794760" y="6449020"/>
                </a:cubicBezTo>
                <a:cubicBezTo>
                  <a:pt x="3832860" y="6521410"/>
                  <a:pt x="3703320" y="551140"/>
                  <a:pt x="3749040" y="436840"/>
                </a:cubicBezTo>
                <a:cubicBezTo>
                  <a:pt x="3794760" y="322540"/>
                  <a:pt x="4000500" y="5576530"/>
                  <a:pt x="4069080" y="5763220"/>
                </a:cubicBezTo>
                <a:cubicBezTo>
                  <a:pt x="4137660" y="5949910"/>
                  <a:pt x="4099560" y="1652230"/>
                  <a:pt x="4160520" y="1556980"/>
                </a:cubicBezTo>
                <a:cubicBezTo>
                  <a:pt x="4221480" y="1461730"/>
                  <a:pt x="4358640" y="5005030"/>
                  <a:pt x="4434840" y="5191720"/>
                </a:cubicBezTo>
                <a:cubicBezTo>
                  <a:pt x="4511040" y="5378410"/>
                  <a:pt x="4518660" y="2627590"/>
                  <a:pt x="4617720" y="2677120"/>
                </a:cubicBezTo>
                <a:cubicBezTo>
                  <a:pt x="4716780" y="2726650"/>
                  <a:pt x="4926330" y="5309830"/>
                  <a:pt x="5029200" y="5488900"/>
                </a:cubicBezTo>
                <a:cubicBezTo>
                  <a:pt x="5132070" y="5667970"/>
                  <a:pt x="5074920" y="3915370"/>
                  <a:pt x="5234940" y="3751540"/>
                </a:cubicBezTo>
                <a:cubicBezTo>
                  <a:pt x="5394960" y="3587710"/>
                  <a:pt x="5593080" y="4391620"/>
                  <a:pt x="5989320" y="4505920"/>
                </a:cubicBezTo>
                <a:cubicBezTo>
                  <a:pt x="6385560" y="4620220"/>
                  <a:pt x="7193280" y="4418290"/>
                  <a:pt x="7612380" y="4437340"/>
                </a:cubicBezTo>
                <a:cubicBezTo>
                  <a:pt x="8031480" y="4456390"/>
                  <a:pt x="8267700" y="4538305"/>
                  <a:pt x="8503920" y="462022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6" name="Straight Connector 22">
            <a:extLst>
              <a:ext uri="{FF2B5EF4-FFF2-40B4-BE49-F238E27FC236}">
                <a16:creationId xmlns:a16="http://schemas.microsoft.com/office/drawing/2014/main" id="{0066A5DD-D53D-D6E9-AF20-21BC465F5B84}"/>
              </a:ext>
            </a:extLst>
          </p:cNvPr>
          <p:cNvCxnSpPr>
            <a:cxnSpLocks/>
          </p:cNvCxnSpPr>
          <p:nvPr/>
        </p:nvCxnSpPr>
        <p:spPr>
          <a:xfrm>
            <a:off x="5838508" y="4219421"/>
            <a:ext cx="1696517"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37" name="Straight Connector 23">
            <a:extLst>
              <a:ext uri="{FF2B5EF4-FFF2-40B4-BE49-F238E27FC236}">
                <a16:creationId xmlns:a16="http://schemas.microsoft.com/office/drawing/2014/main" id="{C0162458-6709-7EA3-BD88-76686F4DA45A}"/>
              </a:ext>
            </a:extLst>
          </p:cNvPr>
          <p:cNvCxnSpPr>
            <a:cxnSpLocks/>
          </p:cNvCxnSpPr>
          <p:nvPr/>
        </p:nvCxnSpPr>
        <p:spPr>
          <a:xfrm>
            <a:off x="8567642" y="4217175"/>
            <a:ext cx="1489524" cy="0"/>
          </a:xfrm>
          <a:prstGeom prst="line">
            <a:avLst/>
          </a:prstGeom>
        </p:spPr>
        <p:style>
          <a:lnRef idx="1">
            <a:schemeClr val="accent2"/>
          </a:lnRef>
          <a:fillRef idx="0">
            <a:schemeClr val="accent2"/>
          </a:fillRef>
          <a:effectRef idx="0">
            <a:schemeClr val="accent2"/>
          </a:effectRef>
          <a:fontRef idx="minor">
            <a:schemeClr val="tx1"/>
          </a:fontRef>
        </p:style>
      </p:cxnSp>
      <p:sp>
        <p:nvSpPr>
          <p:cNvPr id="38" name="Freeform: Shape 24">
            <a:extLst>
              <a:ext uri="{FF2B5EF4-FFF2-40B4-BE49-F238E27FC236}">
                <a16:creationId xmlns:a16="http://schemas.microsoft.com/office/drawing/2014/main" id="{354C3C34-D94F-1F56-F487-52654E7D5FF9}"/>
              </a:ext>
            </a:extLst>
          </p:cNvPr>
          <p:cNvSpPr/>
          <p:nvPr/>
        </p:nvSpPr>
        <p:spPr>
          <a:xfrm>
            <a:off x="6077272" y="1358214"/>
            <a:ext cx="3749764" cy="951183"/>
          </a:xfrm>
          <a:custGeom>
            <a:avLst/>
            <a:gdLst>
              <a:gd name="connsiteX0" fmla="*/ 0 w 4846320"/>
              <a:gd name="connsiteY0" fmla="*/ 0 h 2651761"/>
              <a:gd name="connsiteX1" fmla="*/ 1394460 w 4846320"/>
              <a:gd name="connsiteY1" fmla="*/ 68580 h 2651761"/>
              <a:gd name="connsiteX2" fmla="*/ 1645920 w 4846320"/>
              <a:gd name="connsiteY2" fmla="*/ 251460 h 2651761"/>
              <a:gd name="connsiteX3" fmla="*/ 1965960 w 4846320"/>
              <a:gd name="connsiteY3" fmla="*/ 388620 h 2651761"/>
              <a:gd name="connsiteX4" fmla="*/ 2103120 w 4846320"/>
              <a:gd name="connsiteY4" fmla="*/ 1691640 h 2651761"/>
              <a:gd name="connsiteX5" fmla="*/ 2194560 w 4846320"/>
              <a:gd name="connsiteY5" fmla="*/ 2560320 h 2651761"/>
              <a:gd name="connsiteX6" fmla="*/ 2308860 w 4846320"/>
              <a:gd name="connsiteY6" fmla="*/ 2446020 h 2651761"/>
              <a:gd name="connsiteX7" fmla="*/ 2377440 w 4846320"/>
              <a:gd name="connsiteY7" fmla="*/ 2560320 h 2651761"/>
              <a:gd name="connsiteX8" fmla="*/ 2606040 w 4846320"/>
              <a:gd name="connsiteY8" fmla="*/ 2377440 h 2651761"/>
              <a:gd name="connsiteX9" fmla="*/ 2720340 w 4846320"/>
              <a:gd name="connsiteY9" fmla="*/ 2537460 h 2651761"/>
              <a:gd name="connsiteX10" fmla="*/ 2857500 w 4846320"/>
              <a:gd name="connsiteY10" fmla="*/ 388620 h 2651761"/>
              <a:gd name="connsiteX11" fmla="*/ 2994660 w 4846320"/>
              <a:gd name="connsiteY11" fmla="*/ 594360 h 2651761"/>
              <a:gd name="connsiteX12" fmla="*/ 3246120 w 4846320"/>
              <a:gd name="connsiteY12" fmla="*/ 68580 h 2651761"/>
              <a:gd name="connsiteX13" fmla="*/ 4846320 w 4846320"/>
              <a:gd name="connsiteY13" fmla="*/ 91440 h 2651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46320" h="2651761">
                <a:moveTo>
                  <a:pt x="0" y="0"/>
                </a:moveTo>
                <a:cubicBezTo>
                  <a:pt x="560070" y="13335"/>
                  <a:pt x="1120140" y="26670"/>
                  <a:pt x="1394460" y="68580"/>
                </a:cubicBezTo>
                <a:cubicBezTo>
                  <a:pt x="1668780" y="110490"/>
                  <a:pt x="1550670" y="198120"/>
                  <a:pt x="1645920" y="251460"/>
                </a:cubicBezTo>
                <a:cubicBezTo>
                  <a:pt x="1741170" y="304800"/>
                  <a:pt x="1889760" y="148590"/>
                  <a:pt x="1965960" y="388620"/>
                </a:cubicBezTo>
                <a:cubicBezTo>
                  <a:pt x="2042160" y="628650"/>
                  <a:pt x="2103120" y="1691640"/>
                  <a:pt x="2103120" y="1691640"/>
                </a:cubicBezTo>
                <a:cubicBezTo>
                  <a:pt x="2141220" y="2053590"/>
                  <a:pt x="2160270" y="2434590"/>
                  <a:pt x="2194560" y="2560320"/>
                </a:cubicBezTo>
                <a:cubicBezTo>
                  <a:pt x="2228850" y="2686050"/>
                  <a:pt x="2278380" y="2446020"/>
                  <a:pt x="2308860" y="2446020"/>
                </a:cubicBezTo>
                <a:cubicBezTo>
                  <a:pt x="2339340" y="2446020"/>
                  <a:pt x="2327910" y="2571750"/>
                  <a:pt x="2377440" y="2560320"/>
                </a:cubicBezTo>
                <a:cubicBezTo>
                  <a:pt x="2426970" y="2548890"/>
                  <a:pt x="2548890" y="2381250"/>
                  <a:pt x="2606040" y="2377440"/>
                </a:cubicBezTo>
                <a:cubicBezTo>
                  <a:pt x="2663190" y="2373630"/>
                  <a:pt x="2678430" y="2868930"/>
                  <a:pt x="2720340" y="2537460"/>
                </a:cubicBezTo>
                <a:cubicBezTo>
                  <a:pt x="2762250" y="2205990"/>
                  <a:pt x="2811780" y="712470"/>
                  <a:pt x="2857500" y="388620"/>
                </a:cubicBezTo>
                <a:cubicBezTo>
                  <a:pt x="2903220" y="64770"/>
                  <a:pt x="2929890" y="647700"/>
                  <a:pt x="2994660" y="594360"/>
                </a:cubicBezTo>
                <a:cubicBezTo>
                  <a:pt x="3059430" y="541020"/>
                  <a:pt x="2937510" y="152400"/>
                  <a:pt x="3246120" y="68580"/>
                </a:cubicBezTo>
                <a:cubicBezTo>
                  <a:pt x="3554730" y="-15240"/>
                  <a:pt x="4602480" y="133350"/>
                  <a:pt x="4846320" y="9144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9" name="Rectangle 25">
            <a:extLst>
              <a:ext uri="{FF2B5EF4-FFF2-40B4-BE49-F238E27FC236}">
                <a16:creationId xmlns:a16="http://schemas.microsoft.com/office/drawing/2014/main" id="{CD9F8E24-D353-4806-5CA9-0B6FB9D6DFFA}"/>
              </a:ext>
            </a:extLst>
          </p:cNvPr>
          <p:cNvSpPr/>
          <p:nvPr/>
        </p:nvSpPr>
        <p:spPr>
          <a:xfrm>
            <a:off x="4570843" y="1217774"/>
            <a:ext cx="1295511" cy="307777"/>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Contrast</a:t>
            </a:r>
          </a:p>
        </p:txBody>
      </p:sp>
      <p:grpSp>
        <p:nvGrpSpPr>
          <p:cNvPr id="40" name="Group 26">
            <a:extLst>
              <a:ext uri="{FF2B5EF4-FFF2-40B4-BE49-F238E27FC236}">
                <a16:creationId xmlns:a16="http://schemas.microsoft.com/office/drawing/2014/main" id="{1AB096C2-64BC-FB37-2953-2D38AD17B41F}"/>
              </a:ext>
            </a:extLst>
          </p:cNvPr>
          <p:cNvGrpSpPr/>
          <p:nvPr/>
        </p:nvGrpSpPr>
        <p:grpSpPr>
          <a:xfrm>
            <a:off x="5735850" y="2783837"/>
            <a:ext cx="1306839" cy="1432447"/>
            <a:chOff x="16183393" y="4158293"/>
            <a:chExt cx="2613678" cy="2864894"/>
          </a:xfrm>
        </p:grpSpPr>
        <p:grpSp>
          <p:nvGrpSpPr>
            <p:cNvPr id="41" name="Group 27" descr="Camera Exposure&#10;">
              <a:extLst>
                <a:ext uri="{FF2B5EF4-FFF2-40B4-BE49-F238E27FC236}">
                  <a16:creationId xmlns:a16="http://schemas.microsoft.com/office/drawing/2014/main" id="{ECEC09FE-AD48-EA51-1B56-BC67CB8AA100}"/>
                </a:ext>
              </a:extLst>
            </p:cNvPr>
            <p:cNvGrpSpPr/>
            <p:nvPr/>
          </p:nvGrpSpPr>
          <p:grpSpPr>
            <a:xfrm>
              <a:off x="16407732" y="4195359"/>
              <a:ext cx="2165505" cy="2827828"/>
              <a:chOff x="15604335" y="6035040"/>
              <a:chExt cx="2165505" cy="1943101"/>
            </a:xfrm>
          </p:grpSpPr>
          <p:cxnSp>
            <p:nvCxnSpPr>
              <p:cNvPr id="43" name="Straight Connector 29">
                <a:extLst>
                  <a:ext uri="{FF2B5EF4-FFF2-40B4-BE49-F238E27FC236}">
                    <a16:creationId xmlns:a16="http://schemas.microsoft.com/office/drawing/2014/main" id="{F3178EB9-9E8D-8D32-FD69-0AA1768A2B8E}"/>
                  </a:ext>
                </a:extLst>
              </p:cNvPr>
              <p:cNvCxnSpPr>
                <a:cxnSpLocks/>
              </p:cNvCxnSpPr>
              <p:nvPr/>
            </p:nvCxnSpPr>
            <p:spPr>
              <a:xfrm flipV="1">
                <a:off x="15604335" y="6035040"/>
                <a:ext cx="0" cy="19431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30">
                <a:extLst>
                  <a:ext uri="{FF2B5EF4-FFF2-40B4-BE49-F238E27FC236}">
                    <a16:creationId xmlns:a16="http://schemas.microsoft.com/office/drawing/2014/main" id="{0630C42B-3A1D-05B2-7091-C3424F41C3CD}"/>
                  </a:ext>
                </a:extLst>
              </p:cNvPr>
              <p:cNvCxnSpPr>
                <a:cxnSpLocks/>
              </p:cNvCxnSpPr>
              <p:nvPr/>
            </p:nvCxnSpPr>
            <p:spPr>
              <a:xfrm>
                <a:off x="15627195" y="6035040"/>
                <a:ext cx="214264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31">
                <a:extLst>
                  <a:ext uri="{FF2B5EF4-FFF2-40B4-BE49-F238E27FC236}">
                    <a16:creationId xmlns:a16="http://schemas.microsoft.com/office/drawing/2014/main" id="{0DFD91F1-4F27-2255-7865-BDB8470E5309}"/>
                  </a:ext>
                </a:extLst>
              </p:cNvPr>
              <p:cNvCxnSpPr>
                <a:cxnSpLocks/>
              </p:cNvCxnSpPr>
              <p:nvPr/>
            </p:nvCxnSpPr>
            <p:spPr>
              <a:xfrm flipV="1">
                <a:off x="17769840" y="6035040"/>
                <a:ext cx="0" cy="1943101"/>
              </a:xfrm>
              <a:prstGeom prst="line">
                <a:avLst/>
              </a:prstGeom>
            </p:spPr>
            <p:style>
              <a:lnRef idx="1">
                <a:schemeClr val="accent1"/>
              </a:lnRef>
              <a:fillRef idx="0">
                <a:schemeClr val="accent1"/>
              </a:fillRef>
              <a:effectRef idx="0">
                <a:schemeClr val="accent1"/>
              </a:effectRef>
              <a:fontRef idx="minor">
                <a:schemeClr val="tx1"/>
              </a:fontRef>
            </p:style>
          </p:cxnSp>
        </p:grpSp>
        <p:sp>
          <p:nvSpPr>
            <p:cNvPr id="42" name="Rectangle 28">
              <a:extLst>
                <a:ext uri="{FF2B5EF4-FFF2-40B4-BE49-F238E27FC236}">
                  <a16:creationId xmlns:a16="http://schemas.microsoft.com/office/drawing/2014/main" id="{D8DB560D-3ED6-2E29-D7FA-9F5620A36724}"/>
                </a:ext>
              </a:extLst>
            </p:cNvPr>
            <p:cNvSpPr/>
            <p:nvPr/>
          </p:nvSpPr>
          <p:spPr>
            <a:xfrm>
              <a:off x="16183393" y="4158293"/>
              <a:ext cx="2613678" cy="92333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Camera Exposure</a:t>
              </a:r>
            </a:p>
          </p:txBody>
        </p:sp>
      </p:grpSp>
      <p:cxnSp>
        <p:nvCxnSpPr>
          <p:cNvPr id="46" name="Straight Connector 32">
            <a:extLst>
              <a:ext uri="{FF2B5EF4-FFF2-40B4-BE49-F238E27FC236}">
                <a16:creationId xmlns:a16="http://schemas.microsoft.com/office/drawing/2014/main" id="{42065EE7-114B-9835-AFAB-E9B43AA80A58}"/>
              </a:ext>
            </a:extLst>
          </p:cNvPr>
          <p:cNvCxnSpPr>
            <a:cxnSpLocks/>
          </p:cNvCxnSpPr>
          <p:nvPr/>
        </p:nvCxnSpPr>
        <p:spPr>
          <a:xfrm>
            <a:off x="5944837" y="5740362"/>
            <a:ext cx="3914195"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8" name="Rectangle 34">
            <a:extLst>
              <a:ext uri="{FF2B5EF4-FFF2-40B4-BE49-F238E27FC236}">
                <a16:creationId xmlns:a16="http://schemas.microsoft.com/office/drawing/2014/main" id="{9F672FA6-DFB4-F09B-F9FF-F7A78385B842}"/>
              </a:ext>
            </a:extLst>
          </p:cNvPr>
          <p:cNvSpPr/>
          <p:nvPr/>
        </p:nvSpPr>
        <p:spPr>
          <a:xfrm>
            <a:off x="4537156" y="4044650"/>
            <a:ext cx="1295511" cy="307777"/>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Signal</a:t>
            </a:r>
          </a:p>
        </p:txBody>
      </p:sp>
      <p:sp>
        <p:nvSpPr>
          <p:cNvPr id="49" name="Rectangle 35">
            <a:extLst>
              <a:ext uri="{FF2B5EF4-FFF2-40B4-BE49-F238E27FC236}">
                <a16:creationId xmlns:a16="http://schemas.microsoft.com/office/drawing/2014/main" id="{53240F13-104A-0D59-F9F0-2836448A7F6A}"/>
              </a:ext>
            </a:extLst>
          </p:cNvPr>
          <p:cNvSpPr/>
          <p:nvPr/>
        </p:nvSpPr>
        <p:spPr>
          <a:xfrm>
            <a:off x="4220232" y="5592903"/>
            <a:ext cx="1572397" cy="307777"/>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Lato" panose="020F0502020204030203" pitchFamily="34" charset="0"/>
                <a:ea typeface="Lato" panose="020F0502020204030203" pitchFamily="34" charset="0"/>
                <a:cs typeface="Lato" panose="020F0502020204030203" pitchFamily="34" charset="0"/>
              </a:rPr>
              <a:t>Excitation Trigger</a:t>
            </a:r>
          </a:p>
        </p:txBody>
      </p:sp>
      <p:pic>
        <p:nvPicPr>
          <p:cNvPr id="50" name="Picture 36">
            <a:extLst>
              <a:ext uri="{FF2B5EF4-FFF2-40B4-BE49-F238E27FC236}">
                <a16:creationId xmlns:a16="http://schemas.microsoft.com/office/drawing/2014/main" id="{70B9F55B-BA2D-40C4-1449-1F5236B8660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249657" y="1833805"/>
            <a:ext cx="1752168" cy="1797933"/>
          </a:xfrm>
          <a:prstGeom prst="rect">
            <a:avLst/>
          </a:prstGeom>
        </p:spPr>
      </p:pic>
      <p:pic>
        <p:nvPicPr>
          <p:cNvPr id="51" name="Picture 37">
            <a:extLst>
              <a:ext uri="{FF2B5EF4-FFF2-40B4-BE49-F238E27FC236}">
                <a16:creationId xmlns:a16="http://schemas.microsoft.com/office/drawing/2014/main" id="{C35AA021-1A47-306C-0AD9-294A10F29A4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280137" y="3607072"/>
            <a:ext cx="1680250" cy="1869850"/>
          </a:xfrm>
          <a:prstGeom prst="rect">
            <a:avLst/>
          </a:prstGeom>
        </p:spPr>
      </p:pic>
      <p:cxnSp>
        <p:nvCxnSpPr>
          <p:cNvPr id="53" name="Straight Connector 23">
            <a:extLst>
              <a:ext uri="{FF2B5EF4-FFF2-40B4-BE49-F238E27FC236}">
                <a16:creationId xmlns:a16="http://schemas.microsoft.com/office/drawing/2014/main" id="{99185E01-E6E6-9610-A79A-9CE8C33622DF}"/>
              </a:ext>
            </a:extLst>
          </p:cNvPr>
          <p:cNvCxnSpPr>
            <a:cxnSpLocks/>
          </p:cNvCxnSpPr>
          <p:nvPr/>
        </p:nvCxnSpPr>
        <p:spPr>
          <a:xfrm>
            <a:off x="7333545" y="4218313"/>
            <a:ext cx="1489524" cy="0"/>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756424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53"/>
                                        </p:tgtEl>
                                        <p:attrNameLst>
                                          <p:attrName>style.visibility</p:attrName>
                                        </p:attrNameLst>
                                      </p:cBhvr>
                                      <p:to>
                                        <p:strVal val="hidden"/>
                                      </p:to>
                                    </p:set>
                                  </p:childTnLst>
                                </p:cTn>
                              </p:par>
                              <p:par>
                                <p:cTn id="7" presetID="1" presetClass="entr" presetSubtype="0" fill="hold" grpId="0" nodeType="withEffect">
                                  <p:stCondLst>
                                    <p:cond delay="0"/>
                                  </p:stCondLst>
                                  <p:childTnLst>
                                    <p:set>
                                      <p:cBhvr>
                                        <p:cTn id="8" dur="1" fill="hold">
                                          <p:stCondLst>
                                            <p:cond delay="0"/>
                                          </p:stCondLst>
                                        </p:cTn>
                                        <p:tgtEl>
                                          <p:spTgt spid="4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8"/>
                                        </p:tgtEl>
                                        <p:attrNameLst>
                                          <p:attrName>style.visibility</p:attrName>
                                        </p:attrNameLst>
                                      </p:cBhvr>
                                      <p:to>
                                        <p:strVal val="visible"/>
                                      </p:to>
                                    </p:set>
                                    <p:animEffect transition="in" filter="wipe(left)">
                                      <p:cBhvr>
                                        <p:cTn id="21" dur="4000"/>
                                        <p:tgtEl>
                                          <p:spTgt spid="38"/>
                                        </p:tgtEl>
                                      </p:cBhvr>
                                    </p:animEffect>
                                  </p:childTnLst>
                                </p:cTn>
                              </p:par>
                              <p:par>
                                <p:cTn id="22" presetID="1" presetClass="entr" presetSubtype="0" fill="hold" nodeType="withEffect">
                                  <p:stCondLst>
                                    <p:cond delay="0"/>
                                  </p:stCondLst>
                                  <p:childTnLst>
                                    <p:set>
                                      <p:cBhvr>
                                        <p:cTn id="23" dur="1" fill="hold">
                                          <p:stCondLst>
                                            <p:cond delay="0"/>
                                          </p:stCondLst>
                                        </p:cTn>
                                        <p:tgtEl>
                                          <p:spTgt spid="50"/>
                                        </p:tgtEl>
                                        <p:attrNameLst>
                                          <p:attrName>style.visibility</p:attrName>
                                        </p:attrNameLst>
                                      </p:cBhvr>
                                      <p:to>
                                        <p:strVal val="visible"/>
                                      </p:to>
                                    </p:set>
                                  </p:childTnLst>
                                </p:cTn>
                              </p:par>
                              <p:par>
                                <p:cTn id="24" presetID="42" presetClass="path" presetSubtype="0" fill="hold" nodeType="withEffect">
                                  <p:stCondLst>
                                    <p:cond delay="0"/>
                                  </p:stCondLst>
                                  <p:childTnLst>
                                    <p:animMotion origin="layout" path="M 1.66667E-6 3.33333E-6 L 0.25859 3.33333E-6 " pathEditMode="relative" rAng="0" ptsTypes="AA">
                                      <p:cBhvr>
                                        <p:cTn id="25" dur="4000" fill="hold"/>
                                        <p:tgtEl>
                                          <p:spTgt spid="40"/>
                                        </p:tgtEl>
                                        <p:attrNameLst>
                                          <p:attrName>ppt_x</p:attrName>
                                          <p:attrName>ppt_y</p:attrName>
                                        </p:attrNameLst>
                                      </p:cBhvr>
                                      <p:rCtr x="12930" y="0"/>
                                    </p:animMotion>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35" grpId="0" animBg="1"/>
      <p:bldP spid="3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1" name="Rectangle 2">
                <a:extLst>
                  <a:ext uri="{FF2B5EF4-FFF2-40B4-BE49-F238E27FC236}">
                    <a16:creationId xmlns:a16="http://schemas.microsoft.com/office/drawing/2014/main" id="{FCC5E321-90C2-D0D5-D699-DEC8C88A1AC2}"/>
                  </a:ext>
                </a:extLst>
              </p:cNvPr>
              <p:cNvSpPr/>
              <p:nvPr/>
            </p:nvSpPr>
            <p:spPr>
              <a:xfrm>
                <a:off x="1616744" y="1766590"/>
                <a:ext cx="2250509" cy="1575560"/>
              </a:xfrm>
              <a:prstGeom prst="rect">
                <a:avLst/>
              </a:prstGeom>
            </p:spPr>
            <p:txBody>
              <a:bodyPr wrap="square">
                <a:spAutoFit/>
              </a:bodyPr>
              <a:lstStyle/>
              <a:p>
                <a:pPr marL="0" marR="0" lvl="0" indent="0" algn="l" defTabSz="914400" rtl="0" eaLnBrk="1" fontAlgn="auto" latinLnBrk="0" hangingPunct="1">
                  <a:lnSpc>
                    <a:spcPct val="200000"/>
                  </a:lnSpc>
                  <a:spcBef>
                    <a:spcPts val="0"/>
                  </a:spcBef>
                  <a:spcAft>
                    <a:spcPts val="0"/>
                  </a:spcAft>
                  <a:buClrTx/>
                  <a:buSzTx/>
                  <a:buFontTx/>
                  <a:buNone/>
                  <a:tabLst/>
                  <a:defRPr/>
                </a:pPr>
                <a14:m>
                  <m:oMathPara xmlns:m="http://schemas.openxmlformats.org/officeDocument/2006/math">
                    <m:oMath>
                      <m:sSup>
                        <m:sSupPr>
                          <m:ctrlPr>
                            <a:rPr kumimoji="0" lang="en-US" sz="2200" b="0" i="0"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ctrlPr>
                        </m:sSupPr>
                        <m:e>
                          <m:r>
                            <m:rPr>
                              <m:sty m:val="p"/>
                            </m:rPr>
                            <a:rPr kumimoji="0" lang="en-US" sz="2200" b="0" i="0"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K</m:t>
                          </m:r>
                        </m:e>
                        <m:sup>
                          <m:r>
                            <a:rPr kumimoji="0" lang="en-US" sz="2200" b="0" i="0"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2</m:t>
                          </m:r>
                        </m:sup>
                      </m:sSup>
                      <m:r>
                        <a:rPr kumimoji="0" lang="en-US" sz="2200" b="0" i="0"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m:t>
                      </m:r>
                      <m:f>
                        <m:fPr>
                          <m:ctrlP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ctrlPr>
                        </m:fPr>
                        <m:num>
                          <m:d>
                            <m:dPr>
                              <m:begChr m:val="⟨"/>
                              <m:endChr m:val="⟩"/>
                              <m:ctrlP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ctrlPr>
                            </m:dPr>
                            <m:e>
                              <m:sSup>
                                <m:sSupPr>
                                  <m:ctrlP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ctrlPr>
                                </m:sSupPr>
                                <m:e>
                                  <m: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𝐼</m:t>
                                  </m:r>
                                </m:e>
                                <m:sup>
                                  <m: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2</m:t>
                                  </m:r>
                                </m:sup>
                              </m:sSup>
                            </m:e>
                          </m:d>
                          <m: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m:t>
                          </m:r>
                          <m:sSup>
                            <m:sSupPr>
                              <m:ctrlP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ctrlPr>
                            </m:sSupPr>
                            <m:e>
                              <m:d>
                                <m:dPr>
                                  <m:begChr m:val="⟨"/>
                                  <m:endChr m:val="⟩"/>
                                  <m:ctrlP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ctrlPr>
                                </m:dPr>
                                <m:e>
                                  <m: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𝐼</m:t>
                                  </m:r>
                                </m:e>
                              </m:d>
                            </m:e>
                            <m:sup>
                              <m: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2</m:t>
                              </m:r>
                            </m:sup>
                          </m:sSup>
                        </m:num>
                        <m:den>
                          <m:sSup>
                            <m:sSupPr>
                              <m:ctrlP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ctrlPr>
                            </m:sSupPr>
                            <m:e>
                              <m:d>
                                <m:dPr>
                                  <m:begChr m:val="⟨"/>
                                  <m:endChr m:val="⟩"/>
                                  <m:ctrlP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ctrlPr>
                                </m:dPr>
                                <m:e>
                                  <m: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𝐼</m:t>
                                  </m:r>
                                </m:e>
                              </m:d>
                            </m:e>
                            <m:sup>
                              <m: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2</m:t>
                              </m:r>
                            </m:sup>
                          </m:sSup>
                        </m:den>
                      </m:f>
                    </m:oMath>
                  </m:oMathPara>
                </a14:m>
                <a:endParaRPr kumimoji="0" lang="en-US" sz="1400" b="0" i="0" u="none" strike="noStrike" kern="1200" cap="none" spc="0" normalizeH="0" baseline="0" noProof="0" dirty="0">
                  <a:ln>
                    <a:noFill/>
                  </a:ln>
                  <a:solidFill>
                    <a:schemeClr val="tx2"/>
                  </a:solidFill>
                  <a:effectLst/>
                  <a:uLnTx/>
                  <a:uFillTx/>
                  <a:latin typeface="Raleway ExtraBold" panose="020B0903030101060003" pitchFamily="34" charset="0"/>
                  <a:ea typeface="+mn-ea"/>
                  <a:cs typeface="+mn-cs"/>
                </a:endParaRPr>
              </a:p>
            </p:txBody>
          </p:sp>
        </mc:Choice>
        <mc:Fallback xmlns="">
          <p:sp>
            <p:nvSpPr>
              <p:cNvPr id="31" name="Rectangle 2">
                <a:extLst>
                  <a:ext uri="{FF2B5EF4-FFF2-40B4-BE49-F238E27FC236}">
                    <a16:creationId xmlns:a16="http://schemas.microsoft.com/office/drawing/2014/main" id="{FCC5E321-90C2-D0D5-D699-DEC8C88A1AC2}"/>
                  </a:ext>
                </a:extLst>
              </p:cNvPr>
              <p:cNvSpPr>
                <a:spLocks noRot="1" noChangeAspect="1" noMove="1" noResize="1" noEditPoints="1" noAdjustHandles="1" noChangeArrowheads="1" noChangeShapeType="1" noTextEdit="1"/>
              </p:cNvSpPr>
              <p:nvPr/>
            </p:nvSpPr>
            <p:spPr>
              <a:xfrm>
                <a:off x="1616744" y="1766590"/>
                <a:ext cx="2250509" cy="1575560"/>
              </a:xfrm>
              <a:prstGeom prst="rect">
                <a:avLst/>
              </a:prstGeom>
              <a:blipFill>
                <a:blip r:embed="rId2"/>
                <a:stretch>
                  <a:fillRect/>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2FF6DB83-FE90-61AD-891A-A839DD62D6B8}"/>
              </a:ext>
            </a:extLst>
          </p:cNvPr>
          <p:cNvSpPr>
            <a:spLocks noGrp="1"/>
          </p:cNvSpPr>
          <p:nvPr>
            <p:ph type="sldNum" sz="quarter" idx="12"/>
          </p:nvPr>
        </p:nvSpPr>
        <p:spPr/>
        <p:txBody>
          <a:bodyPr/>
          <a:lstStyle/>
          <a:p>
            <a:fld id="{2D11AD2F-9457-44B3-A1A5-67FB697FC1E5}" type="slidenum">
              <a:rPr lang="en-US" smtClean="0"/>
              <a:t>7</a:t>
            </a:fld>
            <a:endParaRPr lang="en-US"/>
          </a:p>
        </p:txBody>
      </p:sp>
      <p:sp>
        <p:nvSpPr>
          <p:cNvPr id="5" name="כותרת 1">
            <a:extLst>
              <a:ext uri="{FF2B5EF4-FFF2-40B4-BE49-F238E27FC236}">
                <a16:creationId xmlns:a16="http://schemas.microsoft.com/office/drawing/2014/main" id="{E364D4CF-A0BC-4FC8-BDC0-D2B7F02FA9A3}"/>
              </a:ext>
            </a:extLst>
          </p:cNvPr>
          <p:cNvSpPr>
            <a:spLocks noGrp="1"/>
          </p:cNvSpPr>
          <p:nvPr>
            <p:ph type="title"/>
          </p:nvPr>
        </p:nvSpPr>
        <p:spPr>
          <a:xfrm>
            <a:off x="1097280" y="286604"/>
            <a:ext cx="10058400" cy="937816"/>
          </a:xfrm>
        </p:spPr>
        <p:txBody>
          <a:bodyPr/>
          <a:lstStyle/>
          <a:p>
            <a:r>
              <a:rPr lang="en-US" dirty="0"/>
              <a:t>SCOS– Main Principles</a:t>
            </a:r>
            <a:endParaRPr lang="he-IL" dirty="0"/>
          </a:p>
        </p:txBody>
      </p:sp>
      <p:sp>
        <p:nvSpPr>
          <p:cNvPr id="10" name="תיבת טקסט 13">
            <a:extLst>
              <a:ext uri="{FF2B5EF4-FFF2-40B4-BE49-F238E27FC236}">
                <a16:creationId xmlns:a16="http://schemas.microsoft.com/office/drawing/2014/main" id="{76324EAD-9A9C-50D3-0070-745840738A9C}"/>
              </a:ext>
            </a:extLst>
          </p:cNvPr>
          <p:cNvSpPr txBox="1"/>
          <p:nvPr/>
        </p:nvSpPr>
        <p:spPr>
          <a:xfrm>
            <a:off x="2880770" y="4142574"/>
            <a:ext cx="1235847" cy="646331"/>
          </a:xfrm>
          <a:prstGeom prst="rect">
            <a:avLst/>
          </a:prstGeom>
          <a:noFill/>
        </p:spPr>
        <p:txBody>
          <a:bodyPr wrap="square" rtlCol="1">
            <a:spAutoFit/>
          </a:bodyPr>
          <a:lstStyle/>
          <a:p>
            <a:r>
              <a:rPr lang="en-US"/>
              <a:t>Siegert Relations</a:t>
            </a:r>
            <a:endParaRPr lang="he-IL"/>
          </a:p>
        </p:txBody>
      </p:sp>
      <p:cxnSp>
        <p:nvCxnSpPr>
          <p:cNvPr id="11" name="מחבר חץ ישר 14">
            <a:extLst>
              <a:ext uri="{FF2B5EF4-FFF2-40B4-BE49-F238E27FC236}">
                <a16:creationId xmlns:a16="http://schemas.microsoft.com/office/drawing/2014/main" id="{9669C397-D1A1-62B1-D11A-0571EACCC912}"/>
              </a:ext>
            </a:extLst>
          </p:cNvPr>
          <p:cNvCxnSpPr>
            <a:cxnSpLocks/>
          </p:cNvCxnSpPr>
          <p:nvPr/>
        </p:nvCxnSpPr>
        <p:spPr>
          <a:xfrm>
            <a:off x="3805646" y="4491984"/>
            <a:ext cx="842540"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 name="תיבת טקסט 16">
            <a:extLst>
              <a:ext uri="{FF2B5EF4-FFF2-40B4-BE49-F238E27FC236}">
                <a16:creationId xmlns:a16="http://schemas.microsoft.com/office/drawing/2014/main" id="{F2EAA8CA-25B0-3785-423D-FCDC462902C6}"/>
              </a:ext>
            </a:extLst>
          </p:cNvPr>
          <p:cNvSpPr txBox="1"/>
          <p:nvPr/>
        </p:nvSpPr>
        <p:spPr>
          <a:xfrm>
            <a:off x="1036231" y="1641019"/>
            <a:ext cx="1127760" cy="646331"/>
          </a:xfrm>
          <a:prstGeom prst="rect">
            <a:avLst/>
          </a:prstGeom>
          <a:noFill/>
        </p:spPr>
        <p:txBody>
          <a:bodyPr wrap="square" rtlCol="1">
            <a:spAutoFit/>
          </a:bodyPr>
          <a:lstStyle/>
          <a:p>
            <a:r>
              <a:rPr lang="en-US" dirty="0"/>
              <a:t>Contrast squared</a:t>
            </a:r>
            <a:endParaRPr lang="he-IL" sz="1600" dirty="0"/>
          </a:p>
        </p:txBody>
      </p:sp>
      <p:sp>
        <p:nvSpPr>
          <p:cNvPr id="13" name="תיבת טקסט 17">
            <a:extLst>
              <a:ext uri="{FF2B5EF4-FFF2-40B4-BE49-F238E27FC236}">
                <a16:creationId xmlns:a16="http://schemas.microsoft.com/office/drawing/2014/main" id="{CD6B86DC-1034-AF67-7BCC-D12941C2E5BC}"/>
              </a:ext>
            </a:extLst>
          </p:cNvPr>
          <p:cNvSpPr txBox="1"/>
          <p:nvPr/>
        </p:nvSpPr>
        <p:spPr>
          <a:xfrm>
            <a:off x="3425691" y="1680748"/>
            <a:ext cx="2469025" cy="646331"/>
          </a:xfrm>
          <a:prstGeom prst="rect">
            <a:avLst/>
          </a:prstGeom>
          <a:noFill/>
        </p:spPr>
        <p:txBody>
          <a:bodyPr wrap="square" rtlCol="1">
            <a:spAutoFit/>
          </a:bodyPr>
          <a:lstStyle/>
          <a:p>
            <a:r>
              <a:rPr lang="en-US" dirty="0"/>
              <a:t>Std of an intensity window</a:t>
            </a:r>
            <a:endParaRPr lang="he-IL" dirty="0"/>
          </a:p>
        </p:txBody>
      </p:sp>
      <p:cxnSp>
        <p:nvCxnSpPr>
          <p:cNvPr id="14" name="מחבר חץ ישר 20">
            <a:extLst>
              <a:ext uri="{FF2B5EF4-FFF2-40B4-BE49-F238E27FC236}">
                <a16:creationId xmlns:a16="http://schemas.microsoft.com/office/drawing/2014/main" id="{55B92397-BC52-4A50-141E-C07BE714259F}"/>
              </a:ext>
            </a:extLst>
          </p:cNvPr>
          <p:cNvCxnSpPr>
            <a:cxnSpLocks/>
            <a:endCxn id="13" idx="1"/>
          </p:cNvCxnSpPr>
          <p:nvPr/>
        </p:nvCxnSpPr>
        <p:spPr>
          <a:xfrm flipV="1">
            <a:off x="3100482" y="2003914"/>
            <a:ext cx="325209" cy="36933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מחבר חץ ישר 22">
            <a:extLst>
              <a:ext uri="{FF2B5EF4-FFF2-40B4-BE49-F238E27FC236}">
                <a16:creationId xmlns:a16="http://schemas.microsoft.com/office/drawing/2014/main" id="{A516203A-0EFE-9D7B-D916-6F8F5B2AEE45}"/>
              </a:ext>
            </a:extLst>
          </p:cNvPr>
          <p:cNvCxnSpPr>
            <a:cxnSpLocks/>
          </p:cNvCxnSpPr>
          <p:nvPr/>
        </p:nvCxnSpPr>
        <p:spPr>
          <a:xfrm>
            <a:off x="6139277" y="2750761"/>
            <a:ext cx="665046" cy="614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 name="תיבת טקסט 24">
            <a:extLst>
              <a:ext uri="{FF2B5EF4-FFF2-40B4-BE49-F238E27FC236}">
                <a16:creationId xmlns:a16="http://schemas.microsoft.com/office/drawing/2014/main" id="{EC77A4A0-E6B7-010A-21C2-2EDCAB7F794D}"/>
              </a:ext>
            </a:extLst>
          </p:cNvPr>
          <p:cNvSpPr txBox="1"/>
          <p:nvPr/>
        </p:nvSpPr>
        <p:spPr>
          <a:xfrm>
            <a:off x="3887371" y="5754084"/>
            <a:ext cx="1216726" cy="646331"/>
          </a:xfrm>
          <a:prstGeom prst="rect">
            <a:avLst/>
          </a:prstGeom>
          <a:noFill/>
        </p:spPr>
        <p:txBody>
          <a:bodyPr wrap="square" rtlCol="1">
            <a:spAutoFit/>
          </a:bodyPr>
          <a:lstStyle/>
          <a:p>
            <a:r>
              <a:rPr lang="en-US"/>
              <a:t>Coherence Factor</a:t>
            </a:r>
            <a:endParaRPr lang="he-IL"/>
          </a:p>
        </p:txBody>
      </p:sp>
      <p:cxnSp>
        <p:nvCxnSpPr>
          <p:cNvPr id="17" name="מחבר חץ ישר 25">
            <a:extLst>
              <a:ext uri="{FF2B5EF4-FFF2-40B4-BE49-F238E27FC236}">
                <a16:creationId xmlns:a16="http://schemas.microsoft.com/office/drawing/2014/main" id="{D0A05F7A-C455-9D96-15BC-68C78760D45F}"/>
              </a:ext>
            </a:extLst>
          </p:cNvPr>
          <p:cNvCxnSpPr>
            <a:cxnSpLocks/>
          </p:cNvCxnSpPr>
          <p:nvPr/>
        </p:nvCxnSpPr>
        <p:spPr>
          <a:xfrm flipH="1">
            <a:off x="4472548" y="5462673"/>
            <a:ext cx="266561" cy="28048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מחבר ישר 26">
            <a:extLst>
              <a:ext uri="{FF2B5EF4-FFF2-40B4-BE49-F238E27FC236}">
                <a16:creationId xmlns:a16="http://schemas.microsoft.com/office/drawing/2014/main" id="{113969E4-6B99-5C1B-5D99-8F1B03CEAAEF}"/>
              </a:ext>
            </a:extLst>
          </p:cNvPr>
          <p:cNvCxnSpPr>
            <a:cxnSpLocks/>
          </p:cNvCxnSpPr>
          <p:nvPr/>
        </p:nvCxnSpPr>
        <p:spPr>
          <a:xfrm flipV="1">
            <a:off x="4141983" y="4491984"/>
            <a:ext cx="0" cy="296921"/>
          </a:xfrm>
          <a:prstGeom prst="line">
            <a:avLst/>
          </a:prstGeom>
        </p:spPr>
        <p:style>
          <a:lnRef idx="1">
            <a:schemeClr val="dk1"/>
          </a:lnRef>
          <a:fillRef idx="0">
            <a:schemeClr val="dk1"/>
          </a:fillRef>
          <a:effectRef idx="0">
            <a:schemeClr val="dk1"/>
          </a:effectRef>
          <a:fontRef idx="minor">
            <a:schemeClr val="tx1"/>
          </a:fontRef>
        </p:style>
      </p:cxnSp>
      <p:sp>
        <p:nvSpPr>
          <p:cNvPr id="19" name="כותרת משנה 2">
            <a:extLst>
              <a:ext uri="{FF2B5EF4-FFF2-40B4-BE49-F238E27FC236}">
                <a16:creationId xmlns:a16="http://schemas.microsoft.com/office/drawing/2014/main" id="{08EAA6C3-5278-CA65-51EC-43BB85C46F31}"/>
              </a:ext>
            </a:extLst>
          </p:cNvPr>
          <p:cNvSpPr txBox="1">
            <a:spLocks/>
          </p:cNvSpPr>
          <p:nvPr/>
        </p:nvSpPr>
        <p:spPr>
          <a:xfrm>
            <a:off x="5327096" y="3632083"/>
            <a:ext cx="5016199" cy="3225917"/>
          </a:xfrm>
          <a:prstGeom prst="rect">
            <a:avLst/>
          </a:prstGeom>
        </p:spPr>
        <p:txBody>
          <a:bodyPr>
            <a:normAutofit/>
          </a:bodyPr>
          <a:lstStyle>
            <a:lvl1pPr marL="91440" indent="-91440" algn="r" defTabSz="914400" rtl="1"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r" defTabSz="914400" rtl="1"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l" rtl="0">
              <a:buNone/>
            </a:pPr>
            <a:endParaRPr lang="he-IL" sz="3600">
              <a:solidFill>
                <a:schemeClr val="tx1">
                  <a:lumMod val="85000"/>
                  <a:lumOff val="15000"/>
                </a:schemeClr>
              </a:solidFill>
            </a:endParaRPr>
          </a:p>
        </p:txBody>
      </p:sp>
      <p:sp>
        <p:nvSpPr>
          <p:cNvPr id="21" name="תיבת טקסט 23">
            <a:extLst>
              <a:ext uri="{FF2B5EF4-FFF2-40B4-BE49-F238E27FC236}">
                <a16:creationId xmlns:a16="http://schemas.microsoft.com/office/drawing/2014/main" id="{02C27917-36DF-4711-86D3-25C20AB810DD}"/>
              </a:ext>
            </a:extLst>
          </p:cNvPr>
          <p:cNvSpPr txBox="1"/>
          <p:nvPr/>
        </p:nvSpPr>
        <p:spPr>
          <a:xfrm>
            <a:off x="6017631" y="1773902"/>
            <a:ext cx="1412588" cy="923330"/>
          </a:xfrm>
          <a:prstGeom prst="rect">
            <a:avLst/>
          </a:prstGeom>
          <a:noFill/>
        </p:spPr>
        <p:txBody>
          <a:bodyPr wrap="square" rtlCol="1">
            <a:spAutoFit/>
          </a:bodyPr>
          <a:lstStyle/>
          <a:p>
            <a:r>
              <a:rPr lang="en-US" dirty="0"/>
              <a:t>Exposure Time Limitations</a:t>
            </a:r>
            <a:endParaRPr lang="he-IL" dirty="0"/>
          </a:p>
        </p:txBody>
      </p:sp>
      <p:sp>
        <p:nvSpPr>
          <p:cNvPr id="22" name="תיבת טקסט 24">
            <a:extLst>
              <a:ext uri="{FF2B5EF4-FFF2-40B4-BE49-F238E27FC236}">
                <a16:creationId xmlns:a16="http://schemas.microsoft.com/office/drawing/2014/main" id="{9558EDA3-177C-C91F-66E2-82A2F58B039C}"/>
              </a:ext>
            </a:extLst>
          </p:cNvPr>
          <p:cNvSpPr txBox="1"/>
          <p:nvPr/>
        </p:nvSpPr>
        <p:spPr>
          <a:xfrm>
            <a:off x="3955589" y="3204461"/>
            <a:ext cx="2605626" cy="646331"/>
          </a:xfrm>
          <a:prstGeom prst="rect">
            <a:avLst/>
          </a:prstGeom>
          <a:noFill/>
        </p:spPr>
        <p:txBody>
          <a:bodyPr wrap="square" rtlCol="1">
            <a:spAutoFit/>
          </a:bodyPr>
          <a:lstStyle/>
          <a:p>
            <a:r>
              <a:rPr lang="en-US" dirty="0"/>
              <a:t>Intensity autocorrelation function</a:t>
            </a:r>
            <a:endParaRPr lang="he-IL" dirty="0"/>
          </a:p>
        </p:txBody>
      </p:sp>
      <p:cxnSp>
        <p:nvCxnSpPr>
          <p:cNvPr id="23" name="מחבר חץ ישר 20">
            <a:extLst>
              <a:ext uri="{FF2B5EF4-FFF2-40B4-BE49-F238E27FC236}">
                <a16:creationId xmlns:a16="http://schemas.microsoft.com/office/drawing/2014/main" id="{AD8AC962-F3A3-4A5A-605B-6974090AE144}"/>
              </a:ext>
            </a:extLst>
          </p:cNvPr>
          <p:cNvCxnSpPr>
            <a:cxnSpLocks/>
            <a:endCxn id="22" idx="0"/>
          </p:cNvCxnSpPr>
          <p:nvPr/>
        </p:nvCxnSpPr>
        <p:spPr>
          <a:xfrm>
            <a:off x="4884298" y="3009712"/>
            <a:ext cx="374104" cy="19474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4" name="תיבת טקסט 24">
            <a:extLst>
              <a:ext uri="{FF2B5EF4-FFF2-40B4-BE49-F238E27FC236}">
                <a16:creationId xmlns:a16="http://schemas.microsoft.com/office/drawing/2014/main" id="{BC3EE6BF-5F99-1BD0-26EB-85774AD0F149}"/>
              </a:ext>
            </a:extLst>
          </p:cNvPr>
          <p:cNvSpPr txBox="1"/>
          <p:nvPr/>
        </p:nvSpPr>
        <p:spPr>
          <a:xfrm>
            <a:off x="5429396" y="5730181"/>
            <a:ext cx="2605626" cy="646331"/>
          </a:xfrm>
          <a:prstGeom prst="rect">
            <a:avLst/>
          </a:prstGeom>
          <a:noFill/>
        </p:spPr>
        <p:txBody>
          <a:bodyPr wrap="square" rtlCol="1">
            <a:spAutoFit/>
          </a:bodyPr>
          <a:lstStyle/>
          <a:p>
            <a:r>
              <a:rPr lang="en-US" dirty="0"/>
              <a:t>Field autocorrelation function</a:t>
            </a:r>
            <a:endParaRPr lang="he-IL" dirty="0"/>
          </a:p>
        </p:txBody>
      </p:sp>
      <p:cxnSp>
        <p:nvCxnSpPr>
          <p:cNvPr id="25" name="מחבר חץ ישר 20">
            <a:extLst>
              <a:ext uri="{FF2B5EF4-FFF2-40B4-BE49-F238E27FC236}">
                <a16:creationId xmlns:a16="http://schemas.microsoft.com/office/drawing/2014/main" id="{2EA7117B-FB68-105C-B994-BC6BD8E195BB}"/>
              </a:ext>
            </a:extLst>
          </p:cNvPr>
          <p:cNvCxnSpPr>
            <a:cxnSpLocks/>
          </p:cNvCxnSpPr>
          <p:nvPr/>
        </p:nvCxnSpPr>
        <p:spPr>
          <a:xfrm>
            <a:off x="5242344" y="5483039"/>
            <a:ext cx="374104" cy="19474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מחבר חץ ישר 15">
            <a:extLst>
              <a:ext uri="{FF2B5EF4-FFF2-40B4-BE49-F238E27FC236}">
                <a16:creationId xmlns:a16="http://schemas.microsoft.com/office/drawing/2014/main" id="{91F71081-A2CC-D12A-5F75-17A75D77710B}"/>
              </a:ext>
            </a:extLst>
          </p:cNvPr>
          <p:cNvCxnSpPr>
            <a:cxnSpLocks/>
            <a:endCxn id="12" idx="2"/>
          </p:cNvCxnSpPr>
          <p:nvPr/>
        </p:nvCxnSpPr>
        <p:spPr>
          <a:xfrm flipH="1" flipV="1">
            <a:off x="1600111" y="2287350"/>
            <a:ext cx="142772" cy="17862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מחבר חץ ישר 19">
            <a:extLst>
              <a:ext uri="{FF2B5EF4-FFF2-40B4-BE49-F238E27FC236}">
                <a16:creationId xmlns:a16="http://schemas.microsoft.com/office/drawing/2014/main" id="{DA288284-6E5E-47B2-4EBA-3993BF2CB93D}"/>
              </a:ext>
            </a:extLst>
          </p:cNvPr>
          <p:cNvCxnSpPr>
            <a:cxnSpLocks/>
          </p:cNvCxnSpPr>
          <p:nvPr/>
        </p:nvCxnSpPr>
        <p:spPr>
          <a:xfrm flipH="1">
            <a:off x="2451849" y="3105525"/>
            <a:ext cx="436561" cy="2784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8" name="תיבת טקסט 18">
            <a:extLst>
              <a:ext uri="{FF2B5EF4-FFF2-40B4-BE49-F238E27FC236}">
                <a16:creationId xmlns:a16="http://schemas.microsoft.com/office/drawing/2014/main" id="{43C96536-0F1A-E75C-321C-A8DDFCAE7551}"/>
              </a:ext>
            </a:extLst>
          </p:cNvPr>
          <p:cNvSpPr txBox="1"/>
          <p:nvPr/>
        </p:nvSpPr>
        <p:spPr>
          <a:xfrm>
            <a:off x="827508" y="3112661"/>
            <a:ext cx="1778045" cy="646331"/>
          </a:xfrm>
          <a:prstGeom prst="rect">
            <a:avLst/>
          </a:prstGeom>
          <a:noFill/>
        </p:spPr>
        <p:txBody>
          <a:bodyPr wrap="square" rtlCol="1">
            <a:spAutoFit/>
          </a:bodyPr>
          <a:lstStyle/>
          <a:p>
            <a:r>
              <a:rPr lang="en-US"/>
              <a:t>Average of an intensity window</a:t>
            </a:r>
            <a:endParaRPr lang="he-IL"/>
          </a:p>
        </p:txBody>
      </p:sp>
      <p:pic>
        <p:nvPicPr>
          <p:cNvPr id="29" name="Picture 6" descr="Faculty of Engineering Bar-Ilan University">
            <a:extLst>
              <a:ext uri="{FF2B5EF4-FFF2-40B4-BE49-F238E27FC236}">
                <a16:creationId xmlns:a16="http://schemas.microsoft.com/office/drawing/2014/main" id="{DD2026C2-E672-A907-3692-D4C1F95FE0CC}"/>
              </a:ext>
            </a:extLst>
          </p:cNvPr>
          <p:cNvPicPr/>
          <p:nvPr/>
        </p:nvPicPr>
        <p:blipFill>
          <a:blip r:embed="rId3">
            <a:extLst>
              <a:ext uri="{28A0092B-C50C-407E-A947-70E740481C1C}">
                <a14:useLocalDpi xmlns:a14="http://schemas.microsoft.com/office/drawing/2010/main" val="0"/>
              </a:ext>
            </a:extLst>
          </a:blip>
          <a:stretch>
            <a:fillRect/>
          </a:stretch>
        </p:blipFill>
        <p:spPr bwMode="auto">
          <a:xfrm>
            <a:off x="91074" y="6367558"/>
            <a:ext cx="2023476" cy="55139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CCEFB932-97F4-0B6B-C4A9-53EE2A6F15E0}"/>
                  </a:ext>
                </a:extLst>
              </p:cNvPr>
              <p:cNvSpPr txBox="1"/>
              <p:nvPr/>
            </p:nvSpPr>
            <p:spPr>
              <a:xfrm>
                <a:off x="3705887" y="2535619"/>
                <a:ext cx="2132708" cy="430887"/>
              </a:xfrm>
              <a:prstGeom prst="rect">
                <a:avLst/>
              </a:prstGeom>
              <a:noFill/>
            </p:spPr>
            <p:txBody>
              <a:bodyPr wrap="square">
                <a:spAutoFit/>
              </a:bodyPr>
              <a:lstStyle/>
              <a:p>
                <a:pPr/>
                <a14:m>
                  <m:oMathPara xmlns:m="http://schemas.openxmlformats.org/officeDocument/2006/math">
                    <m:oMath>
                      <m:r>
                        <a:rPr kumimoji="0" lang="en-US" sz="2200" b="0" i="0"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m:t>
                      </m:r>
                      <m:sSub>
                        <m:sSubPr>
                          <m:ctrlP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ctrlPr>
                        </m:sSubPr>
                        <m:e>
                          <m: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𝑔</m:t>
                          </m:r>
                        </m:e>
                        <m:sub>
                          <m:r>
                            <a:rPr kumimoji="0" lang="he-IL"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2</m:t>
                          </m:r>
                        </m:sub>
                      </m:sSub>
                      <m:d>
                        <m:dPr>
                          <m:ctrlP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ctrlPr>
                        </m:dPr>
                        <m:e>
                          <m: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𝜏</m:t>
                          </m:r>
                          <m: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=0</m:t>
                          </m:r>
                        </m:e>
                      </m:d>
                      <m: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−1</m:t>
                      </m:r>
                    </m:oMath>
                  </m:oMathPara>
                </a14:m>
                <a:endParaRPr lang="en-US" dirty="0"/>
              </a:p>
            </p:txBody>
          </p:sp>
        </mc:Choice>
        <mc:Fallback xmlns="">
          <p:sp>
            <p:nvSpPr>
              <p:cNvPr id="34" name="TextBox 33">
                <a:extLst>
                  <a:ext uri="{FF2B5EF4-FFF2-40B4-BE49-F238E27FC236}">
                    <a16:creationId xmlns:a16="http://schemas.microsoft.com/office/drawing/2014/main" id="{CCEFB932-97F4-0B6B-C4A9-53EE2A6F15E0}"/>
                  </a:ext>
                </a:extLst>
              </p:cNvPr>
              <p:cNvSpPr txBox="1">
                <a:spLocks noRot="1" noChangeAspect="1" noMove="1" noResize="1" noEditPoints="1" noAdjustHandles="1" noChangeArrowheads="1" noChangeShapeType="1" noTextEdit="1"/>
              </p:cNvSpPr>
              <p:nvPr/>
            </p:nvSpPr>
            <p:spPr>
              <a:xfrm>
                <a:off x="3705887" y="2535619"/>
                <a:ext cx="2132708" cy="430887"/>
              </a:xfrm>
              <a:prstGeom prst="rect">
                <a:avLst/>
              </a:prstGeom>
              <a:blipFill>
                <a:blip r:embed="rId4"/>
                <a:stretch>
                  <a:fillRect b="-84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DADEB989-002B-3C58-8251-3244A26C264E}"/>
                  </a:ext>
                </a:extLst>
              </p:cNvPr>
              <p:cNvSpPr txBox="1"/>
              <p:nvPr/>
            </p:nvSpPr>
            <p:spPr>
              <a:xfrm>
                <a:off x="7115003" y="2158409"/>
                <a:ext cx="4548139" cy="1112805"/>
              </a:xfrm>
              <a:prstGeom prst="rect">
                <a:avLst/>
              </a:prstGeom>
              <a:noFill/>
            </p:spPr>
            <p:txBody>
              <a:bodyPr wrap="square">
                <a:spAutoFit/>
              </a:bodyPr>
              <a:lstStyle/>
              <a:p>
                <a:pPr/>
                <a14:m>
                  <m:oMathPara xmlns:m="http://schemas.openxmlformats.org/officeDocument/2006/math">
                    <m:oMath>
                      <m:sSup>
                        <m:sSupPr>
                          <m:ctrlPr>
                            <a:rPr kumimoji="0" lang="en-US" sz="2200" b="0" i="0"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ctrlPr>
                        </m:sSupPr>
                        <m:e>
                          <m:r>
                            <m:rPr>
                              <m:sty m:val="p"/>
                            </m:rPr>
                            <a:rPr kumimoji="0" lang="en-US" sz="2200" b="0" i="0"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K</m:t>
                          </m:r>
                          <m:r>
                            <a:rPr kumimoji="0" lang="en-US" sz="2200" b="0" i="0"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m:t>
                          </m:r>
                          <m:r>
                            <m:rPr>
                              <m:sty m:val="p"/>
                            </m:rPr>
                            <a:rPr kumimoji="0" lang="en-US" sz="2200" b="0" i="0"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T</m:t>
                          </m:r>
                          <m:r>
                            <a:rPr kumimoji="0" lang="en-US" sz="2200" b="0" i="0"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m:t>
                          </m:r>
                        </m:e>
                        <m:sup>
                          <m:r>
                            <a:rPr kumimoji="0" lang="en-US" sz="2200" b="0" i="0"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2</m:t>
                          </m:r>
                        </m:sup>
                      </m:sSup>
                      <m: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m:t>
                      </m:r>
                      <m:f>
                        <m:fPr>
                          <m:ctrlP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ctrlPr>
                        </m:fPr>
                        <m:num>
                          <m: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2</m:t>
                          </m:r>
                        </m:num>
                        <m:den>
                          <m: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𝑇</m:t>
                          </m:r>
                        </m:den>
                      </m:f>
                      <m:nary>
                        <m:naryPr>
                          <m:limLoc m:val="undOvr"/>
                          <m:ctrlP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ctrlPr>
                        </m:naryPr>
                        <m:sub>
                          <m:r>
                            <m:rPr>
                              <m:brk m:alnAt="24"/>
                            </m:rP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0</m:t>
                          </m:r>
                        </m:sub>
                        <m:sup>
                          <m: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𝑇</m:t>
                          </m:r>
                        </m:sup>
                        <m:e>
                          <m:d>
                            <m:dPr>
                              <m:ctrlP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ctrlPr>
                            </m:dPr>
                            <m:e>
                              <m:sSub>
                                <m:sSubPr>
                                  <m:ctrlP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ctrlPr>
                                </m:sSubPr>
                                <m:e>
                                  <m: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𝑔</m:t>
                                  </m:r>
                                </m:e>
                                <m:sub>
                                  <m: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2</m:t>
                                  </m:r>
                                </m:sub>
                              </m:sSub>
                              <m:d>
                                <m:dPr>
                                  <m:ctrlP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ctrlPr>
                                </m:dPr>
                                <m:e>
                                  <m: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𝜏</m:t>
                                  </m:r>
                                </m:e>
                              </m:d>
                              <m: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−1</m:t>
                              </m:r>
                            </m:e>
                          </m:d>
                          <m:d>
                            <m:dPr>
                              <m:ctrlP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ctrlPr>
                            </m:dPr>
                            <m:e>
                              <m: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1−</m:t>
                              </m:r>
                              <m:f>
                                <m:fPr>
                                  <m:ctrlP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ctrlPr>
                                </m:fPr>
                                <m:num>
                                  <m: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𝜏</m:t>
                                  </m:r>
                                </m:num>
                                <m:den>
                                  <m: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𝑇</m:t>
                                  </m:r>
                                </m:den>
                              </m:f>
                            </m:e>
                          </m:d>
                          <m: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𝑑</m:t>
                          </m:r>
                          <m: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𝜏</m:t>
                          </m:r>
                        </m:e>
                      </m:nary>
                    </m:oMath>
                  </m:oMathPara>
                </a14:m>
                <a:endParaRPr lang="en-US" dirty="0"/>
              </a:p>
            </p:txBody>
          </p:sp>
        </mc:Choice>
        <mc:Fallback xmlns="">
          <p:sp>
            <p:nvSpPr>
              <p:cNvPr id="36" name="TextBox 35">
                <a:extLst>
                  <a:ext uri="{FF2B5EF4-FFF2-40B4-BE49-F238E27FC236}">
                    <a16:creationId xmlns:a16="http://schemas.microsoft.com/office/drawing/2014/main" id="{DADEB989-002B-3C58-8251-3244A26C264E}"/>
                  </a:ext>
                </a:extLst>
              </p:cNvPr>
              <p:cNvSpPr txBox="1">
                <a:spLocks noRot="1" noChangeAspect="1" noMove="1" noResize="1" noEditPoints="1" noAdjustHandles="1" noChangeArrowheads="1" noChangeShapeType="1" noTextEdit="1"/>
              </p:cNvSpPr>
              <p:nvPr/>
            </p:nvSpPr>
            <p:spPr>
              <a:xfrm>
                <a:off x="7115003" y="2158409"/>
                <a:ext cx="4548139" cy="111280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DA89B488-7BE9-BF01-ED61-3C25FE4DDDF4}"/>
                  </a:ext>
                </a:extLst>
              </p:cNvPr>
              <p:cNvSpPr txBox="1"/>
              <p:nvPr/>
            </p:nvSpPr>
            <p:spPr>
              <a:xfrm>
                <a:off x="2939459" y="5020860"/>
                <a:ext cx="2955257" cy="430887"/>
              </a:xfrm>
              <a:prstGeom prst="rect">
                <a:avLst/>
              </a:prstGeom>
              <a:noFill/>
            </p:spPr>
            <p:txBody>
              <a:bodyPr wrap="square">
                <a:spAutoFit/>
              </a:bodyPr>
              <a:lstStyle/>
              <a:p>
                <a:pPr/>
                <a14:m>
                  <m:oMathPara xmlns:m="http://schemas.openxmlformats.org/officeDocument/2006/math">
                    <m:oMath>
                      <m:sSub>
                        <m:sSubPr>
                          <m:ctrlP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ctrlPr>
                        </m:sSubPr>
                        <m:e>
                          <m: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𝑔</m:t>
                          </m:r>
                        </m:e>
                        <m:sub>
                          <m:r>
                            <a:rPr kumimoji="0" lang="he-IL"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2</m:t>
                          </m:r>
                        </m:sub>
                      </m:sSub>
                      <m:d>
                        <m:dPr>
                          <m:ctrlP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ctrlPr>
                        </m:dPr>
                        <m:e>
                          <m: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𝜏</m:t>
                          </m:r>
                        </m:e>
                      </m:d>
                      <m: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=1+</m:t>
                      </m:r>
                      <m: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𝛽</m:t>
                      </m:r>
                      <m:sSup>
                        <m:sSupPr>
                          <m:ctrlP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ctrlPr>
                        </m:sSupPr>
                        <m:e>
                          <m:d>
                            <m:dPr>
                              <m:begChr m:val="|"/>
                              <m:endChr m:val="|"/>
                              <m:ctrlP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ctrlPr>
                            </m:dPr>
                            <m:e>
                              <m:sSub>
                                <m:sSubPr>
                                  <m:ctrlP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ctrlPr>
                                </m:sSubPr>
                                <m:e>
                                  <m: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𝑔</m:t>
                                  </m:r>
                                </m:e>
                                <m:sub>
                                  <m: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1</m:t>
                                  </m:r>
                                </m:sub>
                              </m:sSub>
                              <m:d>
                                <m:dPr>
                                  <m:ctrlP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ctrlPr>
                                </m:dPr>
                                <m:e>
                                  <m: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𝜏</m:t>
                                  </m:r>
                                </m:e>
                              </m:d>
                            </m:e>
                          </m:d>
                        </m:e>
                        <m:sup>
                          <m: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2</m:t>
                          </m:r>
                        </m:sup>
                      </m:sSup>
                    </m:oMath>
                  </m:oMathPara>
                </a14:m>
                <a:endParaRPr lang="en-US" dirty="0"/>
              </a:p>
            </p:txBody>
          </p:sp>
        </mc:Choice>
        <mc:Fallback xmlns="">
          <p:sp>
            <p:nvSpPr>
              <p:cNvPr id="38" name="TextBox 37">
                <a:extLst>
                  <a:ext uri="{FF2B5EF4-FFF2-40B4-BE49-F238E27FC236}">
                    <a16:creationId xmlns:a16="http://schemas.microsoft.com/office/drawing/2014/main" id="{DA89B488-7BE9-BF01-ED61-3C25FE4DDDF4}"/>
                  </a:ext>
                </a:extLst>
              </p:cNvPr>
              <p:cNvSpPr txBox="1">
                <a:spLocks noRot="1" noChangeAspect="1" noMove="1" noResize="1" noEditPoints="1" noAdjustHandles="1" noChangeArrowheads="1" noChangeShapeType="1" noTextEdit="1"/>
              </p:cNvSpPr>
              <p:nvPr/>
            </p:nvSpPr>
            <p:spPr>
              <a:xfrm>
                <a:off x="2939459" y="5020860"/>
                <a:ext cx="2955257" cy="430887"/>
              </a:xfrm>
              <a:prstGeom prst="rect">
                <a:avLst/>
              </a:prstGeom>
              <a:blipFill>
                <a:blip r:embed="rId6"/>
                <a:stretch>
                  <a:fillRect b="-171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F1EE2734-E694-49F7-E482-515A2D7ED7B8}"/>
                  </a:ext>
                </a:extLst>
              </p:cNvPr>
              <p:cNvSpPr txBox="1"/>
              <p:nvPr/>
            </p:nvSpPr>
            <p:spPr>
              <a:xfrm>
                <a:off x="3519829" y="3921757"/>
                <a:ext cx="6538624" cy="1112805"/>
              </a:xfrm>
              <a:prstGeom prst="rect">
                <a:avLst/>
              </a:prstGeom>
              <a:noFill/>
            </p:spPr>
            <p:txBody>
              <a:bodyPr wrap="square">
                <a:spAutoFit/>
              </a:bodyPr>
              <a:lstStyle/>
              <a:p>
                <a:pPr/>
                <a14:m>
                  <m:oMathPara xmlns:m="http://schemas.openxmlformats.org/officeDocument/2006/math">
                    <m:oMath>
                      <m:sSup>
                        <m:sSupPr>
                          <m:ctrlPr>
                            <a:rPr kumimoji="0" lang="en-US" sz="2200" b="0" i="0"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ctrlPr>
                        </m:sSupPr>
                        <m:e>
                          <m:r>
                            <m:rPr>
                              <m:sty m:val="p"/>
                            </m:rPr>
                            <a:rPr kumimoji="0" lang="en-US" sz="2200" b="0" i="0"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K</m:t>
                          </m:r>
                          <m:r>
                            <a:rPr kumimoji="0" lang="en-US" sz="2200" b="0" i="0"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m:t>
                          </m:r>
                          <m:r>
                            <m:rPr>
                              <m:sty m:val="p"/>
                            </m:rPr>
                            <a:rPr kumimoji="0" lang="en-US" sz="2200" b="0" i="0"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T</m:t>
                          </m:r>
                          <m:r>
                            <a:rPr kumimoji="0" lang="en-US" sz="2200" b="0" i="0"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m:t>
                          </m:r>
                        </m:e>
                        <m:sup>
                          <m:r>
                            <a:rPr kumimoji="0" lang="en-US" sz="2200" b="0" i="0"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2</m:t>
                          </m:r>
                        </m:sup>
                      </m:sSup>
                      <m: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m:t>
                      </m:r>
                      <m:f>
                        <m:fPr>
                          <m:ctrlPr>
                            <a:rPr lang="en-US" sz="2200" b="0" i="1" dirty="0" smtClean="0">
                              <a:solidFill>
                                <a:schemeClr val="tx2"/>
                              </a:solidFill>
                              <a:latin typeface="Cambria Math" panose="02040503050406030204" pitchFamily="18" charset="0"/>
                              <a:ea typeface="Lato" charset="0"/>
                              <a:cs typeface="Lato" charset="0"/>
                            </a:rPr>
                          </m:ctrlPr>
                        </m:fPr>
                        <m:num>
                          <m:r>
                            <a:rPr lang="en-US" sz="2200" b="0" i="1" dirty="0" smtClean="0">
                              <a:solidFill>
                                <a:schemeClr val="tx2"/>
                              </a:solidFill>
                              <a:latin typeface="Cambria Math" panose="02040503050406030204" pitchFamily="18" charset="0"/>
                              <a:ea typeface="Lato" charset="0"/>
                              <a:cs typeface="Lato" charset="0"/>
                            </a:rPr>
                            <m:t>2</m:t>
                          </m:r>
                          <m:r>
                            <a:rPr lang="en-US" sz="2200" b="0" i="1" dirty="0" smtClean="0">
                              <a:solidFill>
                                <a:schemeClr val="tx2"/>
                              </a:solidFill>
                              <a:latin typeface="Cambria Math" panose="02040503050406030204" pitchFamily="18" charset="0"/>
                              <a:ea typeface="Lato" charset="0"/>
                              <a:cs typeface="Lato" charset="0"/>
                            </a:rPr>
                            <m:t>𝛽</m:t>
                          </m:r>
                        </m:num>
                        <m:den>
                          <m:r>
                            <a:rPr lang="en-US" sz="2200" i="1" dirty="0">
                              <a:solidFill>
                                <a:schemeClr val="tx2"/>
                              </a:solidFill>
                              <a:latin typeface="Cambria Math" panose="02040503050406030204" pitchFamily="18" charset="0"/>
                              <a:ea typeface="Lato" charset="0"/>
                              <a:cs typeface="Lato" charset="0"/>
                            </a:rPr>
                            <m:t>𝑇</m:t>
                          </m:r>
                        </m:den>
                      </m:f>
                      <m:nary>
                        <m:naryPr>
                          <m:limLoc m:val="undOvr"/>
                          <m:ctrlPr>
                            <a:rPr lang="en-US" sz="2200" i="1" dirty="0">
                              <a:solidFill>
                                <a:schemeClr val="tx2"/>
                              </a:solidFill>
                              <a:latin typeface="Cambria Math" panose="02040503050406030204" pitchFamily="18" charset="0"/>
                              <a:ea typeface="Lato" charset="0"/>
                              <a:cs typeface="Lato" charset="0"/>
                            </a:rPr>
                          </m:ctrlPr>
                        </m:naryPr>
                        <m:sub>
                          <m:r>
                            <m:rPr>
                              <m:brk m:alnAt="24"/>
                            </m:rPr>
                            <a:rPr lang="en-US" sz="2200" i="1" dirty="0">
                              <a:solidFill>
                                <a:schemeClr val="tx2"/>
                              </a:solidFill>
                              <a:latin typeface="Cambria Math" panose="02040503050406030204" pitchFamily="18" charset="0"/>
                              <a:ea typeface="Lato" charset="0"/>
                              <a:cs typeface="Lato" charset="0"/>
                            </a:rPr>
                            <m:t>0</m:t>
                          </m:r>
                        </m:sub>
                        <m:sup>
                          <m:r>
                            <a:rPr lang="en-US" sz="2200" i="1" dirty="0">
                              <a:solidFill>
                                <a:schemeClr val="tx2"/>
                              </a:solidFill>
                              <a:latin typeface="Cambria Math" panose="02040503050406030204" pitchFamily="18" charset="0"/>
                              <a:ea typeface="Lato" charset="0"/>
                              <a:cs typeface="Lato" charset="0"/>
                            </a:rPr>
                            <m:t>𝑇</m:t>
                          </m:r>
                        </m:sup>
                        <m:e>
                          <m:sSup>
                            <m:sSupPr>
                              <m:ctrlPr>
                                <a:rPr lang="en-US" sz="2200" i="1" dirty="0">
                                  <a:solidFill>
                                    <a:schemeClr val="tx2"/>
                                  </a:solidFill>
                                  <a:latin typeface="Cambria Math" panose="02040503050406030204" pitchFamily="18" charset="0"/>
                                  <a:ea typeface="Lato" charset="0"/>
                                  <a:cs typeface="Lato" charset="0"/>
                                </a:rPr>
                              </m:ctrlPr>
                            </m:sSupPr>
                            <m:e>
                              <m:d>
                                <m:dPr>
                                  <m:begChr m:val="|"/>
                                  <m:endChr m:val="|"/>
                                  <m:ctrlPr>
                                    <a:rPr lang="en-US" sz="2200" i="1" dirty="0">
                                      <a:solidFill>
                                        <a:schemeClr val="tx2"/>
                                      </a:solidFill>
                                      <a:latin typeface="Cambria Math" panose="02040503050406030204" pitchFamily="18" charset="0"/>
                                      <a:ea typeface="Lato" charset="0"/>
                                      <a:cs typeface="Lato" charset="0"/>
                                    </a:rPr>
                                  </m:ctrlPr>
                                </m:dPr>
                                <m:e>
                                  <m:sSub>
                                    <m:sSubPr>
                                      <m:ctrlPr>
                                        <a:rPr lang="en-US" sz="2200" i="1" dirty="0">
                                          <a:solidFill>
                                            <a:schemeClr val="tx2"/>
                                          </a:solidFill>
                                          <a:latin typeface="Cambria Math" panose="02040503050406030204" pitchFamily="18" charset="0"/>
                                          <a:ea typeface="Lato" charset="0"/>
                                          <a:cs typeface="Lato" charset="0"/>
                                        </a:rPr>
                                      </m:ctrlPr>
                                    </m:sSubPr>
                                    <m:e>
                                      <m:r>
                                        <a:rPr lang="en-US" sz="2200" i="1" dirty="0">
                                          <a:solidFill>
                                            <a:schemeClr val="tx2"/>
                                          </a:solidFill>
                                          <a:latin typeface="Cambria Math" panose="02040503050406030204" pitchFamily="18" charset="0"/>
                                          <a:ea typeface="Lato" charset="0"/>
                                          <a:cs typeface="Lato" charset="0"/>
                                        </a:rPr>
                                        <m:t>𝑔</m:t>
                                      </m:r>
                                    </m:e>
                                    <m:sub>
                                      <m:r>
                                        <a:rPr lang="en-US" sz="2200" i="1" dirty="0">
                                          <a:solidFill>
                                            <a:schemeClr val="tx2"/>
                                          </a:solidFill>
                                          <a:latin typeface="Cambria Math" panose="02040503050406030204" pitchFamily="18" charset="0"/>
                                          <a:ea typeface="Lato" charset="0"/>
                                          <a:cs typeface="Lato" charset="0"/>
                                        </a:rPr>
                                        <m:t>1</m:t>
                                      </m:r>
                                    </m:sub>
                                  </m:sSub>
                                  <m:d>
                                    <m:dPr>
                                      <m:ctrlPr>
                                        <a:rPr lang="en-US" sz="2200" i="1" dirty="0">
                                          <a:solidFill>
                                            <a:schemeClr val="tx2"/>
                                          </a:solidFill>
                                          <a:latin typeface="Cambria Math" panose="02040503050406030204" pitchFamily="18" charset="0"/>
                                          <a:ea typeface="Lato" charset="0"/>
                                          <a:cs typeface="Lato" charset="0"/>
                                        </a:rPr>
                                      </m:ctrlPr>
                                    </m:dPr>
                                    <m:e>
                                      <m:r>
                                        <a:rPr lang="en-US" sz="2200" i="1" dirty="0">
                                          <a:solidFill>
                                            <a:schemeClr val="tx2"/>
                                          </a:solidFill>
                                          <a:latin typeface="Cambria Math" panose="02040503050406030204" pitchFamily="18" charset="0"/>
                                          <a:ea typeface="Lato" charset="0"/>
                                          <a:cs typeface="Lato" charset="0"/>
                                        </a:rPr>
                                        <m:t>𝜏</m:t>
                                      </m:r>
                                    </m:e>
                                  </m:d>
                                </m:e>
                              </m:d>
                            </m:e>
                            <m:sup>
                              <m:r>
                                <a:rPr lang="en-US" sz="2200" i="1" dirty="0">
                                  <a:solidFill>
                                    <a:schemeClr val="tx2"/>
                                  </a:solidFill>
                                  <a:latin typeface="Cambria Math" panose="02040503050406030204" pitchFamily="18" charset="0"/>
                                  <a:ea typeface="Lato" charset="0"/>
                                  <a:cs typeface="Lato" charset="0"/>
                                </a:rPr>
                                <m:t>2</m:t>
                              </m:r>
                            </m:sup>
                          </m:sSup>
                          <m:d>
                            <m:dPr>
                              <m:ctrlPr>
                                <a:rPr lang="en-US" sz="2200" i="1" dirty="0">
                                  <a:solidFill>
                                    <a:schemeClr val="tx2"/>
                                  </a:solidFill>
                                  <a:latin typeface="Cambria Math" panose="02040503050406030204" pitchFamily="18" charset="0"/>
                                  <a:ea typeface="Lato" charset="0"/>
                                  <a:cs typeface="Lato" charset="0"/>
                                </a:rPr>
                              </m:ctrlPr>
                            </m:dPr>
                            <m:e>
                              <m:r>
                                <a:rPr lang="en-US" sz="2200" i="1" dirty="0">
                                  <a:solidFill>
                                    <a:schemeClr val="tx2"/>
                                  </a:solidFill>
                                  <a:latin typeface="Cambria Math" panose="02040503050406030204" pitchFamily="18" charset="0"/>
                                  <a:ea typeface="Lato" charset="0"/>
                                  <a:cs typeface="Lato" charset="0"/>
                                </a:rPr>
                                <m:t>1−</m:t>
                              </m:r>
                              <m:f>
                                <m:fPr>
                                  <m:ctrlPr>
                                    <a:rPr lang="en-US" sz="2200" i="1" dirty="0">
                                      <a:solidFill>
                                        <a:schemeClr val="tx2"/>
                                      </a:solidFill>
                                      <a:latin typeface="Cambria Math" panose="02040503050406030204" pitchFamily="18" charset="0"/>
                                      <a:ea typeface="Lato" charset="0"/>
                                      <a:cs typeface="Lato" charset="0"/>
                                    </a:rPr>
                                  </m:ctrlPr>
                                </m:fPr>
                                <m:num>
                                  <m:r>
                                    <a:rPr lang="en-US" sz="2200" i="1" dirty="0">
                                      <a:solidFill>
                                        <a:schemeClr val="tx2"/>
                                      </a:solidFill>
                                      <a:latin typeface="Cambria Math" panose="02040503050406030204" pitchFamily="18" charset="0"/>
                                      <a:ea typeface="Lato" charset="0"/>
                                      <a:cs typeface="Lato" charset="0"/>
                                    </a:rPr>
                                    <m:t>𝜏</m:t>
                                  </m:r>
                                </m:num>
                                <m:den>
                                  <m:r>
                                    <a:rPr lang="en-US" sz="2200" i="1" dirty="0">
                                      <a:solidFill>
                                        <a:schemeClr val="tx2"/>
                                      </a:solidFill>
                                      <a:latin typeface="Cambria Math" panose="02040503050406030204" pitchFamily="18" charset="0"/>
                                      <a:ea typeface="Lato" charset="0"/>
                                      <a:cs typeface="Lato" charset="0"/>
                                    </a:rPr>
                                    <m:t>𝑇</m:t>
                                  </m:r>
                                </m:den>
                              </m:f>
                            </m:e>
                          </m:d>
                          <m:r>
                            <a:rPr lang="en-US" sz="2200" i="1" dirty="0">
                              <a:solidFill>
                                <a:schemeClr val="tx2"/>
                              </a:solidFill>
                              <a:latin typeface="Cambria Math" panose="02040503050406030204" pitchFamily="18" charset="0"/>
                              <a:ea typeface="Lato" charset="0"/>
                              <a:cs typeface="Lato" charset="0"/>
                            </a:rPr>
                            <m:t>𝑑</m:t>
                          </m:r>
                          <m:r>
                            <a:rPr lang="en-US" sz="2200" i="1" dirty="0">
                              <a:solidFill>
                                <a:schemeClr val="tx2"/>
                              </a:solidFill>
                              <a:latin typeface="Cambria Math" panose="02040503050406030204" pitchFamily="18" charset="0"/>
                              <a:ea typeface="Lato" charset="0"/>
                              <a:cs typeface="Lato" charset="0"/>
                            </a:rPr>
                            <m:t>𝜏</m:t>
                          </m:r>
                        </m:e>
                      </m:nary>
                    </m:oMath>
                  </m:oMathPara>
                </a14:m>
                <a:endParaRPr lang="en-US" sz="2200" dirty="0"/>
              </a:p>
            </p:txBody>
          </p:sp>
        </mc:Choice>
        <mc:Fallback xmlns="">
          <p:sp>
            <p:nvSpPr>
              <p:cNvPr id="40" name="TextBox 39">
                <a:extLst>
                  <a:ext uri="{FF2B5EF4-FFF2-40B4-BE49-F238E27FC236}">
                    <a16:creationId xmlns:a16="http://schemas.microsoft.com/office/drawing/2014/main" id="{F1EE2734-E694-49F7-E482-515A2D7ED7B8}"/>
                  </a:ext>
                </a:extLst>
              </p:cNvPr>
              <p:cNvSpPr txBox="1">
                <a:spLocks noRot="1" noChangeAspect="1" noMove="1" noResize="1" noEditPoints="1" noAdjustHandles="1" noChangeArrowheads="1" noChangeShapeType="1" noTextEdit="1"/>
              </p:cNvSpPr>
              <p:nvPr/>
            </p:nvSpPr>
            <p:spPr>
              <a:xfrm>
                <a:off x="3519829" y="3921757"/>
                <a:ext cx="6538624" cy="1112805"/>
              </a:xfrm>
              <a:prstGeom prst="rect">
                <a:avLst/>
              </a:prstGeom>
              <a:blipFill>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787000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4"/>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13" grpId="0"/>
      <p:bldP spid="16" grpId="0"/>
      <p:bldP spid="21" grpId="0"/>
      <p:bldP spid="22" grpId="0"/>
      <p:bldP spid="24" grpId="0"/>
      <p:bldP spid="28" grpId="0"/>
      <p:bldP spid="34" grpId="0"/>
      <p:bldP spid="36" grpId="0"/>
      <p:bldP spid="38" grpId="0"/>
      <p:bldP spid="4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50C658-5684-EE74-0755-6631DC6FD938}"/>
            </a:ext>
          </a:extLst>
        </p:cNvPr>
        <p:cNvGrpSpPr/>
        <p:nvPr/>
      </p:nvGrpSpPr>
      <p:grpSpPr>
        <a:xfrm>
          <a:off x="0" y="0"/>
          <a:ext cx="0" cy="0"/>
          <a:chOff x="0" y="0"/>
          <a:chExt cx="0" cy="0"/>
        </a:xfrm>
      </p:grpSpPr>
      <p:sp>
        <p:nvSpPr>
          <p:cNvPr id="46" name="כותרת 1">
            <a:extLst>
              <a:ext uri="{FF2B5EF4-FFF2-40B4-BE49-F238E27FC236}">
                <a16:creationId xmlns:a16="http://schemas.microsoft.com/office/drawing/2014/main" id="{C60566FB-166E-A390-6553-3509F08B6BAA}"/>
              </a:ext>
            </a:extLst>
          </p:cNvPr>
          <p:cNvSpPr>
            <a:spLocks noGrp="1"/>
          </p:cNvSpPr>
          <p:nvPr>
            <p:ph type="title"/>
          </p:nvPr>
        </p:nvSpPr>
        <p:spPr>
          <a:xfrm>
            <a:off x="1097280" y="286603"/>
            <a:ext cx="10058400" cy="1450757"/>
          </a:xfrm>
        </p:spPr>
        <p:txBody>
          <a:bodyPr/>
          <a:lstStyle/>
          <a:p>
            <a:r>
              <a:rPr lang="en-US" dirty="0"/>
              <a:t>SCOS– Main Principles</a:t>
            </a:r>
            <a:endParaRPr lang="he-IL" dirty="0"/>
          </a:p>
        </p:txBody>
      </p:sp>
      <p:sp>
        <p:nvSpPr>
          <p:cNvPr id="47" name="מציין מיקום של מספר שקופית 38">
            <a:extLst>
              <a:ext uri="{FF2B5EF4-FFF2-40B4-BE49-F238E27FC236}">
                <a16:creationId xmlns:a16="http://schemas.microsoft.com/office/drawing/2014/main" id="{523E123D-B847-7DEE-4034-4240B2D93A89}"/>
              </a:ext>
            </a:extLst>
          </p:cNvPr>
          <p:cNvSpPr>
            <a:spLocks noGrp="1"/>
          </p:cNvSpPr>
          <p:nvPr>
            <p:ph type="sldNum" sz="quarter" idx="12"/>
          </p:nvPr>
        </p:nvSpPr>
        <p:spPr>
          <a:xfrm>
            <a:off x="9900458" y="6459785"/>
            <a:ext cx="1312025" cy="365125"/>
          </a:xfrm>
        </p:spPr>
        <p:txBody>
          <a:bodyPr/>
          <a:lstStyle/>
          <a:p>
            <a:fld id="{2D11AD2F-9457-44B3-A1A5-67FB697FC1E5}" type="slidenum">
              <a:rPr lang="en-US" smtClean="0"/>
              <a:t>8</a:t>
            </a:fld>
            <a:endParaRPr lang="en-US"/>
          </a:p>
        </p:txBody>
      </p:sp>
      <p:sp>
        <p:nvSpPr>
          <p:cNvPr id="50" name="כותרת משנה 2">
            <a:extLst>
              <a:ext uri="{FF2B5EF4-FFF2-40B4-BE49-F238E27FC236}">
                <a16:creationId xmlns:a16="http://schemas.microsoft.com/office/drawing/2014/main" id="{1E66B09C-28CA-9AC4-2564-81A4A1514CAD}"/>
              </a:ext>
            </a:extLst>
          </p:cNvPr>
          <p:cNvSpPr txBox="1">
            <a:spLocks/>
          </p:cNvSpPr>
          <p:nvPr/>
        </p:nvSpPr>
        <p:spPr>
          <a:xfrm>
            <a:off x="714467" y="2136648"/>
            <a:ext cx="5016199" cy="3225917"/>
          </a:xfrm>
          <a:prstGeom prst="rect">
            <a:avLst/>
          </a:prstGeom>
        </p:spPr>
        <p:txBody>
          <a:bodyPr>
            <a:normAutofit/>
          </a:bodyPr>
          <a:lstStyle>
            <a:lvl1pPr marL="91440" indent="-91440" algn="r" defTabSz="914400" rtl="1"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r" defTabSz="914400" rtl="1"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l" rtl="0">
              <a:buClr>
                <a:schemeClr val="tx1"/>
              </a:buClr>
              <a:buFont typeface="Wingdings" panose="05000000000000000000" pitchFamily="2" charset="2"/>
              <a:buChar char="Ø"/>
            </a:pPr>
            <a:r>
              <a:rPr lang="en-US" sz="2800">
                <a:solidFill>
                  <a:schemeClr val="tx1">
                    <a:lumMod val="85000"/>
                    <a:lumOff val="15000"/>
                  </a:schemeClr>
                </a:solidFill>
              </a:rPr>
              <a:t> For our medium:</a:t>
            </a:r>
          </a:p>
          <a:p>
            <a:pPr algn="l" rtl="0">
              <a:buClr>
                <a:schemeClr val="tx1"/>
              </a:buClr>
              <a:buFont typeface="Wingdings" panose="05000000000000000000" pitchFamily="2" charset="2"/>
              <a:buChar char="Ø"/>
            </a:pPr>
            <a:r>
              <a:rPr lang="en-US" sz="2800">
                <a:solidFill>
                  <a:schemeClr val="tx1">
                    <a:lumMod val="85000"/>
                    <a:lumOff val="15000"/>
                  </a:schemeClr>
                </a:solidFill>
              </a:rPr>
              <a:t> We can put into the last equation and get:</a:t>
            </a:r>
            <a:endParaRPr lang="he-IL" sz="3600">
              <a:solidFill>
                <a:schemeClr val="tx1">
                  <a:lumMod val="85000"/>
                  <a:lumOff val="15000"/>
                </a:schemeClr>
              </a:solidFill>
            </a:endParaRPr>
          </a:p>
        </p:txBody>
      </p:sp>
      <p:cxnSp>
        <p:nvCxnSpPr>
          <p:cNvPr id="51" name="מחבר חץ ישר 27">
            <a:extLst>
              <a:ext uri="{FF2B5EF4-FFF2-40B4-BE49-F238E27FC236}">
                <a16:creationId xmlns:a16="http://schemas.microsoft.com/office/drawing/2014/main" id="{AADE147D-83AB-B49D-6562-C297EC384EF2}"/>
              </a:ext>
            </a:extLst>
          </p:cNvPr>
          <p:cNvCxnSpPr>
            <a:cxnSpLocks/>
          </p:cNvCxnSpPr>
          <p:nvPr/>
        </p:nvCxnSpPr>
        <p:spPr>
          <a:xfrm>
            <a:off x="5864696" y="2438400"/>
            <a:ext cx="888594" cy="6999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2" name="תיבת טקסט 28">
            <a:extLst>
              <a:ext uri="{FF2B5EF4-FFF2-40B4-BE49-F238E27FC236}">
                <a16:creationId xmlns:a16="http://schemas.microsoft.com/office/drawing/2014/main" id="{E87DFC56-5F91-D2BA-8B8A-76048410B49A}"/>
              </a:ext>
            </a:extLst>
          </p:cNvPr>
          <p:cNvSpPr txBox="1"/>
          <p:nvPr/>
        </p:nvSpPr>
        <p:spPr>
          <a:xfrm>
            <a:off x="6861432" y="2312414"/>
            <a:ext cx="1800476" cy="584775"/>
          </a:xfrm>
          <a:prstGeom prst="rect">
            <a:avLst/>
          </a:prstGeom>
          <a:noFill/>
        </p:spPr>
        <p:txBody>
          <a:bodyPr wrap="square" rtlCol="1">
            <a:spAutoFit/>
          </a:bodyPr>
          <a:lstStyle/>
          <a:p>
            <a:r>
              <a:rPr lang="en-US" sz="1600"/>
              <a:t>Speckle decorrelation time</a:t>
            </a:r>
            <a:endParaRPr lang="he-IL" sz="1600"/>
          </a:p>
        </p:txBody>
      </p:sp>
      <p:cxnSp>
        <p:nvCxnSpPr>
          <p:cNvPr id="56" name="מחבר חץ ישר 32">
            <a:extLst>
              <a:ext uri="{FF2B5EF4-FFF2-40B4-BE49-F238E27FC236}">
                <a16:creationId xmlns:a16="http://schemas.microsoft.com/office/drawing/2014/main" id="{25C67A73-A5AE-41B2-3B68-88BF8A6CDE0A}"/>
              </a:ext>
            </a:extLst>
          </p:cNvPr>
          <p:cNvCxnSpPr/>
          <p:nvPr/>
        </p:nvCxnSpPr>
        <p:spPr>
          <a:xfrm flipH="1">
            <a:off x="2790890" y="4533900"/>
            <a:ext cx="1117600" cy="622300"/>
          </a:xfrm>
          <a:prstGeom prst="straightConnector1">
            <a:avLst/>
          </a:prstGeom>
          <a:ln>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57" name="מחבר חץ ישר 33">
            <a:extLst>
              <a:ext uri="{FF2B5EF4-FFF2-40B4-BE49-F238E27FC236}">
                <a16:creationId xmlns:a16="http://schemas.microsoft.com/office/drawing/2014/main" id="{4FA3F746-9A16-BF55-C9E9-A013214C703D}"/>
              </a:ext>
            </a:extLst>
          </p:cNvPr>
          <p:cNvCxnSpPr>
            <a:cxnSpLocks/>
          </p:cNvCxnSpPr>
          <p:nvPr/>
        </p:nvCxnSpPr>
        <p:spPr>
          <a:xfrm>
            <a:off x="7761670" y="4545586"/>
            <a:ext cx="972749" cy="610614"/>
          </a:xfrm>
          <a:prstGeom prst="straightConnector1">
            <a:avLst/>
          </a:prstGeom>
          <a:ln>
            <a:headEnd type="none" w="med" len="med"/>
            <a:tailEnd type="arrow" w="med" len="med"/>
          </a:ln>
        </p:spPr>
        <p:style>
          <a:lnRef idx="1">
            <a:schemeClr val="dk1"/>
          </a:lnRef>
          <a:fillRef idx="0">
            <a:schemeClr val="dk1"/>
          </a:fillRef>
          <a:effectRef idx="0">
            <a:schemeClr val="dk1"/>
          </a:effectRef>
          <a:fontRef idx="minor">
            <a:schemeClr val="tx1"/>
          </a:fontRef>
        </p:style>
      </p:cxnSp>
      <p:sp>
        <p:nvSpPr>
          <p:cNvPr id="59" name="תיבת טקסט 35">
            <a:extLst>
              <a:ext uri="{FF2B5EF4-FFF2-40B4-BE49-F238E27FC236}">
                <a16:creationId xmlns:a16="http://schemas.microsoft.com/office/drawing/2014/main" id="{BF5DBE55-5298-A09F-8359-2D182B2EA840}"/>
              </a:ext>
            </a:extLst>
          </p:cNvPr>
          <p:cNvSpPr txBox="1"/>
          <p:nvPr/>
        </p:nvSpPr>
        <p:spPr>
          <a:xfrm>
            <a:off x="9275841" y="2134013"/>
            <a:ext cx="2155460" cy="400110"/>
          </a:xfrm>
          <a:prstGeom prst="rect">
            <a:avLst/>
          </a:prstGeom>
          <a:noFill/>
        </p:spPr>
        <p:txBody>
          <a:bodyPr wrap="square" rtlCol="1">
            <a:spAutoFit/>
          </a:bodyPr>
          <a:lstStyle/>
          <a:p>
            <a:r>
              <a:rPr lang="en-US" sz="2000" dirty="0"/>
              <a:t>Blood Flow index:</a:t>
            </a:r>
            <a:endParaRPr lang="he-IL" sz="2000" dirty="0"/>
          </a:p>
        </p:txBody>
      </p:sp>
      <p:sp>
        <p:nvSpPr>
          <p:cNvPr id="60" name="מלבן 36">
            <a:extLst>
              <a:ext uri="{FF2B5EF4-FFF2-40B4-BE49-F238E27FC236}">
                <a16:creationId xmlns:a16="http://schemas.microsoft.com/office/drawing/2014/main" id="{9EB278BD-7D59-91EB-C290-A521E143A7E1}"/>
              </a:ext>
            </a:extLst>
          </p:cNvPr>
          <p:cNvSpPr/>
          <p:nvPr/>
        </p:nvSpPr>
        <p:spPr>
          <a:xfrm>
            <a:off x="7623409" y="5224491"/>
            <a:ext cx="2311400" cy="1004106"/>
          </a:xfrm>
          <a:prstGeom prst="rect">
            <a:avLst/>
          </a:prstGeom>
          <a:noFill/>
          <a:ln/>
        </p:spPr>
        <p:style>
          <a:lnRef idx="2">
            <a:schemeClr val="accent2"/>
          </a:lnRef>
          <a:fillRef idx="1">
            <a:schemeClr val="lt1"/>
          </a:fillRef>
          <a:effectRef idx="0">
            <a:schemeClr val="accent2"/>
          </a:effectRef>
          <a:fontRef idx="minor">
            <a:schemeClr val="dk1"/>
          </a:fontRef>
        </p:style>
        <p:txBody>
          <a:bodyPr rtlCol="1" anchor="ctr"/>
          <a:lstStyle/>
          <a:p>
            <a:pPr algn="ctr"/>
            <a:endParaRPr lang="he-IL" dirty="0"/>
          </a:p>
        </p:txBody>
      </p:sp>
      <p:pic>
        <p:nvPicPr>
          <p:cNvPr id="3" name="Picture 6" descr="Faculty of Engineering Bar-Ilan University">
            <a:extLst>
              <a:ext uri="{FF2B5EF4-FFF2-40B4-BE49-F238E27FC236}">
                <a16:creationId xmlns:a16="http://schemas.microsoft.com/office/drawing/2014/main" id="{42161867-7D03-36A2-C084-1DA93DC7D0B4}"/>
              </a:ext>
            </a:extLst>
          </p:cNvPr>
          <p:cNvPicPr/>
          <p:nvPr/>
        </p:nvPicPr>
        <p:blipFill>
          <a:blip r:embed="rId2">
            <a:extLst>
              <a:ext uri="{28A0092B-C50C-407E-A947-70E740481C1C}">
                <a14:useLocalDpi xmlns:a14="http://schemas.microsoft.com/office/drawing/2010/main" val="0"/>
              </a:ext>
            </a:extLst>
          </a:blip>
          <a:stretch>
            <a:fillRect/>
          </a:stretch>
        </p:blipFill>
        <p:spPr bwMode="auto">
          <a:xfrm>
            <a:off x="91074" y="6367558"/>
            <a:ext cx="2023476" cy="55139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B30FD27-B503-6E4C-106B-40FB1C41968F}"/>
                  </a:ext>
                </a:extLst>
              </p:cNvPr>
              <p:cNvSpPr txBox="1"/>
              <p:nvPr/>
            </p:nvSpPr>
            <p:spPr>
              <a:xfrm>
                <a:off x="2824611" y="3664971"/>
                <a:ext cx="6094990" cy="1253292"/>
              </a:xfrm>
              <a:prstGeom prst="rect">
                <a:avLst/>
              </a:prstGeom>
              <a:noFill/>
            </p:spPr>
            <p:txBody>
              <a:bodyPr wrap="square">
                <a:spAutoFit/>
              </a:bodyPr>
              <a:lstStyle/>
              <a:p>
                <a:pPr/>
                <a14:m>
                  <m:oMathPara xmlns:m="http://schemas.openxmlformats.org/officeDocument/2006/math">
                    <m:oMath>
                      <m:sSup>
                        <m:sSupPr>
                          <m:ctrlPr>
                            <a:rPr kumimoji="0" lang="en-US" sz="2400" b="0" i="0"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ctrlPr>
                        </m:sSupPr>
                        <m:e>
                          <m:r>
                            <m:rPr>
                              <m:sty m:val="p"/>
                            </m:rPr>
                            <a:rPr kumimoji="0" lang="en-US" sz="2400" b="0" i="0"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K</m:t>
                          </m:r>
                          <m:r>
                            <a:rPr kumimoji="0" lang="en-US" sz="2400" b="0" i="0"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m:t>
                          </m:r>
                          <m:r>
                            <m:rPr>
                              <m:sty m:val="p"/>
                            </m:rPr>
                            <a:rPr kumimoji="0" lang="en-US" sz="2400" b="0" i="0"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T</m:t>
                          </m:r>
                          <m:r>
                            <a:rPr kumimoji="0" lang="en-US" sz="2400" b="0" i="0"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m:t>
                          </m:r>
                        </m:e>
                        <m:sup>
                          <m:r>
                            <a:rPr kumimoji="0" lang="en-US" sz="2400" b="0" i="0"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2</m:t>
                          </m:r>
                        </m:sup>
                      </m:sSup>
                      <m:r>
                        <a:rPr kumimoji="0" lang="en-US" sz="24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m:t>
                      </m:r>
                      <m:f>
                        <m:fPr>
                          <m:ctrlPr>
                            <a:rPr lang="en-US" sz="2400" b="0" i="1" dirty="0" smtClean="0">
                              <a:solidFill>
                                <a:schemeClr val="tx2"/>
                              </a:solidFill>
                              <a:latin typeface="Cambria Math" panose="02040503050406030204" pitchFamily="18" charset="0"/>
                              <a:ea typeface="Lato" charset="0"/>
                              <a:cs typeface="Lato" charset="0"/>
                            </a:rPr>
                          </m:ctrlPr>
                        </m:fPr>
                        <m:num>
                          <m:r>
                            <a:rPr lang="en-US" sz="2400" b="0" i="1" dirty="0" smtClean="0">
                              <a:solidFill>
                                <a:schemeClr val="tx2"/>
                              </a:solidFill>
                              <a:latin typeface="Cambria Math" panose="02040503050406030204" pitchFamily="18" charset="0"/>
                              <a:ea typeface="Lato" charset="0"/>
                              <a:cs typeface="Lato" charset="0"/>
                            </a:rPr>
                            <m:t>2</m:t>
                          </m:r>
                          <m:r>
                            <a:rPr lang="en-US" sz="2400" b="0" i="1" dirty="0" smtClean="0">
                              <a:solidFill>
                                <a:schemeClr val="tx2"/>
                              </a:solidFill>
                              <a:latin typeface="Cambria Math" panose="02040503050406030204" pitchFamily="18" charset="0"/>
                              <a:ea typeface="Lato" charset="0"/>
                              <a:cs typeface="Lato" charset="0"/>
                            </a:rPr>
                            <m:t>𝛽</m:t>
                          </m:r>
                        </m:num>
                        <m:den>
                          <m:sSup>
                            <m:sSupPr>
                              <m:ctrlPr>
                                <a:rPr lang="en-US" sz="2400" b="0" i="1" dirty="0" smtClean="0">
                                  <a:solidFill>
                                    <a:schemeClr val="tx2"/>
                                  </a:solidFill>
                                  <a:latin typeface="Cambria Math" panose="02040503050406030204" pitchFamily="18" charset="0"/>
                                  <a:ea typeface="Lato" charset="0"/>
                                  <a:cs typeface="Lato" charset="0"/>
                                </a:rPr>
                              </m:ctrlPr>
                            </m:sSupPr>
                            <m:e>
                              <m:d>
                                <m:dPr>
                                  <m:ctrlPr>
                                    <a:rPr lang="en-US" sz="2400" b="0" i="1" dirty="0" smtClean="0">
                                      <a:solidFill>
                                        <a:schemeClr val="tx2"/>
                                      </a:solidFill>
                                      <a:latin typeface="Cambria Math" panose="02040503050406030204" pitchFamily="18" charset="0"/>
                                      <a:ea typeface="Lato" charset="0"/>
                                      <a:cs typeface="Lato" charset="0"/>
                                    </a:rPr>
                                  </m:ctrlPr>
                                </m:dPr>
                                <m:e>
                                  <m:f>
                                    <m:fPr>
                                      <m:ctrlPr>
                                        <a:rPr lang="en-US" sz="2400" b="0" i="1" dirty="0" smtClean="0">
                                          <a:solidFill>
                                            <a:schemeClr val="tx2"/>
                                          </a:solidFill>
                                          <a:latin typeface="Cambria Math" panose="02040503050406030204" pitchFamily="18" charset="0"/>
                                          <a:ea typeface="Lato" charset="0"/>
                                          <a:cs typeface="Lato" charset="0"/>
                                        </a:rPr>
                                      </m:ctrlPr>
                                    </m:fPr>
                                    <m:num>
                                      <m:r>
                                        <a:rPr lang="en-US" sz="2400" b="0" i="1" dirty="0" smtClean="0">
                                          <a:solidFill>
                                            <a:schemeClr val="tx2"/>
                                          </a:solidFill>
                                          <a:latin typeface="Cambria Math" panose="02040503050406030204" pitchFamily="18" charset="0"/>
                                          <a:ea typeface="Lato" charset="0"/>
                                          <a:cs typeface="Lato" charset="0"/>
                                        </a:rPr>
                                        <m:t>𝑇</m:t>
                                      </m:r>
                                    </m:num>
                                    <m:den>
                                      <m:r>
                                        <a:rPr lang="en-US" sz="2400" b="0" i="1" dirty="0" smtClean="0">
                                          <a:solidFill>
                                            <a:schemeClr val="tx2"/>
                                          </a:solidFill>
                                          <a:latin typeface="Cambria Math" panose="02040503050406030204" pitchFamily="18" charset="0"/>
                                          <a:ea typeface="Lato" charset="0"/>
                                          <a:cs typeface="Lato" charset="0"/>
                                        </a:rPr>
                                        <m:t>2</m:t>
                                      </m:r>
                                      <m:sSub>
                                        <m:sSubPr>
                                          <m:ctrlPr>
                                            <a:rPr lang="en-US" sz="2400" b="0" i="1" dirty="0" smtClean="0">
                                              <a:solidFill>
                                                <a:schemeClr val="tx2"/>
                                              </a:solidFill>
                                              <a:latin typeface="Cambria Math" panose="02040503050406030204" pitchFamily="18" charset="0"/>
                                              <a:ea typeface="Lato" charset="0"/>
                                              <a:cs typeface="Lato" charset="0"/>
                                            </a:rPr>
                                          </m:ctrlPr>
                                        </m:sSubPr>
                                        <m:e>
                                          <m:r>
                                            <a:rPr lang="en-US" sz="2400" b="0" i="1" dirty="0" smtClean="0">
                                              <a:solidFill>
                                                <a:schemeClr val="tx2"/>
                                              </a:solidFill>
                                              <a:latin typeface="Cambria Math" panose="02040503050406030204" pitchFamily="18" charset="0"/>
                                              <a:ea typeface="Lato" charset="0"/>
                                              <a:cs typeface="Lato" charset="0"/>
                                            </a:rPr>
                                            <m:t>𝜏</m:t>
                                          </m:r>
                                        </m:e>
                                        <m:sub>
                                          <m:r>
                                            <a:rPr lang="en-US" sz="2400" b="0" i="1" dirty="0" smtClean="0">
                                              <a:solidFill>
                                                <a:schemeClr val="tx2"/>
                                              </a:solidFill>
                                              <a:latin typeface="Cambria Math" panose="02040503050406030204" pitchFamily="18" charset="0"/>
                                              <a:ea typeface="Lato" charset="0"/>
                                              <a:cs typeface="Lato" charset="0"/>
                                            </a:rPr>
                                            <m:t>𝑐</m:t>
                                          </m:r>
                                        </m:sub>
                                      </m:sSub>
                                    </m:den>
                                  </m:f>
                                </m:e>
                              </m:d>
                            </m:e>
                            <m:sup>
                              <m:r>
                                <a:rPr lang="en-US" sz="2400" b="0" i="1" dirty="0" smtClean="0">
                                  <a:solidFill>
                                    <a:schemeClr val="tx2"/>
                                  </a:solidFill>
                                  <a:latin typeface="Cambria Math" panose="02040503050406030204" pitchFamily="18" charset="0"/>
                                  <a:ea typeface="Lato" charset="0"/>
                                  <a:cs typeface="Lato" charset="0"/>
                                </a:rPr>
                                <m:t>2</m:t>
                              </m:r>
                            </m:sup>
                          </m:sSup>
                        </m:den>
                      </m:f>
                      <m:r>
                        <a:rPr lang="en-US" sz="2400" b="0" i="1" dirty="0" smtClean="0">
                          <a:solidFill>
                            <a:schemeClr val="tx2"/>
                          </a:solidFill>
                          <a:latin typeface="Cambria Math" panose="02040503050406030204" pitchFamily="18" charset="0"/>
                          <a:ea typeface="Lato" charset="0"/>
                          <a:cs typeface="Lato" charset="0"/>
                        </a:rPr>
                        <m:t>(</m:t>
                      </m:r>
                      <m:f>
                        <m:fPr>
                          <m:ctrlPr>
                            <a:rPr lang="en-US" sz="2400" i="1" dirty="0">
                              <a:solidFill>
                                <a:schemeClr val="tx2"/>
                              </a:solidFill>
                              <a:latin typeface="Cambria Math" panose="02040503050406030204" pitchFamily="18" charset="0"/>
                              <a:ea typeface="Lato" charset="0"/>
                              <a:cs typeface="Lato" charset="0"/>
                            </a:rPr>
                          </m:ctrlPr>
                        </m:fPr>
                        <m:num>
                          <m:r>
                            <a:rPr lang="en-US" sz="2400" i="1" dirty="0">
                              <a:solidFill>
                                <a:schemeClr val="tx2"/>
                              </a:solidFill>
                              <a:latin typeface="Cambria Math" panose="02040503050406030204" pitchFamily="18" charset="0"/>
                              <a:ea typeface="Lato" charset="0"/>
                              <a:cs typeface="Lato" charset="0"/>
                            </a:rPr>
                            <m:t>𝑇</m:t>
                          </m:r>
                        </m:num>
                        <m:den>
                          <m:r>
                            <a:rPr lang="en-US" sz="2400" i="1" dirty="0">
                              <a:solidFill>
                                <a:schemeClr val="tx2"/>
                              </a:solidFill>
                              <a:latin typeface="Cambria Math" panose="02040503050406030204" pitchFamily="18" charset="0"/>
                              <a:ea typeface="Lato" charset="0"/>
                              <a:cs typeface="Lato" charset="0"/>
                            </a:rPr>
                            <m:t>2</m:t>
                          </m:r>
                          <m:sSub>
                            <m:sSubPr>
                              <m:ctrlPr>
                                <a:rPr lang="en-US" sz="2400" i="1" dirty="0">
                                  <a:solidFill>
                                    <a:schemeClr val="tx2"/>
                                  </a:solidFill>
                                  <a:latin typeface="Cambria Math" panose="02040503050406030204" pitchFamily="18" charset="0"/>
                                  <a:ea typeface="Lato" charset="0"/>
                                  <a:cs typeface="Lato" charset="0"/>
                                </a:rPr>
                              </m:ctrlPr>
                            </m:sSubPr>
                            <m:e>
                              <m:r>
                                <a:rPr lang="en-US" sz="2400" i="1" dirty="0">
                                  <a:solidFill>
                                    <a:schemeClr val="tx2"/>
                                  </a:solidFill>
                                  <a:latin typeface="Cambria Math" panose="02040503050406030204" pitchFamily="18" charset="0"/>
                                  <a:ea typeface="Lato" charset="0"/>
                                  <a:cs typeface="Lato" charset="0"/>
                                </a:rPr>
                                <m:t>𝜏</m:t>
                              </m:r>
                            </m:e>
                            <m:sub>
                              <m:r>
                                <a:rPr lang="en-US" sz="2400" i="1" dirty="0">
                                  <a:solidFill>
                                    <a:schemeClr val="tx2"/>
                                  </a:solidFill>
                                  <a:latin typeface="Cambria Math" panose="02040503050406030204" pitchFamily="18" charset="0"/>
                                  <a:ea typeface="Lato" charset="0"/>
                                  <a:cs typeface="Lato" charset="0"/>
                                </a:rPr>
                                <m:t>𝑐</m:t>
                              </m:r>
                            </m:sub>
                          </m:sSub>
                        </m:den>
                      </m:f>
                      <m:r>
                        <a:rPr lang="en-US" sz="2400" b="0" i="1" dirty="0" smtClean="0">
                          <a:solidFill>
                            <a:schemeClr val="tx2"/>
                          </a:solidFill>
                          <a:latin typeface="Cambria Math" panose="02040503050406030204" pitchFamily="18" charset="0"/>
                          <a:ea typeface="Lato" charset="0"/>
                          <a:cs typeface="Lato" charset="0"/>
                        </a:rPr>
                        <m:t>+</m:t>
                      </m:r>
                      <m:sSup>
                        <m:sSupPr>
                          <m:ctrlPr>
                            <a:rPr lang="en-US" sz="2400" b="0" i="1" dirty="0" smtClean="0">
                              <a:solidFill>
                                <a:schemeClr val="tx2"/>
                              </a:solidFill>
                              <a:latin typeface="Cambria Math" panose="02040503050406030204" pitchFamily="18" charset="0"/>
                              <a:ea typeface="Lato" charset="0"/>
                              <a:cs typeface="Lato" charset="0"/>
                            </a:rPr>
                          </m:ctrlPr>
                        </m:sSupPr>
                        <m:e>
                          <m:r>
                            <a:rPr lang="en-US" sz="2400" b="0" i="1" dirty="0" smtClean="0">
                              <a:solidFill>
                                <a:schemeClr val="tx2"/>
                              </a:solidFill>
                              <a:latin typeface="Cambria Math" panose="02040503050406030204" pitchFamily="18" charset="0"/>
                              <a:ea typeface="Lato" charset="0"/>
                              <a:cs typeface="Lato" charset="0"/>
                            </a:rPr>
                            <m:t>𝑒</m:t>
                          </m:r>
                        </m:e>
                        <m:sup>
                          <m:r>
                            <a:rPr lang="en-US" sz="2400" b="0" i="1" dirty="0" smtClean="0">
                              <a:solidFill>
                                <a:schemeClr val="tx2"/>
                              </a:solidFill>
                              <a:latin typeface="Cambria Math" panose="02040503050406030204" pitchFamily="18" charset="0"/>
                              <a:ea typeface="Lato" charset="0"/>
                              <a:cs typeface="Lato" charset="0"/>
                            </a:rPr>
                            <m:t>−</m:t>
                          </m:r>
                          <m:f>
                            <m:fPr>
                              <m:ctrlPr>
                                <a:rPr lang="en-US" sz="2400" i="1" dirty="0">
                                  <a:solidFill>
                                    <a:schemeClr val="tx2"/>
                                  </a:solidFill>
                                  <a:latin typeface="Cambria Math" panose="02040503050406030204" pitchFamily="18" charset="0"/>
                                  <a:ea typeface="Lato" charset="0"/>
                                  <a:cs typeface="Lato" charset="0"/>
                                </a:rPr>
                              </m:ctrlPr>
                            </m:fPr>
                            <m:num>
                              <m:r>
                                <a:rPr lang="en-US" sz="2400" i="1" dirty="0">
                                  <a:solidFill>
                                    <a:schemeClr val="tx2"/>
                                  </a:solidFill>
                                  <a:latin typeface="Cambria Math" panose="02040503050406030204" pitchFamily="18" charset="0"/>
                                  <a:ea typeface="Lato" charset="0"/>
                                  <a:cs typeface="Lato" charset="0"/>
                                </a:rPr>
                                <m:t>𝑇</m:t>
                              </m:r>
                            </m:num>
                            <m:den>
                              <m:r>
                                <a:rPr lang="en-US" sz="2400" i="1" dirty="0">
                                  <a:solidFill>
                                    <a:schemeClr val="tx2"/>
                                  </a:solidFill>
                                  <a:latin typeface="Cambria Math" panose="02040503050406030204" pitchFamily="18" charset="0"/>
                                  <a:ea typeface="Lato" charset="0"/>
                                  <a:cs typeface="Lato" charset="0"/>
                                </a:rPr>
                                <m:t>2</m:t>
                              </m:r>
                              <m:sSub>
                                <m:sSubPr>
                                  <m:ctrlPr>
                                    <a:rPr lang="en-US" sz="2400" i="1" dirty="0">
                                      <a:solidFill>
                                        <a:schemeClr val="tx2"/>
                                      </a:solidFill>
                                      <a:latin typeface="Cambria Math" panose="02040503050406030204" pitchFamily="18" charset="0"/>
                                      <a:ea typeface="Lato" charset="0"/>
                                      <a:cs typeface="Lato" charset="0"/>
                                    </a:rPr>
                                  </m:ctrlPr>
                                </m:sSubPr>
                                <m:e>
                                  <m:r>
                                    <a:rPr lang="en-US" sz="2400" i="1" dirty="0">
                                      <a:solidFill>
                                        <a:schemeClr val="tx2"/>
                                      </a:solidFill>
                                      <a:latin typeface="Cambria Math" panose="02040503050406030204" pitchFamily="18" charset="0"/>
                                      <a:ea typeface="Lato" charset="0"/>
                                      <a:cs typeface="Lato" charset="0"/>
                                    </a:rPr>
                                    <m:t>𝜏</m:t>
                                  </m:r>
                                </m:e>
                                <m:sub>
                                  <m:r>
                                    <a:rPr lang="en-US" sz="2400" i="1" dirty="0">
                                      <a:solidFill>
                                        <a:schemeClr val="tx2"/>
                                      </a:solidFill>
                                      <a:latin typeface="Cambria Math" panose="02040503050406030204" pitchFamily="18" charset="0"/>
                                      <a:ea typeface="Lato" charset="0"/>
                                      <a:cs typeface="Lato" charset="0"/>
                                    </a:rPr>
                                    <m:t>𝑐</m:t>
                                  </m:r>
                                </m:sub>
                              </m:sSub>
                            </m:den>
                          </m:f>
                        </m:sup>
                      </m:sSup>
                      <m:r>
                        <a:rPr lang="en-US" sz="2400" b="0" i="1" dirty="0" smtClean="0">
                          <a:solidFill>
                            <a:schemeClr val="tx2"/>
                          </a:solidFill>
                          <a:latin typeface="Cambria Math" panose="02040503050406030204" pitchFamily="18" charset="0"/>
                          <a:ea typeface="Lato" charset="0"/>
                          <a:cs typeface="Lato" charset="0"/>
                        </a:rPr>
                        <m:t>−1)</m:t>
                      </m:r>
                    </m:oMath>
                  </m:oMathPara>
                </a14:m>
                <a:endParaRPr lang="en-US" sz="2800" dirty="0"/>
              </a:p>
            </p:txBody>
          </p:sp>
        </mc:Choice>
        <mc:Fallback xmlns="">
          <p:sp>
            <p:nvSpPr>
              <p:cNvPr id="4" name="TextBox 3">
                <a:extLst>
                  <a:ext uri="{FF2B5EF4-FFF2-40B4-BE49-F238E27FC236}">
                    <a16:creationId xmlns:a16="http://schemas.microsoft.com/office/drawing/2014/main" id="{2B30FD27-B503-6E4C-106B-40FB1C41968F}"/>
                  </a:ext>
                </a:extLst>
              </p:cNvPr>
              <p:cNvSpPr txBox="1">
                <a:spLocks noRot="1" noChangeAspect="1" noMove="1" noResize="1" noEditPoints="1" noAdjustHandles="1" noChangeArrowheads="1" noChangeShapeType="1" noTextEdit="1"/>
              </p:cNvSpPr>
              <p:nvPr/>
            </p:nvSpPr>
            <p:spPr>
              <a:xfrm>
                <a:off x="2824611" y="3664971"/>
                <a:ext cx="6094990" cy="125329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E53C039-4089-5A44-6000-AC3634F49DF6}"/>
                  </a:ext>
                </a:extLst>
              </p:cNvPr>
              <p:cNvSpPr txBox="1"/>
              <p:nvPr/>
            </p:nvSpPr>
            <p:spPr>
              <a:xfrm>
                <a:off x="1202498" y="5166850"/>
                <a:ext cx="3244225" cy="846194"/>
              </a:xfrm>
              <a:prstGeom prst="rect">
                <a:avLst/>
              </a:prstGeom>
              <a:noFill/>
            </p:spPr>
            <p:txBody>
              <a:bodyPr wrap="square">
                <a:spAutoFit/>
              </a:bodyPr>
              <a:lstStyle/>
              <a:p>
                <a:pPr/>
                <a14:m>
                  <m:oMathPara xmlns:m="http://schemas.openxmlformats.org/officeDocument/2006/math">
                    <m:oMath>
                      <m:sSup>
                        <m:sSupPr>
                          <m:ctrlPr>
                            <a:rPr kumimoji="0" lang="en-US" sz="2400" b="0" i="0"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ctrlPr>
                        </m:sSupPr>
                        <m:e>
                          <m:r>
                            <m:rPr>
                              <m:sty m:val="p"/>
                            </m:rPr>
                            <a:rPr kumimoji="0" lang="en-US" sz="2400" b="0" i="0"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K</m:t>
                          </m:r>
                          <m:r>
                            <a:rPr kumimoji="0" lang="en-US" sz="2400" b="0" i="0"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m:t>
                          </m:r>
                          <m:r>
                            <m:rPr>
                              <m:sty m:val="p"/>
                            </m:rPr>
                            <a:rPr kumimoji="0" lang="en-US" sz="2400" b="0" i="0"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T</m:t>
                          </m:r>
                          <m:r>
                            <a:rPr kumimoji="0" lang="en-US" sz="2400" b="0" i="0"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m:t>
                          </m:r>
                        </m:e>
                        <m:sup>
                          <m:r>
                            <a:rPr kumimoji="0" lang="en-US" sz="2400" b="0" i="0"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2</m:t>
                          </m:r>
                        </m:sup>
                      </m:sSup>
                      <m:r>
                        <a:rPr kumimoji="0" lang="en-US" sz="2400" b="0" i="1" u="none" strike="noStrike" kern="1200" cap="none" spc="0" normalizeH="0" baseline="0" noProof="0" dirty="0" smtClean="0">
                          <a:ln>
                            <a:noFill/>
                          </a:ln>
                          <a:solidFill>
                            <a:schemeClr val="tx2"/>
                          </a:solidFill>
                          <a:effectLst/>
                          <a:uLnTx/>
                          <a:uFillTx/>
                          <a:latin typeface="Cambria Math" panose="02040503050406030204" pitchFamily="18" charset="0"/>
                          <a:ea typeface="Cambria Math" panose="02040503050406030204" pitchFamily="18" charset="0"/>
                          <a:cs typeface="Lato" charset="0"/>
                        </a:rPr>
                        <m:t>≈</m:t>
                      </m:r>
                      <m:r>
                        <a:rPr kumimoji="0" lang="en-US" sz="2400" b="0" i="1" u="none" strike="noStrike" kern="1200" cap="none" spc="0" normalizeH="0" baseline="0" noProof="0" dirty="0" smtClean="0">
                          <a:ln>
                            <a:noFill/>
                          </a:ln>
                          <a:solidFill>
                            <a:schemeClr val="tx2"/>
                          </a:solidFill>
                          <a:effectLst/>
                          <a:uLnTx/>
                          <a:uFillTx/>
                          <a:latin typeface="Cambria Math" panose="02040503050406030204" pitchFamily="18" charset="0"/>
                          <a:ea typeface="Cambria Math" panose="02040503050406030204" pitchFamily="18" charset="0"/>
                          <a:cs typeface="Lato" charset="0"/>
                        </a:rPr>
                        <m:t>𝛽</m:t>
                      </m:r>
                      <m:r>
                        <a:rPr kumimoji="0" lang="en-US" sz="2400" b="0" i="1" u="none" strike="noStrike" kern="1200" cap="none" spc="0" normalizeH="0" baseline="0" noProof="0" dirty="0" smtClean="0">
                          <a:ln>
                            <a:noFill/>
                          </a:ln>
                          <a:solidFill>
                            <a:schemeClr val="tx2"/>
                          </a:solidFill>
                          <a:effectLst/>
                          <a:uLnTx/>
                          <a:uFillTx/>
                          <a:latin typeface="Cambria Math" panose="02040503050406030204" pitchFamily="18" charset="0"/>
                          <a:ea typeface="Cambria Math" panose="02040503050406030204" pitchFamily="18" charset="0"/>
                          <a:cs typeface="Lato" charset="0"/>
                        </a:rPr>
                        <m:t>(1−</m:t>
                      </m:r>
                      <m:f>
                        <m:fPr>
                          <m:ctrlPr>
                            <a:rPr lang="en-US" sz="2400" i="1" dirty="0">
                              <a:solidFill>
                                <a:schemeClr val="tx2"/>
                              </a:solidFill>
                              <a:latin typeface="Cambria Math" panose="02040503050406030204" pitchFamily="18" charset="0"/>
                              <a:ea typeface="Lato" charset="0"/>
                              <a:cs typeface="Lato" charset="0"/>
                            </a:rPr>
                          </m:ctrlPr>
                        </m:fPr>
                        <m:num>
                          <m:r>
                            <a:rPr lang="en-US" sz="2400" i="1" dirty="0">
                              <a:solidFill>
                                <a:schemeClr val="tx2"/>
                              </a:solidFill>
                              <a:latin typeface="Cambria Math" panose="02040503050406030204" pitchFamily="18" charset="0"/>
                              <a:ea typeface="Lato" charset="0"/>
                              <a:cs typeface="Lato" charset="0"/>
                            </a:rPr>
                            <m:t>𝑇</m:t>
                          </m:r>
                        </m:num>
                        <m:den>
                          <m:r>
                            <a:rPr lang="en-US" sz="2400" b="0" i="1" dirty="0" smtClean="0">
                              <a:solidFill>
                                <a:schemeClr val="tx2"/>
                              </a:solidFill>
                              <a:latin typeface="Cambria Math" panose="02040503050406030204" pitchFamily="18" charset="0"/>
                              <a:ea typeface="Lato" charset="0"/>
                              <a:cs typeface="Lato" charset="0"/>
                            </a:rPr>
                            <m:t>6</m:t>
                          </m:r>
                          <m:sSub>
                            <m:sSubPr>
                              <m:ctrlPr>
                                <a:rPr lang="en-US" sz="2400" i="1" dirty="0">
                                  <a:solidFill>
                                    <a:schemeClr val="tx2"/>
                                  </a:solidFill>
                                  <a:latin typeface="Cambria Math" panose="02040503050406030204" pitchFamily="18" charset="0"/>
                                  <a:ea typeface="Lato" charset="0"/>
                                  <a:cs typeface="Lato" charset="0"/>
                                </a:rPr>
                              </m:ctrlPr>
                            </m:sSubPr>
                            <m:e>
                              <m:r>
                                <a:rPr lang="en-US" sz="2400" i="1" dirty="0">
                                  <a:solidFill>
                                    <a:schemeClr val="tx2"/>
                                  </a:solidFill>
                                  <a:latin typeface="Cambria Math" panose="02040503050406030204" pitchFamily="18" charset="0"/>
                                  <a:ea typeface="Lato" charset="0"/>
                                  <a:cs typeface="Lato" charset="0"/>
                                </a:rPr>
                                <m:t>𝜏</m:t>
                              </m:r>
                            </m:e>
                            <m:sub>
                              <m:r>
                                <a:rPr lang="en-US" sz="2400" i="1" dirty="0">
                                  <a:solidFill>
                                    <a:schemeClr val="tx2"/>
                                  </a:solidFill>
                                  <a:latin typeface="Cambria Math" panose="02040503050406030204" pitchFamily="18" charset="0"/>
                                  <a:ea typeface="Lato" charset="0"/>
                                  <a:cs typeface="Lato" charset="0"/>
                                </a:rPr>
                                <m:t>𝑐</m:t>
                              </m:r>
                            </m:sub>
                          </m:sSub>
                        </m:den>
                      </m:f>
                      <m:r>
                        <a:rPr kumimoji="0" lang="en-US" sz="2400" b="0" i="1" u="none" strike="noStrike" kern="1200" cap="none" spc="0" normalizeH="0" baseline="0" noProof="0" dirty="0" smtClean="0">
                          <a:ln>
                            <a:noFill/>
                          </a:ln>
                          <a:solidFill>
                            <a:schemeClr val="tx2"/>
                          </a:solidFill>
                          <a:effectLst/>
                          <a:uLnTx/>
                          <a:uFillTx/>
                          <a:latin typeface="Cambria Math" panose="02040503050406030204" pitchFamily="18" charset="0"/>
                          <a:ea typeface="Cambria Math" panose="02040503050406030204" pitchFamily="18" charset="0"/>
                          <a:cs typeface="Lato" charset="0"/>
                        </a:rPr>
                        <m:t>)</m:t>
                      </m:r>
                    </m:oMath>
                  </m:oMathPara>
                </a14:m>
                <a:endParaRPr lang="en-US" dirty="0"/>
              </a:p>
            </p:txBody>
          </p:sp>
        </mc:Choice>
        <mc:Fallback xmlns="">
          <p:sp>
            <p:nvSpPr>
              <p:cNvPr id="6" name="TextBox 5">
                <a:extLst>
                  <a:ext uri="{FF2B5EF4-FFF2-40B4-BE49-F238E27FC236}">
                    <a16:creationId xmlns:a16="http://schemas.microsoft.com/office/drawing/2014/main" id="{4E53C039-4089-5A44-6000-AC3634F49DF6}"/>
                  </a:ext>
                </a:extLst>
              </p:cNvPr>
              <p:cNvSpPr txBox="1">
                <a:spLocks noRot="1" noChangeAspect="1" noMove="1" noResize="1" noEditPoints="1" noAdjustHandles="1" noChangeArrowheads="1" noChangeShapeType="1" noTextEdit="1"/>
              </p:cNvSpPr>
              <p:nvPr/>
            </p:nvSpPr>
            <p:spPr>
              <a:xfrm>
                <a:off x="1202498" y="5166850"/>
                <a:ext cx="3244225" cy="84619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C3B8967D-6A27-04D3-837C-CE63AC2D1124}"/>
                  </a:ext>
                </a:extLst>
              </p:cNvPr>
              <p:cNvSpPr txBox="1"/>
              <p:nvPr/>
            </p:nvSpPr>
            <p:spPr>
              <a:xfrm>
                <a:off x="7156996" y="5312720"/>
                <a:ext cx="3244225" cy="784830"/>
              </a:xfrm>
              <a:prstGeom prst="rect">
                <a:avLst/>
              </a:prstGeom>
              <a:noFill/>
            </p:spPr>
            <p:txBody>
              <a:bodyPr wrap="square">
                <a:spAutoFit/>
              </a:bodyPr>
              <a:lstStyle/>
              <a:p>
                <a:pPr/>
                <a14:m>
                  <m:oMathPara xmlns:m="http://schemas.openxmlformats.org/officeDocument/2006/math">
                    <m:oMath>
                      <m:sSup>
                        <m:sSupPr>
                          <m:ctrlPr>
                            <a:rPr kumimoji="0" lang="en-US" sz="2400" b="0" i="0"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ctrlPr>
                        </m:sSupPr>
                        <m:e>
                          <m:r>
                            <m:rPr>
                              <m:sty m:val="p"/>
                            </m:rPr>
                            <a:rPr kumimoji="0" lang="en-US" sz="2400" b="0" i="0"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K</m:t>
                          </m:r>
                          <m:r>
                            <a:rPr kumimoji="0" lang="en-US" sz="2400" b="0" i="0"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m:t>
                          </m:r>
                          <m:r>
                            <m:rPr>
                              <m:sty m:val="p"/>
                            </m:rPr>
                            <a:rPr kumimoji="0" lang="en-US" sz="2400" b="0" i="0"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T</m:t>
                          </m:r>
                          <m:r>
                            <a:rPr kumimoji="0" lang="en-US" sz="2400" b="0" i="0"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m:t>
                          </m:r>
                        </m:e>
                        <m:sup>
                          <m:r>
                            <a:rPr kumimoji="0" lang="en-US" sz="2400" b="0" i="0"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2</m:t>
                          </m:r>
                        </m:sup>
                      </m:sSup>
                      <m:r>
                        <a:rPr kumimoji="0" lang="en-US" sz="2400" b="0" i="1" u="none" strike="noStrike" kern="1200" cap="none" spc="0" normalizeH="0" baseline="0" noProof="0" dirty="0" smtClean="0">
                          <a:ln>
                            <a:noFill/>
                          </a:ln>
                          <a:solidFill>
                            <a:schemeClr val="tx2"/>
                          </a:solidFill>
                          <a:effectLst/>
                          <a:uLnTx/>
                          <a:uFillTx/>
                          <a:latin typeface="Cambria Math" panose="02040503050406030204" pitchFamily="18" charset="0"/>
                          <a:ea typeface="Cambria Math" panose="02040503050406030204" pitchFamily="18" charset="0"/>
                          <a:cs typeface="Lato" charset="0"/>
                        </a:rPr>
                        <m:t>≈</m:t>
                      </m:r>
                      <m:r>
                        <a:rPr kumimoji="0" lang="en-US" sz="2400" b="0" i="1" u="none" strike="noStrike" kern="1200" cap="none" spc="0" normalizeH="0" baseline="0" noProof="0" dirty="0" smtClean="0">
                          <a:ln>
                            <a:noFill/>
                          </a:ln>
                          <a:solidFill>
                            <a:schemeClr val="tx2"/>
                          </a:solidFill>
                          <a:effectLst/>
                          <a:uLnTx/>
                          <a:uFillTx/>
                          <a:latin typeface="Cambria Math" panose="02040503050406030204" pitchFamily="18" charset="0"/>
                          <a:ea typeface="Cambria Math" panose="02040503050406030204" pitchFamily="18" charset="0"/>
                          <a:cs typeface="Lato" charset="0"/>
                        </a:rPr>
                        <m:t>𝛽</m:t>
                      </m:r>
                      <m:f>
                        <m:fPr>
                          <m:ctrlPr>
                            <a:rPr lang="en-US" sz="2400" b="0" i="1" dirty="0" smtClean="0">
                              <a:solidFill>
                                <a:schemeClr val="tx2"/>
                              </a:solidFill>
                              <a:latin typeface="Cambria Math" panose="02040503050406030204" pitchFamily="18" charset="0"/>
                              <a:ea typeface="Lato" charset="0"/>
                              <a:cs typeface="Lato" charset="0"/>
                            </a:rPr>
                          </m:ctrlPr>
                        </m:fPr>
                        <m:num>
                          <m:r>
                            <a:rPr lang="en-US" sz="2400" b="0" i="1" dirty="0" smtClean="0">
                              <a:solidFill>
                                <a:schemeClr val="tx2"/>
                              </a:solidFill>
                              <a:latin typeface="Cambria Math" panose="02040503050406030204" pitchFamily="18" charset="0"/>
                              <a:ea typeface="Lato" charset="0"/>
                              <a:cs typeface="Lato" charset="0"/>
                            </a:rPr>
                            <m:t>4</m:t>
                          </m:r>
                          <m:sSub>
                            <m:sSubPr>
                              <m:ctrlPr>
                                <a:rPr lang="en-US" sz="2400" b="0" i="1" dirty="0" smtClean="0">
                                  <a:solidFill>
                                    <a:schemeClr val="tx2"/>
                                  </a:solidFill>
                                  <a:latin typeface="Cambria Math" panose="02040503050406030204" pitchFamily="18" charset="0"/>
                                  <a:ea typeface="Lato" charset="0"/>
                                  <a:cs typeface="Lato" charset="0"/>
                                </a:rPr>
                              </m:ctrlPr>
                            </m:sSubPr>
                            <m:e>
                              <m:r>
                                <a:rPr lang="en-US" sz="2400" b="0" i="1" dirty="0" smtClean="0">
                                  <a:solidFill>
                                    <a:schemeClr val="tx2"/>
                                  </a:solidFill>
                                  <a:latin typeface="Cambria Math" panose="02040503050406030204" pitchFamily="18" charset="0"/>
                                  <a:ea typeface="Lato" charset="0"/>
                                  <a:cs typeface="Lato" charset="0"/>
                                </a:rPr>
                                <m:t>𝜏</m:t>
                              </m:r>
                            </m:e>
                            <m:sub>
                              <m:r>
                                <a:rPr lang="en-US" sz="2400" b="0" i="1" dirty="0" smtClean="0">
                                  <a:solidFill>
                                    <a:schemeClr val="tx2"/>
                                  </a:solidFill>
                                  <a:latin typeface="Cambria Math" panose="02040503050406030204" pitchFamily="18" charset="0"/>
                                  <a:ea typeface="Lato" charset="0"/>
                                  <a:cs typeface="Lato" charset="0"/>
                                </a:rPr>
                                <m:t>𝑐</m:t>
                              </m:r>
                            </m:sub>
                          </m:sSub>
                        </m:num>
                        <m:den>
                          <m:r>
                            <a:rPr lang="en-US" sz="2400" b="0" i="1" dirty="0" smtClean="0">
                              <a:solidFill>
                                <a:schemeClr val="tx2"/>
                              </a:solidFill>
                              <a:latin typeface="Cambria Math" panose="02040503050406030204" pitchFamily="18" charset="0"/>
                              <a:ea typeface="Lato" charset="0"/>
                              <a:cs typeface="Lato" charset="0"/>
                            </a:rPr>
                            <m:t>𝑇</m:t>
                          </m:r>
                        </m:den>
                      </m:f>
                    </m:oMath>
                  </m:oMathPara>
                </a14:m>
                <a:endParaRPr lang="en-US" dirty="0"/>
              </a:p>
            </p:txBody>
          </p:sp>
        </mc:Choice>
        <mc:Fallback xmlns="">
          <p:sp>
            <p:nvSpPr>
              <p:cNvPr id="8" name="TextBox 7">
                <a:extLst>
                  <a:ext uri="{FF2B5EF4-FFF2-40B4-BE49-F238E27FC236}">
                    <a16:creationId xmlns:a16="http://schemas.microsoft.com/office/drawing/2014/main" id="{C3B8967D-6A27-04D3-837C-CE63AC2D1124}"/>
                  </a:ext>
                </a:extLst>
              </p:cNvPr>
              <p:cNvSpPr txBox="1">
                <a:spLocks noRot="1" noChangeAspect="1" noMove="1" noResize="1" noEditPoints="1" noAdjustHandles="1" noChangeArrowheads="1" noChangeShapeType="1" noTextEdit="1"/>
              </p:cNvSpPr>
              <p:nvPr/>
            </p:nvSpPr>
            <p:spPr>
              <a:xfrm>
                <a:off x="7156996" y="5312720"/>
                <a:ext cx="3244225" cy="78483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C1D1593-DDD2-383A-031E-ECE997F06FF6}"/>
                  </a:ext>
                </a:extLst>
              </p:cNvPr>
              <p:cNvSpPr txBox="1"/>
              <p:nvPr/>
            </p:nvSpPr>
            <p:spPr>
              <a:xfrm>
                <a:off x="2224492" y="4471212"/>
                <a:ext cx="1451836" cy="400110"/>
              </a:xfrm>
              <a:prstGeom prst="rect">
                <a:avLst/>
              </a:prstGeom>
              <a:noFill/>
            </p:spPr>
            <p:txBody>
              <a:bodyPr wrap="square">
                <a:spAutoFit/>
              </a:bodyPr>
              <a:lstStyle/>
              <a:p>
                <a:pPr/>
                <a14:m>
                  <m:oMathPara xmlns:m="http://schemas.openxmlformats.org/officeDocument/2006/math">
                    <m:oMath>
                      <m:r>
                        <m:rPr>
                          <m:sty m:val="p"/>
                        </m:rPr>
                        <a:rPr kumimoji="0" lang="en-US" sz="2000" b="0" i="0"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T</m:t>
                      </m:r>
                      <m:r>
                        <a:rPr kumimoji="0" lang="en-US" sz="2000" b="0" i="0"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m:t>
                      </m:r>
                      <m:sSub>
                        <m:sSubPr>
                          <m:ctrlPr>
                            <a:rPr kumimoji="0" lang="en-US" sz="20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ctrlPr>
                        </m:sSubPr>
                        <m:e>
                          <m:r>
                            <a:rPr kumimoji="0" lang="en-US" sz="20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𝜏</m:t>
                          </m:r>
                        </m:e>
                        <m:sub>
                          <m:r>
                            <a:rPr kumimoji="0" lang="en-US" sz="20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𝑐</m:t>
                          </m:r>
                        </m:sub>
                      </m:sSub>
                    </m:oMath>
                  </m:oMathPara>
                </a14:m>
                <a:endParaRPr lang="en-US" dirty="0"/>
              </a:p>
            </p:txBody>
          </p:sp>
        </mc:Choice>
        <mc:Fallback xmlns="">
          <p:sp>
            <p:nvSpPr>
              <p:cNvPr id="10" name="TextBox 9">
                <a:extLst>
                  <a:ext uri="{FF2B5EF4-FFF2-40B4-BE49-F238E27FC236}">
                    <a16:creationId xmlns:a16="http://schemas.microsoft.com/office/drawing/2014/main" id="{6C1D1593-DDD2-383A-031E-ECE997F06FF6}"/>
                  </a:ext>
                </a:extLst>
              </p:cNvPr>
              <p:cNvSpPr txBox="1">
                <a:spLocks noRot="1" noChangeAspect="1" noMove="1" noResize="1" noEditPoints="1" noAdjustHandles="1" noChangeArrowheads="1" noChangeShapeType="1" noTextEdit="1"/>
              </p:cNvSpPr>
              <p:nvPr/>
            </p:nvSpPr>
            <p:spPr>
              <a:xfrm>
                <a:off x="2224492" y="4471212"/>
                <a:ext cx="1451836" cy="40011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6241BF5-50F4-E38F-BA0E-A41578F6FEBC}"/>
                  </a:ext>
                </a:extLst>
              </p:cNvPr>
              <p:cNvSpPr txBox="1"/>
              <p:nvPr/>
            </p:nvSpPr>
            <p:spPr>
              <a:xfrm>
                <a:off x="7840810" y="4414539"/>
                <a:ext cx="1451836" cy="400110"/>
              </a:xfrm>
              <a:prstGeom prst="rect">
                <a:avLst/>
              </a:prstGeom>
              <a:noFill/>
            </p:spPr>
            <p:txBody>
              <a:bodyPr wrap="square">
                <a:spAutoFit/>
              </a:bodyPr>
              <a:lstStyle/>
              <a:p>
                <a:pPr/>
                <a14:m>
                  <m:oMathPara xmlns:m="http://schemas.openxmlformats.org/officeDocument/2006/math">
                    <m:oMath>
                      <m:r>
                        <m:rPr>
                          <m:sty m:val="p"/>
                        </m:rPr>
                        <a:rPr kumimoji="0" lang="en-US" sz="2000" b="0" i="0"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T</m:t>
                      </m:r>
                      <m:r>
                        <a:rPr kumimoji="0" lang="en-US" sz="2000" b="0" i="0"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m:t>
                      </m:r>
                      <m:sSub>
                        <m:sSubPr>
                          <m:ctrlPr>
                            <a:rPr kumimoji="0" lang="en-US" sz="20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ctrlPr>
                        </m:sSubPr>
                        <m:e>
                          <m:r>
                            <a:rPr kumimoji="0" lang="en-US" sz="20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𝜏</m:t>
                          </m:r>
                        </m:e>
                        <m:sub>
                          <m:r>
                            <a:rPr kumimoji="0" lang="en-US" sz="20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𝑐</m:t>
                          </m:r>
                        </m:sub>
                      </m:sSub>
                    </m:oMath>
                  </m:oMathPara>
                </a14:m>
                <a:endParaRPr lang="en-US" dirty="0"/>
              </a:p>
            </p:txBody>
          </p:sp>
        </mc:Choice>
        <mc:Fallback xmlns="">
          <p:sp>
            <p:nvSpPr>
              <p:cNvPr id="11" name="TextBox 10">
                <a:extLst>
                  <a:ext uri="{FF2B5EF4-FFF2-40B4-BE49-F238E27FC236}">
                    <a16:creationId xmlns:a16="http://schemas.microsoft.com/office/drawing/2014/main" id="{36241BF5-50F4-E38F-BA0E-A41578F6FEBC}"/>
                  </a:ext>
                </a:extLst>
              </p:cNvPr>
              <p:cNvSpPr txBox="1">
                <a:spLocks noRot="1" noChangeAspect="1" noMove="1" noResize="1" noEditPoints="1" noAdjustHandles="1" noChangeArrowheads="1" noChangeShapeType="1" noTextEdit="1"/>
              </p:cNvSpPr>
              <p:nvPr/>
            </p:nvSpPr>
            <p:spPr>
              <a:xfrm>
                <a:off x="7840810" y="4414539"/>
                <a:ext cx="1451836" cy="40011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08A2CBBA-2C05-6457-9EE5-3E54B8472A72}"/>
                  </a:ext>
                </a:extLst>
              </p:cNvPr>
              <p:cNvSpPr txBox="1"/>
              <p:nvPr/>
            </p:nvSpPr>
            <p:spPr>
              <a:xfrm>
                <a:off x="9535799" y="2606362"/>
                <a:ext cx="1380815" cy="848630"/>
              </a:xfrm>
              <a:prstGeom prst="rect">
                <a:avLst/>
              </a:prstGeom>
              <a:noFill/>
            </p:spPr>
            <p:txBody>
              <a:bodyPr wrap="square">
                <a:spAutoFit/>
              </a:bodyPr>
              <a:lstStyle/>
              <a:p>
                <a:pPr/>
                <a14:m>
                  <m:oMathPara xmlns:m="http://schemas.openxmlformats.org/officeDocument/2006/math">
                    <m:oMath>
                      <m:r>
                        <a:rPr lang="en-US" sz="2400" b="0" i="1" smtClean="0">
                          <a:latin typeface="Cambria Math" panose="02040503050406030204" pitchFamily="18" charset="0"/>
                        </a:rPr>
                        <m:t>𝐵𝐹𝑖</m:t>
                      </m:r>
                      <m:r>
                        <a:rPr lang="en-US" sz="2400" b="0" i="1" smtClean="0">
                          <a:latin typeface="Cambria Math" panose="02040503050406030204" pitchFamily="18" charset="0"/>
                          <a:ea typeface="Cambria Math" panose="02040503050406030204" pitchFamily="18" charset="0"/>
                        </a:rPr>
                        <m:t>∝</m:t>
                      </m:r>
                      <m:f>
                        <m:fPr>
                          <m:ctrlPr>
                            <a:rPr lang="en-US" sz="2400" b="0" i="1" smtClean="0">
                              <a:latin typeface="Cambria Math" panose="02040503050406030204" pitchFamily="18" charset="0"/>
                              <a:ea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1</m:t>
                          </m:r>
                        </m:num>
                        <m:den>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𝜏</m:t>
                              </m:r>
                            </m:e>
                            <m:sub>
                              <m:r>
                                <a:rPr lang="en-US" sz="2400" b="0" i="1" smtClean="0">
                                  <a:latin typeface="Cambria Math" panose="02040503050406030204" pitchFamily="18" charset="0"/>
                                  <a:ea typeface="Cambria Math" panose="02040503050406030204" pitchFamily="18" charset="0"/>
                                </a:rPr>
                                <m:t>𝑐</m:t>
                              </m:r>
                            </m:sub>
                          </m:sSub>
                        </m:den>
                      </m:f>
                    </m:oMath>
                  </m:oMathPara>
                </a14:m>
                <a:endParaRPr lang="en-US" sz="2400" dirty="0"/>
              </a:p>
            </p:txBody>
          </p:sp>
        </mc:Choice>
        <mc:Fallback xmlns="">
          <p:sp>
            <p:nvSpPr>
              <p:cNvPr id="13" name="TextBox 12">
                <a:extLst>
                  <a:ext uri="{FF2B5EF4-FFF2-40B4-BE49-F238E27FC236}">
                    <a16:creationId xmlns:a16="http://schemas.microsoft.com/office/drawing/2014/main" id="{08A2CBBA-2C05-6457-9EE5-3E54B8472A72}"/>
                  </a:ext>
                </a:extLst>
              </p:cNvPr>
              <p:cNvSpPr txBox="1">
                <a:spLocks noRot="1" noChangeAspect="1" noMove="1" noResize="1" noEditPoints="1" noAdjustHandles="1" noChangeArrowheads="1" noChangeShapeType="1" noTextEdit="1"/>
              </p:cNvSpPr>
              <p:nvPr/>
            </p:nvSpPr>
            <p:spPr>
              <a:xfrm>
                <a:off x="9535799" y="2606362"/>
                <a:ext cx="1380815" cy="84863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8E4343C9-5956-3CBB-0F2D-F8D387316F02}"/>
                  </a:ext>
                </a:extLst>
              </p:cNvPr>
              <p:cNvSpPr txBox="1"/>
              <p:nvPr/>
            </p:nvSpPr>
            <p:spPr>
              <a:xfrm>
                <a:off x="3554314" y="1935641"/>
                <a:ext cx="2390460" cy="643446"/>
              </a:xfrm>
              <a:prstGeom prst="rect">
                <a:avLst/>
              </a:prstGeom>
              <a:noFill/>
            </p:spPr>
            <p:txBody>
              <a:bodyPr wrap="square">
                <a:spAutoFit/>
              </a:bodyPr>
              <a:lstStyle/>
              <a:p>
                <a:pPr/>
                <a14:m>
                  <m:oMathPara xmlns:m="http://schemas.openxmlformats.org/officeDocument/2006/math">
                    <m:oMath>
                      <m:sSub>
                        <m:sSubPr>
                          <m:ctrlPr>
                            <a:rPr kumimoji="0" lang="en-US" sz="2400" b="0" i="1" u="none" strike="noStrike" kern="1200" cap="none" spc="0" normalizeH="0" baseline="0" noProof="0" dirty="0" smtClean="0">
                              <a:ln>
                                <a:noFill/>
                              </a:ln>
                              <a:solidFill>
                                <a:schemeClr val="tx1"/>
                              </a:solidFill>
                              <a:effectLst/>
                              <a:uLnTx/>
                              <a:uFillTx/>
                              <a:latin typeface="Cambria Math" panose="02040503050406030204" pitchFamily="18" charset="0"/>
                              <a:ea typeface="Lato" charset="0"/>
                              <a:cs typeface="Lato" charset="0"/>
                            </a:rPr>
                          </m:ctrlPr>
                        </m:sSubPr>
                        <m:e>
                          <m:r>
                            <a:rPr kumimoji="0" lang="en-US" sz="2400" b="0" i="1" u="none" strike="noStrike" kern="1200" cap="none" spc="0" normalizeH="0" baseline="0" noProof="0" dirty="0" smtClean="0">
                              <a:ln>
                                <a:noFill/>
                              </a:ln>
                              <a:solidFill>
                                <a:schemeClr val="tx1"/>
                              </a:solidFill>
                              <a:effectLst/>
                              <a:uLnTx/>
                              <a:uFillTx/>
                              <a:latin typeface="Cambria Math" panose="02040503050406030204" pitchFamily="18" charset="0"/>
                              <a:ea typeface="Lato" charset="0"/>
                              <a:cs typeface="Lato" charset="0"/>
                            </a:rPr>
                            <m:t>𝑔</m:t>
                          </m:r>
                        </m:e>
                        <m:sub>
                          <m:r>
                            <a:rPr kumimoji="0" lang="en-US" sz="2400" b="0" i="1" u="none" strike="noStrike" kern="1200" cap="none" spc="0" normalizeH="0" baseline="0" noProof="0" dirty="0" smtClean="0">
                              <a:ln>
                                <a:noFill/>
                              </a:ln>
                              <a:solidFill>
                                <a:schemeClr val="tx1"/>
                              </a:solidFill>
                              <a:effectLst/>
                              <a:uLnTx/>
                              <a:uFillTx/>
                              <a:latin typeface="Cambria Math" panose="02040503050406030204" pitchFamily="18" charset="0"/>
                              <a:ea typeface="Lato" charset="0"/>
                              <a:cs typeface="Lato" charset="0"/>
                            </a:rPr>
                            <m:t>1</m:t>
                          </m:r>
                        </m:sub>
                      </m:sSub>
                      <m:d>
                        <m:dPr>
                          <m:ctrlPr>
                            <a:rPr kumimoji="0" lang="en-US" sz="2400" b="0" i="1" u="none" strike="noStrike" kern="1200" cap="none" spc="0" normalizeH="0" baseline="0" noProof="0" dirty="0" smtClean="0">
                              <a:ln>
                                <a:noFill/>
                              </a:ln>
                              <a:solidFill>
                                <a:schemeClr val="tx1"/>
                              </a:solidFill>
                              <a:effectLst/>
                              <a:uLnTx/>
                              <a:uFillTx/>
                              <a:latin typeface="Cambria Math" panose="02040503050406030204" pitchFamily="18" charset="0"/>
                              <a:ea typeface="Lato" charset="0"/>
                              <a:cs typeface="Lato" charset="0"/>
                            </a:rPr>
                          </m:ctrlPr>
                        </m:dPr>
                        <m:e>
                          <m:r>
                            <a:rPr kumimoji="0" lang="en-US" sz="2400" b="0" i="1" u="none" strike="noStrike" kern="1200" cap="none" spc="0" normalizeH="0" baseline="0" noProof="0" dirty="0" smtClean="0">
                              <a:ln>
                                <a:noFill/>
                              </a:ln>
                              <a:solidFill>
                                <a:schemeClr val="tx1"/>
                              </a:solidFill>
                              <a:effectLst/>
                              <a:uLnTx/>
                              <a:uFillTx/>
                              <a:latin typeface="Cambria Math" panose="02040503050406030204" pitchFamily="18" charset="0"/>
                              <a:ea typeface="Lato" charset="0"/>
                              <a:cs typeface="Lato" charset="0"/>
                            </a:rPr>
                            <m:t>𝜏</m:t>
                          </m:r>
                        </m:e>
                      </m:d>
                      <m:r>
                        <a:rPr kumimoji="0" lang="en-US" sz="2400" b="0" i="1" u="none" strike="noStrike" kern="1200" cap="none" spc="0" normalizeH="0" baseline="0" noProof="0" dirty="0" smtClean="0">
                          <a:ln>
                            <a:noFill/>
                          </a:ln>
                          <a:solidFill>
                            <a:schemeClr val="tx1"/>
                          </a:solidFill>
                          <a:effectLst/>
                          <a:uLnTx/>
                          <a:uFillTx/>
                          <a:latin typeface="Cambria Math" panose="02040503050406030204" pitchFamily="18" charset="0"/>
                          <a:ea typeface="Lato" charset="0"/>
                          <a:cs typeface="Lato" charset="0"/>
                        </a:rPr>
                        <m:t>=</m:t>
                      </m:r>
                      <m:sSup>
                        <m:sSupPr>
                          <m:ctrlPr>
                            <a:rPr kumimoji="0" lang="en-US" sz="2400" b="0" i="1" u="none" strike="noStrike" kern="1200" cap="none" spc="0" normalizeH="0" baseline="0" noProof="0" dirty="0" smtClean="0">
                              <a:ln>
                                <a:noFill/>
                              </a:ln>
                              <a:solidFill>
                                <a:schemeClr val="tx1"/>
                              </a:solidFill>
                              <a:effectLst/>
                              <a:uLnTx/>
                              <a:uFillTx/>
                              <a:latin typeface="Cambria Math" panose="02040503050406030204" pitchFamily="18" charset="0"/>
                              <a:ea typeface="Lato" charset="0"/>
                              <a:cs typeface="Lato" charset="0"/>
                            </a:rPr>
                          </m:ctrlPr>
                        </m:sSupPr>
                        <m:e>
                          <m:r>
                            <a:rPr kumimoji="0" lang="en-US" sz="2400" b="0" i="1" u="none" strike="noStrike" kern="1200" cap="none" spc="0" normalizeH="0" baseline="0" noProof="0" dirty="0" smtClean="0">
                              <a:ln>
                                <a:noFill/>
                              </a:ln>
                              <a:solidFill>
                                <a:schemeClr val="tx1"/>
                              </a:solidFill>
                              <a:effectLst/>
                              <a:uLnTx/>
                              <a:uFillTx/>
                              <a:latin typeface="Cambria Math" panose="02040503050406030204" pitchFamily="18" charset="0"/>
                              <a:ea typeface="Lato" charset="0"/>
                              <a:cs typeface="Lato" charset="0"/>
                            </a:rPr>
                            <m:t>𝑒</m:t>
                          </m:r>
                        </m:e>
                        <m:sup>
                          <m:r>
                            <a:rPr kumimoji="0" lang="en-US" sz="2400" b="0" i="1" u="none" strike="noStrike" kern="1200" cap="none" spc="0" normalizeH="0" baseline="0" noProof="0" dirty="0" smtClean="0">
                              <a:ln>
                                <a:noFill/>
                              </a:ln>
                              <a:solidFill>
                                <a:schemeClr val="tx1"/>
                              </a:solidFill>
                              <a:effectLst/>
                              <a:uLnTx/>
                              <a:uFillTx/>
                              <a:latin typeface="Cambria Math" panose="02040503050406030204" pitchFamily="18" charset="0"/>
                              <a:ea typeface="Lato" charset="0"/>
                              <a:cs typeface="Lato" charset="0"/>
                            </a:rPr>
                            <m:t>−</m:t>
                          </m:r>
                          <m:f>
                            <m:fPr>
                              <m:ctrlPr>
                                <a:rPr kumimoji="0" lang="en-US" sz="2400" b="0" i="1" u="none" strike="noStrike" kern="1200" cap="none" spc="0" normalizeH="0" baseline="0" noProof="0" dirty="0" smtClean="0">
                                  <a:ln>
                                    <a:noFill/>
                                  </a:ln>
                                  <a:solidFill>
                                    <a:schemeClr val="tx1"/>
                                  </a:solidFill>
                                  <a:effectLst/>
                                  <a:uLnTx/>
                                  <a:uFillTx/>
                                  <a:latin typeface="Cambria Math" panose="02040503050406030204" pitchFamily="18" charset="0"/>
                                  <a:ea typeface="Lato" charset="0"/>
                                  <a:cs typeface="Lato" charset="0"/>
                                </a:rPr>
                              </m:ctrlPr>
                            </m:fPr>
                            <m:num>
                              <m:r>
                                <a:rPr kumimoji="0" lang="en-US" sz="2400" b="0" i="1" u="none" strike="noStrike" kern="1200" cap="none" spc="0" normalizeH="0" baseline="0" noProof="0" dirty="0" smtClean="0">
                                  <a:ln>
                                    <a:noFill/>
                                  </a:ln>
                                  <a:solidFill>
                                    <a:schemeClr val="tx1"/>
                                  </a:solidFill>
                                  <a:effectLst/>
                                  <a:uLnTx/>
                                  <a:uFillTx/>
                                  <a:latin typeface="Cambria Math" panose="02040503050406030204" pitchFamily="18" charset="0"/>
                                  <a:ea typeface="Lato" charset="0"/>
                                  <a:cs typeface="Lato" charset="0"/>
                                </a:rPr>
                                <m:t>𝜏</m:t>
                              </m:r>
                            </m:num>
                            <m:den>
                              <m:sSub>
                                <m:sSubPr>
                                  <m:ctrlPr>
                                    <a:rPr kumimoji="0" lang="en-US" sz="2400" b="0" i="1" u="none" strike="noStrike" kern="1200" cap="none" spc="0" normalizeH="0" baseline="0" noProof="0" dirty="0" smtClean="0">
                                      <a:ln>
                                        <a:noFill/>
                                      </a:ln>
                                      <a:solidFill>
                                        <a:schemeClr val="tx1"/>
                                      </a:solidFill>
                                      <a:effectLst/>
                                      <a:uLnTx/>
                                      <a:uFillTx/>
                                      <a:latin typeface="Cambria Math" panose="02040503050406030204" pitchFamily="18" charset="0"/>
                                      <a:ea typeface="Lato" charset="0"/>
                                      <a:cs typeface="Lato" charset="0"/>
                                    </a:rPr>
                                  </m:ctrlPr>
                                </m:sSubPr>
                                <m:e>
                                  <m:r>
                                    <a:rPr kumimoji="0" lang="en-US" sz="2400" b="0" i="1" u="none" strike="noStrike" kern="1200" cap="none" spc="0" normalizeH="0" baseline="0" noProof="0" dirty="0" smtClean="0">
                                      <a:ln>
                                        <a:noFill/>
                                      </a:ln>
                                      <a:solidFill>
                                        <a:schemeClr val="tx1"/>
                                      </a:solidFill>
                                      <a:effectLst/>
                                      <a:uLnTx/>
                                      <a:uFillTx/>
                                      <a:latin typeface="Cambria Math" panose="02040503050406030204" pitchFamily="18" charset="0"/>
                                      <a:ea typeface="Lato" charset="0"/>
                                      <a:cs typeface="Lato" charset="0"/>
                                    </a:rPr>
                                    <m:t>𝜏</m:t>
                                  </m:r>
                                </m:e>
                                <m:sub>
                                  <m:r>
                                    <a:rPr kumimoji="0" lang="en-US" sz="2400" b="0" i="1" u="none" strike="noStrike" kern="1200" cap="none" spc="0" normalizeH="0" baseline="0" noProof="0" dirty="0" smtClean="0">
                                      <a:ln>
                                        <a:noFill/>
                                      </a:ln>
                                      <a:solidFill>
                                        <a:schemeClr val="tx1"/>
                                      </a:solidFill>
                                      <a:effectLst/>
                                      <a:uLnTx/>
                                      <a:uFillTx/>
                                      <a:latin typeface="Cambria Math" panose="02040503050406030204" pitchFamily="18" charset="0"/>
                                      <a:ea typeface="Lato" charset="0"/>
                                      <a:cs typeface="Lato" charset="0"/>
                                    </a:rPr>
                                    <m:t>𝑐</m:t>
                                  </m:r>
                                </m:sub>
                              </m:sSub>
                            </m:den>
                          </m:f>
                        </m:sup>
                      </m:sSup>
                    </m:oMath>
                  </m:oMathPara>
                </a14:m>
                <a:endParaRPr lang="en-US" sz="2400" dirty="0">
                  <a:solidFill>
                    <a:schemeClr val="tx1"/>
                  </a:solidFill>
                </a:endParaRPr>
              </a:p>
            </p:txBody>
          </p:sp>
        </mc:Choice>
        <mc:Fallback xmlns="">
          <p:sp>
            <p:nvSpPr>
              <p:cNvPr id="15" name="TextBox 14">
                <a:extLst>
                  <a:ext uri="{FF2B5EF4-FFF2-40B4-BE49-F238E27FC236}">
                    <a16:creationId xmlns:a16="http://schemas.microsoft.com/office/drawing/2014/main" id="{8E4343C9-5956-3CBB-0F2D-F8D387316F02}"/>
                  </a:ext>
                </a:extLst>
              </p:cNvPr>
              <p:cNvSpPr txBox="1">
                <a:spLocks noRot="1" noChangeAspect="1" noMove="1" noResize="1" noEditPoints="1" noAdjustHandles="1" noChangeArrowheads="1" noChangeShapeType="1" noTextEdit="1"/>
              </p:cNvSpPr>
              <p:nvPr/>
            </p:nvSpPr>
            <p:spPr>
              <a:xfrm>
                <a:off x="3554314" y="1935641"/>
                <a:ext cx="2390460" cy="643446"/>
              </a:xfrm>
              <a:prstGeom prst="rect">
                <a:avLst/>
              </a:prstGeom>
              <a:blipFill>
                <a:blip r:embed="rId9"/>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628744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60"/>
                                        </p:tgtEl>
                                        <p:attrNameLst>
                                          <p:attrName>style.visibility</p:attrName>
                                        </p:attrNameLst>
                                      </p:cBhvr>
                                      <p:to>
                                        <p:strVal val="visible"/>
                                      </p:to>
                                    </p:set>
                                    <p:anim calcmode="lin" valueType="num">
                                      <p:cBhvr additive="base">
                                        <p:cTn id="37" dur="500" fill="hold"/>
                                        <p:tgtEl>
                                          <p:spTgt spid="60"/>
                                        </p:tgtEl>
                                        <p:attrNameLst>
                                          <p:attrName>ppt_x</p:attrName>
                                        </p:attrNameLst>
                                      </p:cBhvr>
                                      <p:tavLst>
                                        <p:tav tm="0">
                                          <p:val>
                                            <p:strVal val="#ppt_x"/>
                                          </p:val>
                                        </p:tav>
                                        <p:tav tm="100000">
                                          <p:val>
                                            <p:strVal val="#ppt_x"/>
                                          </p:val>
                                        </p:tav>
                                      </p:tavLst>
                                    </p:anim>
                                    <p:anim calcmode="lin" valueType="num">
                                      <p:cBhvr additive="base">
                                        <p:cTn id="38" dur="500" fill="hold"/>
                                        <p:tgtEl>
                                          <p:spTgt spid="6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p:bldP spid="60" grpId="0" animBg="1"/>
      <p:bldP spid="4" grpId="0"/>
      <p:bldP spid="6" grpId="0"/>
      <p:bldP spid="8" grpId="0"/>
      <p:bldP spid="10" grpId="0"/>
      <p:bldP spid="11" grpId="0"/>
      <p:bldP spid="13"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B0A95BE-C0CF-2AFA-F527-90AF2EDDE625}"/>
            </a:ext>
          </a:extLst>
        </p:cNvPr>
        <p:cNvGrpSpPr/>
        <p:nvPr/>
      </p:nvGrpSpPr>
      <p:grpSpPr>
        <a:xfrm>
          <a:off x="0" y="0"/>
          <a:ext cx="0" cy="0"/>
          <a:chOff x="0" y="0"/>
          <a:chExt cx="0" cy="0"/>
        </a:xfrm>
      </p:grpSpPr>
      <p:sp>
        <p:nvSpPr>
          <p:cNvPr id="4" name="כותרת 1">
            <a:extLst>
              <a:ext uri="{FF2B5EF4-FFF2-40B4-BE49-F238E27FC236}">
                <a16:creationId xmlns:a16="http://schemas.microsoft.com/office/drawing/2014/main" id="{57E189F1-4C58-2B83-736D-C025CA1411C5}"/>
              </a:ext>
            </a:extLst>
          </p:cNvPr>
          <p:cNvSpPr>
            <a:spLocks noGrp="1"/>
          </p:cNvSpPr>
          <p:nvPr>
            <p:ph type="title"/>
          </p:nvPr>
        </p:nvSpPr>
        <p:spPr>
          <a:xfrm>
            <a:off x="237279" y="1194747"/>
            <a:ext cx="3686175" cy="1448982"/>
          </a:xfrm>
        </p:spPr>
        <p:txBody>
          <a:bodyPr>
            <a:normAutofit fontScale="90000"/>
          </a:bodyPr>
          <a:lstStyle/>
          <a:p>
            <a:r>
              <a:rPr lang="en-US" dirty="0"/>
              <a:t>Pathlength Selective Interferometric SCOS (PaLS-iSCOS)– Introducing Time and Coherence Gating</a:t>
            </a:r>
            <a:endParaRPr lang="he-IL" dirty="0"/>
          </a:p>
        </p:txBody>
      </p:sp>
      <p:sp>
        <p:nvSpPr>
          <p:cNvPr id="17" name="מציין מיקום של מספר שקופית 16">
            <a:extLst>
              <a:ext uri="{FF2B5EF4-FFF2-40B4-BE49-F238E27FC236}">
                <a16:creationId xmlns:a16="http://schemas.microsoft.com/office/drawing/2014/main" id="{A704A686-A2E7-846C-78B5-B12F06FD7576}"/>
              </a:ext>
            </a:extLst>
          </p:cNvPr>
          <p:cNvSpPr>
            <a:spLocks noGrp="1"/>
          </p:cNvSpPr>
          <p:nvPr>
            <p:ph type="sldNum" sz="quarter" idx="12"/>
          </p:nvPr>
        </p:nvSpPr>
        <p:spPr/>
        <p:txBody>
          <a:bodyPr/>
          <a:lstStyle/>
          <a:p>
            <a:fld id="{2D11AD2F-9457-44B3-A1A5-67FB697FC1E5}" type="slidenum">
              <a:rPr lang="en-US" smtClean="0"/>
              <a:t>9</a:t>
            </a:fld>
            <a:endParaRPr lang="en-US"/>
          </a:p>
        </p:txBody>
      </p:sp>
      <p:pic>
        <p:nvPicPr>
          <p:cNvPr id="9" name="תמונה 8">
            <a:extLst>
              <a:ext uri="{FF2B5EF4-FFF2-40B4-BE49-F238E27FC236}">
                <a16:creationId xmlns:a16="http://schemas.microsoft.com/office/drawing/2014/main" id="{71BB0F99-80F1-09D3-03B3-06603A3ABB21}"/>
              </a:ext>
            </a:extLst>
          </p:cNvPr>
          <p:cNvPicPr>
            <a:picLocks noChangeAspect="1"/>
          </p:cNvPicPr>
          <p:nvPr/>
        </p:nvPicPr>
        <p:blipFill>
          <a:blip r:embed="rId2">
            <a:extLst>
              <a:ext uri="{28A0092B-C50C-407E-A947-70E740481C1C}">
                <a14:useLocalDpi xmlns:a14="http://schemas.microsoft.com/office/drawing/2010/main" val="0"/>
              </a:ext>
            </a:extLst>
          </a:blip>
          <a:srcRect b="6256"/>
          <a:stretch>
            <a:fillRect/>
          </a:stretch>
        </p:blipFill>
        <p:spPr>
          <a:xfrm>
            <a:off x="5051855" y="2070555"/>
            <a:ext cx="5708523" cy="2986077"/>
          </a:xfrm>
          <a:prstGeom prst="rect">
            <a:avLst/>
          </a:prstGeom>
        </p:spPr>
      </p:pic>
      <p:sp>
        <p:nvSpPr>
          <p:cNvPr id="10" name="תיבת טקסט 9">
            <a:extLst>
              <a:ext uri="{FF2B5EF4-FFF2-40B4-BE49-F238E27FC236}">
                <a16:creationId xmlns:a16="http://schemas.microsoft.com/office/drawing/2014/main" id="{15491509-03E0-8DDD-E310-DC40163B9E15}"/>
              </a:ext>
            </a:extLst>
          </p:cNvPr>
          <p:cNvSpPr txBox="1"/>
          <p:nvPr/>
        </p:nvSpPr>
        <p:spPr>
          <a:xfrm>
            <a:off x="237279" y="2793666"/>
            <a:ext cx="3419856" cy="3477875"/>
          </a:xfrm>
          <a:prstGeom prst="rect">
            <a:avLst/>
          </a:prstGeom>
          <a:noFill/>
        </p:spPr>
        <p:txBody>
          <a:bodyPr wrap="square" rtlCol="1">
            <a:spAutoFit/>
          </a:bodyPr>
          <a:lstStyle/>
          <a:p>
            <a:pPr marL="342900" indent="-342900">
              <a:buClr>
                <a:schemeClr val="bg1"/>
              </a:buClr>
              <a:buFont typeface="Wingdings" panose="05000000000000000000" pitchFamily="2" charset="2"/>
              <a:buChar char="Ø"/>
            </a:pPr>
            <a:r>
              <a:rPr lang="en-US" sz="2200" dirty="0">
                <a:solidFill>
                  <a:schemeClr val="bg1"/>
                </a:solidFill>
              </a:rPr>
              <a:t> A coherent Gaussian pulse is split</a:t>
            </a:r>
          </a:p>
          <a:p>
            <a:pPr marL="342900" indent="-342900">
              <a:buClr>
                <a:schemeClr val="bg1"/>
              </a:buClr>
              <a:buFont typeface="Wingdings" panose="05000000000000000000" pitchFamily="2" charset="2"/>
              <a:buChar char="Ø"/>
            </a:pPr>
            <a:r>
              <a:rPr lang="en-US" sz="2200" dirty="0">
                <a:solidFill>
                  <a:schemeClr val="bg1"/>
                </a:solidFill>
              </a:rPr>
              <a:t>Sample widens the photon arrival time</a:t>
            </a:r>
          </a:p>
          <a:p>
            <a:pPr marL="342900" indent="-342900">
              <a:buClr>
                <a:schemeClr val="bg1"/>
              </a:buClr>
              <a:buFont typeface="Wingdings" panose="05000000000000000000" pitchFamily="2" charset="2"/>
              <a:buChar char="Ø"/>
            </a:pPr>
            <a:r>
              <a:rPr lang="en-US" sz="2200" dirty="0">
                <a:solidFill>
                  <a:schemeClr val="bg1"/>
                </a:solidFill>
              </a:rPr>
              <a:t>Delayed reference amplifies late-arriving photons</a:t>
            </a:r>
          </a:p>
          <a:p>
            <a:pPr marL="342900" indent="-342900">
              <a:buClr>
                <a:schemeClr val="bg1"/>
              </a:buClr>
              <a:buFont typeface="Wingdings" panose="05000000000000000000" pitchFamily="2" charset="2"/>
              <a:buChar char="Ø"/>
            </a:pPr>
            <a:r>
              <a:rPr lang="en-US" sz="2200" dirty="0">
                <a:solidFill>
                  <a:schemeClr val="bg1"/>
                </a:solidFill>
              </a:rPr>
              <a:t> A gated sensor can help filter early arriving photons</a:t>
            </a:r>
          </a:p>
        </p:txBody>
      </p:sp>
      <p:sp>
        <p:nvSpPr>
          <p:cNvPr id="11" name="צורה חופשית: צורה 10">
            <a:extLst>
              <a:ext uri="{FF2B5EF4-FFF2-40B4-BE49-F238E27FC236}">
                <a16:creationId xmlns:a16="http://schemas.microsoft.com/office/drawing/2014/main" id="{31E4FB13-5B74-F7BE-600F-1CBF185C768A}"/>
              </a:ext>
            </a:extLst>
          </p:cNvPr>
          <p:cNvSpPr/>
          <p:nvPr/>
        </p:nvSpPr>
        <p:spPr>
          <a:xfrm>
            <a:off x="5699998" y="1893838"/>
            <a:ext cx="400050" cy="670713"/>
          </a:xfrm>
          <a:custGeom>
            <a:avLst/>
            <a:gdLst>
              <a:gd name="csX0" fmla="*/ 0 w 400050"/>
              <a:gd name="csY0" fmla="*/ 657602 h 670713"/>
              <a:gd name="csX1" fmla="*/ 126206 w 400050"/>
              <a:gd name="csY1" fmla="*/ 448052 h 670713"/>
              <a:gd name="csX2" fmla="*/ 211931 w 400050"/>
              <a:gd name="csY2" fmla="*/ 377 h 670713"/>
              <a:gd name="csX3" fmla="*/ 285750 w 400050"/>
              <a:gd name="csY3" fmla="*/ 529014 h 670713"/>
              <a:gd name="csX4" fmla="*/ 400050 w 400050"/>
              <a:gd name="csY4" fmla="*/ 662364 h 670713"/>
            </a:gdLst>
            <a:ahLst/>
            <a:cxnLst>
              <a:cxn ang="0">
                <a:pos x="csX0" y="csY0"/>
              </a:cxn>
              <a:cxn ang="0">
                <a:pos x="csX1" y="csY1"/>
              </a:cxn>
              <a:cxn ang="0">
                <a:pos x="csX2" y="csY2"/>
              </a:cxn>
              <a:cxn ang="0">
                <a:pos x="csX3" y="csY3"/>
              </a:cxn>
              <a:cxn ang="0">
                <a:pos x="csX4" y="csY4"/>
              </a:cxn>
            </a:cxnLst>
            <a:rect l="l" t="t" r="r" b="b"/>
            <a:pathLst>
              <a:path w="400050" h="670713">
                <a:moveTo>
                  <a:pt x="0" y="657602"/>
                </a:moveTo>
                <a:cubicBezTo>
                  <a:pt x="45442" y="607595"/>
                  <a:pt x="90884" y="557589"/>
                  <a:pt x="126206" y="448052"/>
                </a:cubicBezTo>
                <a:cubicBezTo>
                  <a:pt x="161528" y="338514"/>
                  <a:pt x="185340" y="-13117"/>
                  <a:pt x="211931" y="377"/>
                </a:cubicBezTo>
                <a:cubicBezTo>
                  <a:pt x="238522" y="13871"/>
                  <a:pt x="254397" y="418683"/>
                  <a:pt x="285750" y="529014"/>
                </a:cubicBezTo>
                <a:cubicBezTo>
                  <a:pt x="317103" y="639345"/>
                  <a:pt x="381000" y="692527"/>
                  <a:pt x="400050" y="662364"/>
                </a:cubicBezTo>
              </a:path>
            </a:pathLst>
          </a:cu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צורה חופשית: צורה 11">
            <a:extLst>
              <a:ext uri="{FF2B5EF4-FFF2-40B4-BE49-F238E27FC236}">
                <a16:creationId xmlns:a16="http://schemas.microsoft.com/office/drawing/2014/main" id="{613DB53E-9F77-56CA-81AF-579F7E2345A5}"/>
              </a:ext>
            </a:extLst>
          </p:cNvPr>
          <p:cNvSpPr/>
          <p:nvPr/>
        </p:nvSpPr>
        <p:spPr>
          <a:xfrm>
            <a:off x="5699998" y="1919238"/>
            <a:ext cx="400050" cy="670713"/>
          </a:xfrm>
          <a:custGeom>
            <a:avLst/>
            <a:gdLst>
              <a:gd name="csX0" fmla="*/ 0 w 400050"/>
              <a:gd name="csY0" fmla="*/ 657602 h 670713"/>
              <a:gd name="csX1" fmla="*/ 126206 w 400050"/>
              <a:gd name="csY1" fmla="*/ 448052 h 670713"/>
              <a:gd name="csX2" fmla="*/ 211931 w 400050"/>
              <a:gd name="csY2" fmla="*/ 377 h 670713"/>
              <a:gd name="csX3" fmla="*/ 285750 w 400050"/>
              <a:gd name="csY3" fmla="*/ 529014 h 670713"/>
              <a:gd name="csX4" fmla="*/ 400050 w 400050"/>
              <a:gd name="csY4" fmla="*/ 662364 h 670713"/>
            </a:gdLst>
            <a:ahLst/>
            <a:cxnLst>
              <a:cxn ang="0">
                <a:pos x="csX0" y="csY0"/>
              </a:cxn>
              <a:cxn ang="0">
                <a:pos x="csX1" y="csY1"/>
              </a:cxn>
              <a:cxn ang="0">
                <a:pos x="csX2" y="csY2"/>
              </a:cxn>
              <a:cxn ang="0">
                <a:pos x="csX3" y="csY3"/>
              </a:cxn>
              <a:cxn ang="0">
                <a:pos x="csX4" y="csY4"/>
              </a:cxn>
            </a:cxnLst>
            <a:rect l="l" t="t" r="r" b="b"/>
            <a:pathLst>
              <a:path w="400050" h="670713">
                <a:moveTo>
                  <a:pt x="0" y="657602"/>
                </a:moveTo>
                <a:cubicBezTo>
                  <a:pt x="45442" y="607595"/>
                  <a:pt x="90884" y="557589"/>
                  <a:pt x="126206" y="448052"/>
                </a:cubicBezTo>
                <a:cubicBezTo>
                  <a:pt x="161528" y="338514"/>
                  <a:pt x="185340" y="-13117"/>
                  <a:pt x="211931" y="377"/>
                </a:cubicBezTo>
                <a:cubicBezTo>
                  <a:pt x="238522" y="13871"/>
                  <a:pt x="254397" y="418683"/>
                  <a:pt x="285750" y="529014"/>
                </a:cubicBezTo>
                <a:cubicBezTo>
                  <a:pt x="317103" y="639345"/>
                  <a:pt x="381000" y="692527"/>
                  <a:pt x="400050" y="662364"/>
                </a:cubicBezTo>
              </a:path>
            </a:pathLst>
          </a:cu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3" name="Picture 2">
            <a:extLst>
              <a:ext uri="{FF2B5EF4-FFF2-40B4-BE49-F238E27FC236}">
                <a16:creationId xmlns:a16="http://schemas.microsoft.com/office/drawing/2014/main" id="{A83F8909-ADFE-5B63-986D-8FF16B01860D}"/>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8907" b="89980" l="6230" r="95820">
                        <a14:foregroundMark x1="29265" y1="70270" x2="28852" y2="73279"/>
                        <a14:foregroundMark x1="32384" y1="47523" x2="32169" y2="49089"/>
                        <a14:foregroundMark x1="35000" y1="28441" x2="32384" y2="47522"/>
                        <a14:foregroundMark x1="28852" y1="73279" x2="70984" y2="75000"/>
                        <a14:foregroundMark x1="70984" y1="75000" x2="57951" y2="72065"/>
                        <a14:foregroundMark x1="27951" y1="76316" x2="72951" y2="75709"/>
                        <a14:foregroundMark x1="72951" y1="75709" x2="95820" y2="87652"/>
                        <a14:foregroundMark x1="30410" y1="74494" x2="36475" y2="75709"/>
                        <a14:foregroundMark x1="25492" y1="73279" x2="12787" y2="84109"/>
                        <a14:foregroundMark x1="27951" y1="72368" x2="6230" y2="86437"/>
                        <a14:foregroundMark x1="43525" y1="14069" x2="44016" y2="11032"/>
                        <a14:foregroundMark x1="53361" y1="10121" x2="41148" y2="8907"/>
                        <a14:foregroundMark x1="53607" y1="10121" x2="46967" y2="9818"/>
                        <a14:foregroundMark x1="43033" y1="9818" x2="61885" y2="16700"/>
                        <a14:backgroundMark x1="31803" y1="61336" x2="31803" y2="61336"/>
                        <a14:backgroundMark x1="30410" y1="56579" x2="34754" y2="60729"/>
                        <a14:backgroundMark x1="29426" y1="56579" x2="31311" y2="66397"/>
                        <a14:backgroundMark x1="28689" y1="50506" x2="33525" y2="57996"/>
                        <a14:backgroundMark x1="29918" y1="50304" x2="32541" y2="53239"/>
                        <a14:backgroundMark x1="33033" y1="63462" x2="27459" y2="70040"/>
                        <a14:backgroundMark x1="30410" y1="67915" x2="26967" y2="69737"/>
                        <a14:backgroundMark x1="31066" y1="49089" x2="31066" y2="49089"/>
                        <a14:backgroundMark x1="32295" y1="50304" x2="31066" y2="49089"/>
                        <a14:backgroundMark x1="31803" y1="49696" x2="32541" y2="48178"/>
                        <a14:backgroundMark x1="30410" y1="50304" x2="31803" y2="49089"/>
                      </a14:backgroundRemoval>
                    </a14:imgEffect>
                  </a14:imgLayer>
                </a14:imgProps>
              </a:ext>
              <a:ext uri="{28A0092B-C50C-407E-A947-70E740481C1C}">
                <a14:useLocalDpi xmlns:a14="http://schemas.microsoft.com/office/drawing/2010/main" val="0"/>
              </a:ext>
            </a:extLst>
          </a:blip>
          <a:srcRect/>
          <a:stretch>
            <a:fillRect/>
          </a:stretch>
        </p:blipFill>
        <p:spPr bwMode="auto">
          <a:xfrm>
            <a:off x="7319732" y="2070555"/>
            <a:ext cx="1299926" cy="1060466"/>
          </a:xfrm>
          <a:prstGeom prst="rect">
            <a:avLst/>
          </a:prstGeom>
          <a:noFill/>
          <a:extLst>
            <a:ext uri="{909E8E84-426E-40DD-AFC4-6F175D3DCCD1}">
              <a14:hiddenFill xmlns:a14="http://schemas.microsoft.com/office/drawing/2010/main">
                <a:solidFill>
                  <a:srgbClr val="FFFFFF"/>
                </a:solidFill>
              </a14:hiddenFill>
            </a:ext>
          </a:extLst>
        </p:spPr>
      </p:pic>
      <p:sp>
        <p:nvSpPr>
          <p:cNvPr id="14" name="צורה חופשית: צורה 13">
            <a:extLst>
              <a:ext uri="{FF2B5EF4-FFF2-40B4-BE49-F238E27FC236}">
                <a16:creationId xmlns:a16="http://schemas.microsoft.com/office/drawing/2014/main" id="{AFC3488F-F259-5B1A-DE80-5982E14C966F}"/>
              </a:ext>
            </a:extLst>
          </p:cNvPr>
          <p:cNvSpPr/>
          <p:nvPr/>
        </p:nvSpPr>
        <p:spPr>
          <a:xfrm flipH="1">
            <a:off x="7650528" y="1726350"/>
            <a:ext cx="879475" cy="600385"/>
          </a:xfrm>
          <a:custGeom>
            <a:avLst/>
            <a:gdLst>
              <a:gd name="csX0" fmla="*/ 0 w 1428750"/>
              <a:gd name="csY0" fmla="*/ 600385 h 600385"/>
              <a:gd name="csX1" fmla="*/ 282575 w 1428750"/>
              <a:gd name="csY1" fmla="*/ 3485 h 600385"/>
              <a:gd name="csX2" fmla="*/ 603250 w 1428750"/>
              <a:gd name="csY2" fmla="*/ 365435 h 600385"/>
              <a:gd name="csX3" fmla="*/ 1428750 w 1428750"/>
              <a:gd name="csY3" fmla="*/ 600385 h 600385"/>
            </a:gdLst>
            <a:ahLst/>
            <a:cxnLst>
              <a:cxn ang="0">
                <a:pos x="csX0" y="csY0"/>
              </a:cxn>
              <a:cxn ang="0">
                <a:pos x="csX1" y="csY1"/>
              </a:cxn>
              <a:cxn ang="0">
                <a:pos x="csX2" y="csY2"/>
              </a:cxn>
              <a:cxn ang="0">
                <a:pos x="csX3" y="csY3"/>
              </a:cxn>
            </a:cxnLst>
            <a:rect l="l" t="t" r="r" b="b"/>
            <a:pathLst>
              <a:path w="1428750" h="600385">
                <a:moveTo>
                  <a:pt x="0" y="600385"/>
                </a:moveTo>
                <a:cubicBezTo>
                  <a:pt x="91016" y="321514"/>
                  <a:pt x="182033" y="42643"/>
                  <a:pt x="282575" y="3485"/>
                </a:cubicBezTo>
                <a:cubicBezTo>
                  <a:pt x="383117" y="-35673"/>
                  <a:pt x="412221" y="265952"/>
                  <a:pt x="603250" y="365435"/>
                </a:cubicBezTo>
                <a:cubicBezTo>
                  <a:pt x="794279" y="464918"/>
                  <a:pt x="1328738" y="587685"/>
                  <a:pt x="1428750" y="600385"/>
                </a:cubicBezTo>
              </a:path>
            </a:pathLst>
          </a:cu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5" name="תיבת טקסט 14">
            <a:extLst>
              <a:ext uri="{FF2B5EF4-FFF2-40B4-BE49-F238E27FC236}">
                <a16:creationId xmlns:a16="http://schemas.microsoft.com/office/drawing/2014/main" id="{D44CE3A0-A75D-6389-6F56-8C66F8228D78}"/>
              </a:ext>
            </a:extLst>
          </p:cNvPr>
          <p:cNvSpPr txBox="1"/>
          <p:nvPr/>
        </p:nvSpPr>
        <p:spPr>
          <a:xfrm>
            <a:off x="6819182" y="4125637"/>
            <a:ext cx="1800476" cy="338554"/>
          </a:xfrm>
          <a:prstGeom prst="rect">
            <a:avLst/>
          </a:prstGeom>
          <a:noFill/>
        </p:spPr>
        <p:txBody>
          <a:bodyPr wrap="square" rtlCol="1">
            <a:spAutoFit/>
          </a:bodyPr>
          <a:lstStyle/>
          <a:p>
            <a:r>
              <a:rPr lang="en-US" sz="1600" dirty="0"/>
              <a:t>Reference</a:t>
            </a:r>
            <a:endParaRPr lang="he-IL" sz="1600" dirty="0"/>
          </a:p>
        </p:txBody>
      </p:sp>
      <p:sp>
        <p:nvSpPr>
          <p:cNvPr id="16" name="תיבת טקסט 15">
            <a:extLst>
              <a:ext uri="{FF2B5EF4-FFF2-40B4-BE49-F238E27FC236}">
                <a16:creationId xmlns:a16="http://schemas.microsoft.com/office/drawing/2014/main" id="{3637983F-0602-BB92-B014-FA4FD488A2D2}"/>
              </a:ext>
            </a:extLst>
          </p:cNvPr>
          <p:cNvSpPr txBox="1"/>
          <p:nvPr/>
        </p:nvSpPr>
        <p:spPr>
          <a:xfrm>
            <a:off x="9557344" y="3232621"/>
            <a:ext cx="1800476" cy="338554"/>
          </a:xfrm>
          <a:prstGeom prst="rect">
            <a:avLst/>
          </a:prstGeom>
          <a:noFill/>
        </p:spPr>
        <p:txBody>
          <a:bodyPr wrap="square" rtlCol="1">
            <a:spAutoFit/>
          </a:bodyPr>
          <a:lstStyle/>
          <a:p>
            <a:r>
              <a:rPr lang="en-US" sz="1600"/>
              <a:t>Sample</a:t>
            </a:r>
            <a:endParaRPr lang="he-IL" sz="1600"/>
          </a:p>
        </p:txBody>
      </p:sp>
      <p:sp>
        <p:nvSpPr>
          <p:cNvPr id="2" name="תיבת טקסט 9">
            <a:extLst>
              <a:ext uri="{FF2B5EF4-FFF2-40B4-BE49-F238E27FC236}">
                <a16:creationId xmlns:a16="http://schemas.microsoft.com/office/drawing/2014/main" id="{E965F8B2-C971-DE1C-D37F-1A31411E2623}"/>
              </a:ext>
            </a:extLst>
          </p:cNvPr>
          <p:cNvSpPr txBox="1"/>
          <p:nvPr/>
        </p:nvSpPr>
        <p:spPr>
          <a:xfrm>
            <a:off x="5557458" y="5786734"/>
            <a:ext cx="1838704" cy="923330"/>
          </a:xfrm>
          <a:prstGeom prst="rect">
            <a:avLst/>
          </a:prstGeom>
          <a:noFill/>
        </p:spPr>
        <p:txBody>
          <a:bodyPr wrap="square" rtlCol="1">
            <a:spAutoFit/>
          </a:bodyPr>
          <a:lstStyle/>
          <a:p>
            <a:pPr>
              <a:buClr>
                <a:schemeClr val="tx1"/>
              </a:buClr>
            </a:pPr>
            <a:r>
              <a:rPr lang="en-US"/>
              <a:t>Instrument Response Function (IRF)</a:t>
            </a:r>
          </a:p>
        </p:txBody>
      </p:sp>
      <p:sp>
        <p:nvSpPr>
          <p:cNvPr id="5" name="תיבת טקסט 9">
            <a:extLst>
              <a:ext uri="{FF2B5EF4-FFF2-40B4-BE49-F238E27FC236}">
                <a16:creationId xmlns:a16="http://schemas.microsoft.com/office/drawing/2014/main" id="{16C3A931-3DE8-8E4F-1597-3B7A7BC774D0}"/>
              </a:ext>
            </a:extLst>
          </p:cNvPr>
          <p:cNvSpPr txBox="1"/>
          <p:nvPr/>
        </p:nvSpPr>
        <p:spPr>
          <a:xfrm>
            <a:off x="8224458" y="5786734"/>
            <a:ext cx="1838704" cy="923330"/>
          </a:xfrm>
          <a:prstGeom prst="rect">
            <a:avLst/>
          </a:prstGeom>
          <a:noFill/>
        </p:spPr>
        <p:txBody>
          <a:bodyPr wrap="square" rtlCol="1">
            <a:spAutoFit/>
          </a:bodyPr>
          <a:lstStyle/>
          <a:p>
            <a:pPr>
              <a:buClr>
                <a:schemeClr val="tx1"/>
              </a:buClr>
            </a:pPr>
            <a:r>
              <a:rPr lang="en-US"/>
              <a:t>Temporal Point Spread Function (TPSF)</a:t>
            </a:r>
          </a:p>
        </p:txBody>
      </p:sp>
      <p:sp>
        <p:nvSpPr>
          <p:cNvPr id="3" name="תיבת טקסט 2">
            <a:extLst>
              <a:ext uri="{FF2B5EF4-FFF2-40B4-BE49-F238E27FC236}">
                <a16:creationId xmlns:a16="http://schemas.microsoft.com/office/drawing/2014/main" id="{E6150D88-54F0-4A04-1392-59EF11526F85}"/>
              </a:ext>
            </a:extLst>
          </p:cNvPr>
          <p:cNvSpPr txBox="1"/>
          <p:nvPr/>
        </p:nvSpPr>
        <p:spPr>
          <a:xfrm>
            <a:off x="7956094" y="4904612"/>
            <a:ext cx="1800476" cy="338554"/>
          </a:xfrm>
          <a:prstGeom prst="rect">
            <a:avLst/>
          </a:prstGeom>
          <a:noFill/>
        </p:spPr>
        <p:txBody>
          <a:bodyPr wrap="square" rtlCol="1">
            <a:spAutoFit/>
          </a:bodyPr>
          <a:lstStyle/>
          <a:p>
            <a:r>
              <a:rPr lang="en-US" sz="1600" dirty="0"/>
              <a:t>Changing distance</a:t>
            </a:r>
            <a:endParaRPr lang="he-IL" sz="1600" dirty="0"/>
          </a:p>
        </p:txBody>
      </p:sp>
      <p:pic>
        <p:nvPicPr>
          <p:cNvPr id="7" name="Picture 6" descr="Faculty of Engineering Bar-Ilan University">
            <a:extLst>
              <a:ext uri="{FF2B5EF4-FFF2-40B4-BE49-F238E27FC236}">
                <a16:creationId xmlns:a16="http://schemas.microsoft.com/office/drawing/2014/main" id="{E3CADA3C-1D5F-773A-3CB1-081721C03DDA}"/>
              </a:ext>
            </a:extLst>
          </p:cNvPr>
          <p:cNvPicPr/>
          <p:nvPr/>
        </p:nvPicPr>
        <p:blipFill>
          <a:blip r:embed="rId5">
            <a:extLst>
              <a:ext uri="{28A0092B-C50C-407E-A947-70E740481C1C}">
                <a14:useLocalDpi xmlns:a14="http://schemas.microsoft.com/office/drawing/2010/main" val="0"/>
              </a:ext>
            </a:extLst>
          </a:blip>
          <a:stretch>
            <a:fillRect/>
          </a:stretch>
        </p:blipFill>
        <p:spPr bwMode="auto">
          <a:xfrm>
            <a:off x="91074" y="6367558"/>
            <a:ext cx="2023476" cy="5513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0287084"/>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fill="hold" grpId="0" nodeType="clickEffect">
                                  <p:stCondLst>
                                    <p:cond delay="0"/>
                                  </p:stCondLst>
                                  <p:childTnLst>
                                    <p:animMotion origin="layout" path="M 0.00404 0.01157 L 0.00404 0.01181 C 0.01472 0.0125 0.02553 0.01435 0.03633 0.01435 C 0.04154 0.01435 0.04675 0.01366 0.05196 0.01157 C 0.0612 0.00741 0.04831 0.00787 0.05196 0.00787 C 0.0517 0.11736 0.05157 0.22685 0.05144 0.33657 L 0.33685 0.3412 " pathEditMode="relative" rAng="0" ptsTypes="AAAAAAA">
                                      <p:cBhvr>
                                        <p:cTn id="6" dur="4600" fill="hold"/>
                                        <p:tgtEl>
                                          <p:spTgt spid="11"/>
                                        </p:tgtEl>
                                        <p:attrNameLst>
                                          <p:attrName>ppt_x</p:attrName>
                                          <p:attrName>ppt_y</p:attrName>
                                        </p:attrNameLst>
                                      </p:cBhvr>
                                      <p:rCtr x="16641" y="16273"/>
                                    </p:animMotion>
                                  </p:childTnLst>
                                </p:cTn>
                              </p:par>
                              <p:par>
                                <p:cTn id="7" presetID="0" presetClass="path" presetSubtype="0" fill="hold" grpId="0" nodeType="withEffect">
                                  <p:stCondLst>
                                    <p:cond delay="0"/>
                                  </p:stCondLst>
                                  <p:childTnLst>
                                    <p:animMotion origin="layout" path="M 0.0043 0.00996 L 0.15678 0.00996 " pathEditMode="relative" rAng="0" ptsTypes="AA">
                                      <p:cBhvr>
                                        <p:cTn id="8" dur="1600" fill="hold"/>
                                        <p:tgtEl>
                                          <p:spTgt spid="12"/>
                                        </p:tgtEl>
                                        <p:attrNameLst>
                                          <p:attrName>ppt_x</p:attrName>
                                          <p:attrName>ppt_y</p:attrName>
                                        </p:attrNameLst>
                                      </p:cBhvr>
                                      <p:rCtr x="7617" y="0"/>
                                    </p:animMotion>
                                  </p:childTnLst>
                                </p:cTn>
                              </p:par>
                              <p:par>
                                <p:cTn id="9" presetID="1" presetClass="exit" presetSubtype="0" fill="hold" grpId="1" nodeType="withEffect">
                                  <p:stCondLst>
                                    <p:cond delay="1700"/>
                                  </p:stCondLst>
                                  <p:childTnLst>
                                    <p:set>
                                      <p:cBhvr>
                                        <p:cTn id="10" dur="1" fill="hold">
                                          <p:stCondLst>
                                            <p:cond delay="0"/>
                                          </p:stCondLst>
                                        </p:cTn>
                                        <p:tgtEl>
                                          <p:spTgt spid="12"/>
                                        </p:tgtEl>
                                        <p:attrNameLst>
                                          <p:attrName>style.visibility</p:attrName>
                                        </p:attrNameLst>
                                      </p:cBhvr>
                                      <p:to>
                                        <p:strVal val="hidden"/>
                                      </p:to>
                                    </p:set>
                                  </p:childTnLst>
                                </p:cTn>
                              </p:par>
                              <p:par>
                                <p:cTn id="11" presetID="1" presetClass="entr" presetSubtype="0" fill="hold" grpId="0" nodeType="withEffect">
                                  <p:stCondLst>
                                    <p:cond delay="1700"/>
                                  </p:stCondLst>
                                  <p:childTnLst>
                                    <p:set>
                                      <p:cBhvr>
                                        <p:cTn id="12" dur="1" fill="hold">
                                          <p:stCondLst>
                                            <p:cond delay="0"/>
                                          </p:stCondLst>
                                        </p:cTn>
                                        <p:tgtEl>
                                          <p:spTgt spid="14"/>
                                        </p:tgtEl>
                                        <p:attrNameLst>
                                          <p:attrName>style.visibility</p:attrName>
                                        </p:attrNameLst>
                                      </p:cBhvr>
                                      <p:to>
                                        <p:strVal val="visible"/>
                                      </p:to>
                                    </p:set>
                                  </p:childTnLst>
                                </p:cTn>
                              </p:par>
                              <p:par>
                                <p:cTn id="13" presetID="0" presetClass="path" presetSubtype="0" fill="hold" grpId="1" nodeType="withEffect">
                                  <p:stCondLst>
                                    <p:cond delay="1800"/>
                                  </p:stCondLst>
                                  <p:childTnLst>
                                    <p:animMotion origin="layout" path="M -0.03724 0.03287 L 0.1013 0.0338 C 0.10091 0.14514 0.10052 0.25648 0.10026 0.36806 L 0.18412 0.36898 " pathEditMode="relative" rAng="0" ptsTypes="AAAA">
                                      <p:cBhvr>
                                        <p:cTn id="14" dur="2700" fill="hold"/>
                                        <p:tgtEl>
                                          <p:spTgt spid="14"/>
                                        </p:tgtEl>
                                        <p:attrNameLst>
                                          <p:attrName>ppt_x</p:attrName>
                                          <p:attrName>ppt_y</p:attrName>
                                        </p:attrNameLst>
                                      </p:cBhvr>
                                      <p:rCtr x="11068" y="16806"/>
                                    </p:animMotion>
                                  </p:childTnLst>
                                </p:cTn>
                              </p:par>
                            </p:childTnLst>
                          </p:cTn>
                        </p:par>
                      </p:childTnLst>
                    </p:cTn>
                  </p:par>
                  <p:par>
                    <p:cTn id="15" fill="hold">
                      <p:stCondLst>
                        <p:cond delay="indefinite"/>
                      </p:stCondLst>
                      <p:childTnLst>
                        <p:par>
                          <p:cTn id="16" fill="hold">
                            <p:stCondLst>
                              <p:cond delay="0"/>
                            </p:stCondLst>
                            <p:childTnLst>
                              <p:par>
                                <p:cTn id="17" presetID="42" presetClass="path" presetSubtype="0" fill="hold" grpId="1" nodeType="clickEffect">
                                  <p:stCondLst>
                                    <p:cond delay="0"/>
                                  </p:stCondLst>
                                  <p:childTnLst>
                                    <p:animMotion origin="layout" path="M 0.33685 0.34213 L 0.01602 0.47106 " pathEditMode="relative" rAng="0" ptsTypes="AA">
                                      <p:cBhvr>
                                        <p:cTn id="18" dur="2000" fill="hold"/>
                                        <p:tgtEl>
                                          <p:spTgt spid="11"/>
                                        </p:tgtEl>
                                        <p:attrNameLst>
                                          <p:attrName>ppt_x</p:attrName>
                                          <p:attrName>ppt_y</p:attrName>
                                        </p:attrNameLst>
                                      </p:cBhvr>
                                      <p:rCtr x="-16042" y="6435"/>
                                    </p:animMotion>
                                  </p:childTnLst>
                                </p:cTn>
                              </p:par>
                              <p:par>
                                <p:cTn id="19" presetID="42" presetClass="path" presetSubtype="0" decel="10000" fill="hold" grpId="2" nodeType="withEffect">
                                  <p:stCondLst>
                                    <p:cond delay="0"/>
                                  </p:stCondLst>
                                  <p:childTnLst>
                                    <p:animMotion origin="layout" path="M 0.18203 0.36875 L 0.07435 0.50347 " pathEditMode="relative" rAng="0" ptsTypes="AA">
                                      <p:cBhvr>
                                        <p:cTn id="20" dur="2000" fill="hold"/>
                                        <p:tgtEl>
                                          <p:spTgt spid="14"/>
                                        </p:tgtEl>
                                        <p:attrNameLst>
                                          <p:attrName>ppt_x</p:attrName>
                                          <p:attrName>ppt_y</p:attrName>
                                        </p:attrNameLst>
                                      </p:cBhvr>
                                      <p:rCtr x="-5391" y="6736"/>
                                    </p:animMotion>
                                  </p:childTnLst>
                                </p:cTn>
                              </p:par>
                            </p:childTnLst>
                          </p:cTn>
                        </p:par>
                        <p:par>
                          <p:cTn id="21" fill="hold">
                            <p:stCondLst>
                              <p:cond delay="2000"/>
                            </p:stCondLst>
                            <p:childTnLst>
                              <p:par>
                                <p:cTn id="22" presetID="1" presetClass="entr" presetSubtype="0" fill="hold" grpId="0" nodeType="afterEffect">
                                  <p:stCondLst>
                                    <p:cond delay="0"/>
                                  </p:stCondLst>
                                  <p:childTnLst>
                                    <p:set>
                                      <p:cBhvr>
                                        <p:cTn id="23" dur="1" fill="hold">
                                          <p:stCondLst>
                                            <p:cond delay="0"/>
                                          </p:stCondLst>
                                        </p:cTn>
                                        <p:tgtEl>
                                          <p:spTgt spid="2"/>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12" grpId="0" animBg="1"/>
      <p:bldP spid="12" grpId="1" animBg="1"/>
      <p:bldP spid="14" grpId="0" animBg="1"/>
      <p:bldP spid="14" grpId="1" animBg="1"/>
      <p:bldP spid="14" grpId="2" animBg="1"/>
      <p:bldP spid="2" grpId="0"/>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8088333-9C0D-6C61-EEF5-8F9C54FE30E2}"/>
              </a:ext>
            </a:extLst>
          </p:cNvPr>
          <p:cNvSpPr>
            <a:spLocks noGrp="1"/>
          </p:cNvSpPr>
          <p:nvPr>
            <p:ph type="title"/>
          </p:nvPr>
        </p:nvSpPr>
        <p:spPr/>
        <p:txBody>
          <a:bodyPr/>
          <a:lstStyle/>
          <a:p>
            <a:pPr algn="just" rtl="0"/>
            <a:r>
              <a:rPr lang="en-US"/>
              <a:t>TPSF vs Reference IRF</a:t>
            </a:r>
            <a:endParaRPr lang="he-IL"/>
          </a:p>
        </p:txBody>
      </p:sp>
      <p:sp>
        <p:nvSpPr>
          <p:cNvPr id="3" name="מציין מיקום טקסט 2">
            <a:extLst>
              <a:ext uri="{FF2B5EF4-FFF2-40B4-BE49-F238E27FC236}">
                <a16:creationId xmlns:a16="http://schemas.microsoft.com/office/drawing/2014/main" id="{6E379D9B-9755-681C-8B45-A60C8D17C889}"/>
              </a:ext>
            </a:extLst>
          </p:cNvPr>
          <p:cNvSpPr>
            <a:spLocks noGrp="1"/>
          </p:cNvSpPr>
          <p:nvPr>
            <p:ph type="body" idx="1"/>
          </p:nvPr>
        </p:nvSpPr>
        <p:spPr/>
        <p:txBody>
          <a:bodyPr>
            <a:normAutofit/>
          </a:bodyPr>
          <a:lstStyle/>
          <a:p>
            <a:pPr algn="l" rtl="0"/>
            <a:r>
              <a:rPr lang="en-US" sz="2800"/>
              <a:t>IRF</a:t>
            </a:r>
            <a:endParaRPr lang="he-IL" sz="2800"/>
          </a:p>
        </p:txBody>
      </p:sp>
      <p:sp>
        <p:nvSpPr>
          <p:cNvPr id="4" name="מציין מיקום תוכן 3">
            <a:extLst>
              <a:ext uri="{FF2B5EF4-FFF2-40B4-BE49-F238E27FC236}">
                <a16:creationId xmlns:a16="http://schemas.microsoft.com/office/drawing/2014/main" id="{3830680D-40DB-C3B4-06E8-71149720175E}"/>
              </a:ext>
            </a:extLst>
          </p:cNvPr>
          <p:cNvSpPr>
            <a:spLocks noGrp="1"/>
          </p:cNvSpPr>
          <p:nvPr>
            <p:ph sz="half" idx="2"/>
          </p:nvPr>
        </p:nvSpPr>
        <p:spPr/>
        <p:txBody>
          <a:bodyPr>
            <a:normAutofit fontScale="92500"/>
          </a:bodyPr>
          <a:lstStyle/>
          <a:p>
            <a:pPr algn="l" rtl="0">
              <a:buFont typeface="Wingdings" panose="05000000000000000000" pitchFamily="2" charset="2"/>
              <a:buChar char="Ø"/>
            </a:pPr>
            <a:r>
              <a:rPr lang="en-US" dirty="0"/>
              <a:t>  Defined by the laser pulse</a:t>
            </a:r>
          </a:p>
          <a:p>
            <a:pPr algn="l" rtl="0">
              <a:buFont typeface="Wingdings" panose="05000000000000000000" pitchFamily="2" charset="2"/>
              <a:buChar char="Ø"/>
            </a:pPr>
            <a:r>
              <a:rPr lang="en-US" dirty="0"/>
              <a:t>Defines the coherence gate length:</a:t>
            </a:r>
          </a:p>
          <a:p>
            <a:pPr algn="l" rtl="0"/>
            <a:endParaRPr lang="he-IL" dirty="0"/>
          </a:p>
        </p:txBody>
      </p:sp>
      <p:sp>
        <p:nvSpPr>
          <p:cNvPr id="5" name="מציין מיקום טקסט 4">
            <a:extLst>
              <a:ext uri="{FF2B5EF4-FFF2-40B4-BE49-F238E27FC236}">
                <a16:creationId xmlns:a16="http://schemas.microsoft.com/office/drawing/2014/main" id="{CBDFCE30-5880-1A10-DD6C-2B8DE72D4757}"/>
              </a:ext>
            </a:extLst>
          </p:cNvPr>
          <p:cNvSpPr>
            <a:spLocks noGrp="1"/>
          </p:cNvSpPr>
          <p:nvPr>
            <p:ph type="body" sz="quarter" idx="3"/>
          </p:nvPr>
        </p:nvSpPr>
        <p:spPr/>
        <p:txBody>
          <a:bodyPr>
            <a:normAutofit/>
          </a:bodyPr>
          <a:lstStyle/>
          <a:p>
            <a:pPr algn="l" rtl="0"/>
            <a:r>
              <a:rPr lang="en-US" sz="2800"/>
              <a:t>TPSF</a:t>
            </a:r>
            <a:endParaRPr lang="he-IL" sz="2800"/>
          </a:p>
        </p:txBody>
      </p:sp>
      <p:sp>
        <p:nvSpPr>
          <p:cNvPr id="6" name="מציין מיקום תוכן 5">
            <a:extLst>
              <a:ext uri="{FF2B5EF4-FFF2-40B4-BE49-F238E27FC236}">
                <a16:creationId xmlns:a16="http://schemas.microsoft.com/office/drawing/2014/main" id="{36AA5D05-AFC6-D99B-FE99-76C9F87E2F62}"/>
              </a:ext>
            </a:extLst>
          </p:cNvPr>
          <p:cNvSpPr>
            <a:spLocks noGrp="1"/>
          </p:cNvSpPr>
          <p:nvPr>
            <p:ph sz="quarter" idx="4"/>
          </p:nvPr>
        </p:nvSpPr>
        <p:spPr>
          <a:xfrm>
            <a:off x="6217920" y="2582334"/>
            <a:ext cx="4937760" cy="989688"/>
          </a:xfrm>
        </p:spPr>
        <p:txBody>
          <a:bodyPr>
            <a:normAutofit fontScale="92500"/>
          </a:bodyPr>
          <a:lstStyle/>
          <a:p>
            <a:pPr algn="l" rtl="0">
              <a:buFont typeface="Wingdings" panose="05000000000000000000" pitchFamily="2" charset="2"/>
              <a:buChar char="Ø"/>
            </a:pPr>
            <a:r>
              <a:rPr lang="en-US" dirty="0"/>
              <a:t> Defines the arrival of photons from the tissue</a:t>
            </a:r>
          </a:p>
          <a:p>
            <a:pPr algn="l" rtl="0">
              <a:buFont typeface="Wingdings" panose="05000000000000000000" pitchFamily="2" charset="2"/>
              <a:buChar char="Ø"/>
            </a:pPr>
            <a:r>
              <a:rPr lang="en-US" dirty="0"/>
              <a:t> Later arriving photons will be at the tail</a:t>
            </a:r>
            <a:endParaRPr lang="he-IL" dirty="0"/>
          </a:p>
        </p:txBody>
      </p:sp>
      <p:sp>
        <p:nvSpPr>
          <p:cNvPr id="7" name="מציין מיקום של מספר שקופית 6">
            <a:extLst>
              <a:ext uri="{FF2B5EF4-FFF2-40B4-BE49-F238E27FC236}">
                <a16:creationId xmlns:a16="http://schemas.microsoft.com/office/drawing/2014/main" id="{4AD660CF-B6DB-6466-A39B-623A69EF34FF}"/>
              </a:ext>
            </a:extLst>
          </p:cNvPr>
          <p:cNvSpPr>
            <a:spLocks noGrp="1"/>
          </p:cNvSpPr>
          <p:nvPr>
            <p:ph type="sldNum" sz="quarter" idx="12"/>
          </p:nvPr>
        </p:nvSpPr>
        <p:spPr/>
        <p:txBody>
          <a:bodyPr/>
          <a:lstStyle/>
          <a:p>
            <a:fld id="{46CBA923-8050-40EC-91A3-2E6F60A68F37}" type="slidenum">
              <a:rPr lang="he-IL" smtClean="0"/>
              <a:t>10</a:t>
            </a:fld>
            <a:endParaRPr lang="he-IL"/>
          </a:p>
        </p:txBody>
      </p:sp>
      <p:pic>
        <p:nvPicPr>
          <p:cNvPr id="14" name="תמונה 13">
            <a:extLst>
              <a:ext uri="{FF2B5EF4-FFF2-40B4-BE49-F238E27FC236}">
                <a16:creationId xmlns:a16="http://schemas.microsoft.com/office/drawing/2014/main" id="{EA54638C-FD6A-3CEE-67D1-DE4955EC5C93}"/>
              </a:ext>
            </a:extLst>
          </p:cNvPr>
          <p:cNvPicPr>
            <a:picLocks noChangeAspect="1"/>
          </p:cNvPicPr>
          <p:nvPr/>
        </p:nvPicPr>
        <p:blipFill>
          <a:blip r:embed="rId2"/>
          <a:srcRect l="65935" b="52750"/>
          <a:stretch>
            <a:fillRect/>
          </a:stretch>
        </p:blipFill>
        <p:spPr>
          <a:xfrm>
            <a:off x="7741927" y="3508412"/>
            <a:ext cx="2621147" cy="2682398"/>
          </a:xfrm>
          <a:prstGeom prst="rect">
            <a:avLst/>
          </a:prstGeom>
        </p:spPr>
      </p:pic>
      <p:cxnSp>
        <p:nvCxnSpPr>
          <p:cNvPr id="15" name="מחבר חץ ישר 14">
            <a:extLst>
              <a:ext uri="{FF2B5EF4-FFF2-40B4-BE49-F238E27FC236}">
                <a16:creationId xmlns:a16="http://schemas.microsoft.com/office/drawing/2014/main" id="{911D0881-37AC-78BA-EE31-3E005C416A0E}"/>
              </a:ext>
            </a:extLst>
          </p:cNvPr>
          <p:cNvCxnSpPr>
            <a:cxnSpLocks/>
          </p:cNvCxnSpPr>
          <p:nvPr/>
        </p:nvCxnSpPr>
        <p:spPr>
          <a:xfrm flipV="1">
            <a:off x="3940810" y="3864410"/>
            <a:ext cx="507365" cy="1300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תיבת טקסט 15">
            <a:extLst>
              <a:ext uri="{FF2B5EF4-FFF2-40B4-BE49-F238E27FC236}">
                <a16:creationId xmlns:a16="http://schemas.microsoft.com/office/drawing/2014/main" id="{35D9ED1D-8952-06A4-C964-FF782A6E8B85}"/>
              </a:ext>
            </a:extLst>
          </p:cNvPr>
          <p:cNvSpPr txBox="1"/>
          <p:nvPr/>
        </p:nvSpPr>
        <p:spPr>
          <a:xfrm>
            <a:off x="4495737" y="3572022"/>
            <a:ext cx="1238058" cy="584775"/>
          </a:xfrm>
          <a:prstGeom prst="rect">
            <a:avLst/>
          </a:prstGeom>
          <a:noFill/>
        </p:spPr>
        <p:txBody>
          <a:bodyPr wrap="square" rtlCol="1">
            <a:spAutoFit/>
          </a:bodyPr>
          <a:lstStyle/>
          <a:p>
            <a:r>
              <a:rPr lang="en-US" sz="1600"/>
              <a:t>FWHM of laser pulse</a:t>
            </a:r>
            <a:endParaRPr lang="he-IL" sz="1600"/>
          </a:p>
        </p:txBody>
      </p:sp>
      <p:pic>
        <p:nvPicPr>
          <p:cNvPr id="17" name="Picture 6" descr="Faculty of Engineering Bar-Ilan University">
            <a:extLst>
              <a:ext uri="{FF2B5EF4-FFF2-40B4-BE49-F238E27FC236}">
                <a16:creationId xmlns:a16="http://schemas.microsoft.com/office/drawing/2014/main" id="{26339C7D-7795-16AB-BB98-15A5EF8F5C05}"/>
              </a:ext>
            </a:extLst>
          </p:cNvPr>
          <p:cNvPicPr/>
          <p:nvPr/>
        </p:nvPicPr>
        <p:blipFill>
          <a:blip r:embed="rId3">
            <a:extLst>
              <a:ext uri="{28A0092B-C50C-407E-A947-70E740481C1C}">
                <a14:useLocalDpi xmlns:a14="http://schemas.microsoft.com/office/drawing/2010/main" val="0"/>
              </a:ext>
            </a:extLst>
          </a:blip>
          <a:stretch>
            <a:fillRect/>
          </a:stretch>
        </p:blipFill>
        <p:spPr bwMode="auto">
          <a:xfrm>
            <a:off x="91074" y="6367558"/>
            <a:ext cx="2023476" cy="551397"/>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מחבר חץ ישר 19">
            <a:extLst>
              <a:ext uri="{FF2B5EF4-FFF2-40B4-BE49-F238E27FC236}">
                <a16:creationId xmlns:a16="http://schemas.microsoft.com/office/drawing/2014/main" id="{E778F870-0EED-6668-C816-8572DB49312E}"/>
              </a:ext>
            </a:extLst>
          </p:cNvPr>
          <p:cNvCxnSpPr>
            <a:cxnSpLocks/>
          </p:cNvCxnSpPr>
          <p:nvPr/>
        </p:nvCxnSpPr>
        <p:spPr>
          <a:xfrm flipH="1" flipV="1">
            <a:off x="1828800" y="3864409"/>
            <a:ext cx="680171" cy="419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תיבת טקסט 21">
            <a:extLst>
              <a:ext uri="{FF2B5EF4-FFF2-40B4-BE49-F238E27FC236}">
                <a16:creationId xmlns:a16="http://schemas.microsoft.com/office/drawing/2014/main" id="{8B18F589-B5E4-1825-E4EE-DD6A2D682CBA}"/>
              </a:ext>
            </a:extLst>
          </p:cNvPr>
          <p:cNvSpPr txBox="1"/>
          <p:nvPr/>
        </p:nvSpPr>
        <p:spPr>
          <a:xfrm>
            <a:off x="1097280" y="3421456"/>
            <a:ext cx="1238058" cy="584775"/>
          </a:xfrm>
          <a:prstGeom prst="rect">
            <a:avLst/>
          </a:prstGeom>
          <a:noFill/>
        </p:spPr>
        <p:txBody>
          <a:bodyPr wrap="square" rtlCol="1">
            <a:spAutoFit/>
          </a:bodyPr>
          <a:lstStyle/>
          <a:p>
            <a:r>
              <a:rPr lang="en-US" sz="1600"/>
              <a:t>Velocity in tissue</a:t>
            </a:r>
            <a:endParaRPr lang="he-IL" sz="1600"/>
          </a:p>
        </p:txBody>
      </p:sp>
      <p:sp>
        <p:nvSpPr>
          <p:cNvPr id="24" name="מציין מיקום תוכן 5">
            <a:extLst>
              <a:ext uri="{FF2B5EF4-FFF2-40B4-BE49-F238E27FC236}">
                <a16:creationId xmlns:a16="http://schemas.microsoft.com/office/drawing/2014/main" id="{2C9916AC-9FAD-7EDA-55CE-0FC4622E4EE4}"/>
              </a:ext>
            </a:extLst>
          </p:cNvPr>
          <p:cNvSpPr txBox="1">
            <a:spLocks/>
          </p:cNvSpPr>
          <p:nvPr/>
        </p:nvSpPr>
        <p:spPr>
          <a:xfrm>
            <a:off x="1451216" y="5161031"/>
            <a:ext cx="5867337" cy="605703"/>
          </a:xfrm>
          <a:prstGeom prst="rect">
            <a:avLst/>
          </a:prstGeom>
        </p:spPr>
        <p:txBody>
          <a:bodyPr vert="horz" lIns="0" tIns="45720" rIns="0" bIns="45720" rtlCol="0">
            <a:normAutofit/>
          </a:bodyPr>
          <a:lstStyle>
            <a:lvl1pPr marL="91440" indent="-91440" algn="r" defTabSz="914400" rtl="1"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r" defTabSz="914400" rtl="1"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l" rtl="0">
              <a:buNone/>
            </a:pPr>
            <a:r>
              <a:rPr lang="en-US" sz="2800"/>
              <a:t>Timing of the reference is crucial!</a:t>
            </a:r>
            <a:endParaRPr lang="he-IL" sz="2800"/>
          </a:p>
        </p:txBody>
      </p:sp>
      <p:sp>
        <p:nvSpPr>
          <p:cNvPr id="25" name="תיבת טקסט 24">
            <a:extLst>
              <a:ext uri="{FF2B5EF4-FFF2-40B4-BE49-F238E27FC236}">
                <a16:creationId xmlns:a16="http://schemas.microsoft.com/office/drawing/2014/main" id="{8BC88B2E-6245-8468-AFCA-A8C33209548E}"/>
              </a:ext>
            </a:extLst>
          </p:cNvPr>
          <p:cNvSpPr txBox="1"/>
          <p:nvPr/>
        </p:nvSpPr>
        <p:spPr>
          <a:xfrm>
            <a:off x="10398068" y="5480114"/>
            <a:ext cx="1628830" cy="523220"/>
          </a:xfrm>
          <a:prstGeom prst="rect">
            <a:avLst/>
          </a:prstGeom>
          <a:noFill/>
        </p:spPr>
        <p:txBody>
          <a:bodyPr wrap="square">
            <a:spAutoFit/>
          </a:bodyPr>
          <a:lstStyle/>
          <a:p>
            <a:r>
              <a:rPr lang="fr-FR" sz="1400" i="1" dirty="0"/>
              <a:t>Source: Robinson et al. (2025)</a:t>
            </a:r>
            <a:endParaRPr lang="he-IL" sz="1400" dirty="0"/>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F5E6F0C-2500-DC25-0B30-352E7C851084}"/>
                  </a:ext>
                </a:extLst>
              </p:cNvPr>
              <p:cNvSpPr txBox="1"/>
              <p:nvPr/>
            </p:nvSpPr>
            <p:spPr>
              <a:xfrm>
                <a:off x="1710301" y="3788818"/>
                <a:ext cx="2474253" cy="938783"/>
              </a:xfrm>
              <a:prstGeom prst="rect">
                <a:avLst/>
              </a:prstGeom>
              <a:noFill/>
            </p:spPr>
            <p:txBody>
              <a:bodyPr wrap="square">
                <a:spAutoFit/>
              </a:bodyPr>
              <a:lstStyle/>
              <a:p>
                <a:pPr/>
                <a14:m>
                  <m:oMathPara xmlns:m="http://schemas.openxmlformats.org/officeDocument/2006/math">
                    <m:o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𝑙</m:t>
                          </m:r>
                        </m:e>
                        <m:sub>
                          <m:r>
                            <a:rPr lang="en-US" sz="2400" b="0" i="1" smtClean="0">
                              <a:latin typeface="Cambria Math" panose="02040503050406030204" pitchFamily="18" charset="0"/>
                            </a:rPr>
                            <m:t>𝐶</m:t>
                          </m:r>
                        </m:sub>
                      </m:sSub>
                      <m:r>
                        <a:rPr lang="en-US" sz="2400" b="0" i="1" smtClean="0">
                          <a:latin typeface="Cambria Math" panose="02040503050406030204" pitchFamily="18" charset="0"/>
                        </a:rPr>
                        <m:t>=</m:t>
                      </m:r>
                      <m:f>
                        <m:fPr>
                          <m:ctrlPr>
                            <a:rPr lang="en-US" sz="2400" b="0" i="1" smtClean="0">
                              <a:latin typeface="Cambria Math" panose="02040503050406030204" pitchFamily="18" charset="0"/>
                              <a:ea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𝜐</m:t>
                          </m:r>
                          <m:r>
                            <a:rPr lang="en-US" sz="2400" b="0" i="1" smtClean="0">
                              <a:latin typeface="Cambria Math" panose="02040503050406030204" pitchFamily="18" charset="0"/>
                              <a:ea typeface="Cambria Math" panose="02040503050406030204" pitchFamily="18" charset="0"/>
                            </a:rPr>
                            <m:t> </m:t>
                          </m:r>
                          <m:r>
                            <a:rPr lang="en-US" sz="2400" b="0" i="1" smtClean="0">
                              <a:latin typeface="Cambria Math" panose="02040503050406030204" pitchFamily="18" charset="0"/>
                              <a:ea typeface="Cambria Math" panose="02040503050406030204" pitchFamily="18" charset="0"/>
                            </a:rPr>
                            <m:t>𝐹𝑊𝐻𝑀</m:t>
                          </m:r>
                        </m:num>
                        <m:den>
                          <m:rad>
                            <m:radPr>
                              <m:degHide m:val="on"/>
                              <m:ctrlPr>
                                <a:rPr lang="en-US" sz="2400" b="0" i="1" smtClean="0">
                                  <a:latin typeface="Cambria Math" panose="02040503050406030204" pitchFamily="18" charset="0"/>
                                  <a:ea typeface="Cambria Math" panose="02040503050406030204" pitchFamily="18" charset="0"/>
                                </a:rPr>
                              </m:ctrlPr>
                            </m:radPr>
                            <m:deg/>
                            <m:e>
                              <m:r>
                                <m:rPr>
                                  <m:sty m:val="p"/>
                                </m:rPr>
                                <a:rPr lang="en-US" sz="2400" b="0" i="0" smtClean="0">
                                  <a:latin typeface="Cambria Math" panose="02040503050406030204" pitchFamily="18" charset="0"/>
                                  <a:ea typeface="Cambria Math" panose="02040503050406030204" pitchFamily="18" charset="0"/>
                                </a:rPr>
                                <m:t>log</m:t>
                              </m:r>
                              <m:r>
                                <a:rPr lang="en-US" sz="2400" b="0" i="1" smtClean="0">
                                  <a:latin typeface="Cambria Math" panose="02040503050406030204" pitchFamily="18" charset="0"/>
                                  <a:ea typeface="Cambria Math" panose="02040503050406030204" pitchFamily="18" charset="0"/>
                                </a:rPr>
                                <m:t>⁡(2)</m:t>
                              </m:r>
                            </m:e>
                          </m:rad>
                        </m:den>
                      </m:f>
                    </m:oMath>
                  </m:oMathPara>
                </a14:m>
                <a:endParaRPr lang="en-US" sz="2000" dirty="0"/>
              </a:p>
            </p:txBody>
          </p:sp>
        </mc:Choice>
        <mc:Fallback xmlns="">
          <p:sp>
            <p:nvSpPr>
              <p:cNvPr id="10" name="TextBox 9">
                <a:extLst>
                  <a:ext uri="{FF2B5EF4-FFF2-40B4-BE49-F238E27FC236}">
                    <a16:creationId xmlns:a16="http://schemas.microsoft.com/office/drawing/2014/main" id="{7F5E6F0C-2500-DC25-0B30-352E7C851084}"/>
                  </a:ext>
                </a:extLst>
              </p:cNvPr>
              <p:cNvSpPr txBox="1">
                <a:spLocks noRot="1" noChangeAspect="1" noMove="1" noResize="1" noEditPoints="1" noAdjustHandles="1" noChangeArrowheads="1" noChangeShapeType="1" noTextEdit="1"/>
              </p:cNvSpPr>
              <p:nvPr/>
            </p:nvSpPr>
            <p:spPr>
              <a:xfrm>
                <a:off x="1710301" y="3788818"/>
                <a:ext cx="2474253" cy="938783"/>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148460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0" end="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4"/>
                                        </p:tgtEl>
                                        <p:attrNameLst>
                                          <p:attrName>style.visibility</p:attrName>
                                        </p:attrNameLst>
                                      </p:cBhvr>
                                      <p:to>
                                        <p:strVal val="visible"/>
                                      </p:to>
                                    </p:set>
                                    <p:anim calcmode="lin" valueType="num">
                                      <p:cBhvr additive="base">
                                        <p:cTn id="43" dur="500" fill="hold"/>
                                        <p:tgtEl>
                                          <p:spTgt spid="24"/>
                                        </p:tgtEl>
                                        <p:attrNameLst>
                                          <p:attrName>ppt_x</p:attrName>
                                        </p:attrNameLst>
                                      </p:cBhvr>
                                      <p:tavLst>
                                        <p:tav tm="0">
                                          <p:val>
                                            <p:strVal val="#ppt_x"/>
                                          </p:val>
                                        </p:tav>
                                        <p:tav tm="100000">
                                          <p:val>
                                            <p:strVal val="#ppt_x"/>
                                          </p:val>
                                        </p:tav>
                                      </p:tavLst>
                                    </p:anim>
                                    <p:anim calcmode="lin" valueType="num">
                                      <p:cBhvr additive="base">
                                        <p:cTn id="44"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P spid="5" grpId="0" build="p"/>
      <p:bldP spid="6" grpId="0" uiExpand="1" build="p"/>
      <p:bldP spid="16" grpId="0"/>
      <p:bldP spid="22" grpId="0"/>
      <p:bldP spid="24" grpId="0"/>
      <p:bldP spid="25" grpId="0"/>
      <p:bldP spid="1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44602B7-CC88-9851-B69C-B36C593FCF17}"/>
              </a:ext>
            </a:extLst>
          </p:cNvPr>
          <p:cNvSpPr>
            <a:spLocks noGrp="1"/>
          </p:cNvSpPr>
          <p:nvPr>
            <p:ph type="sldNum" sz="quarter" idx="12"/>
          </p:nvPr>
        </p:nvSpPr>
        <p:spPr/>
        <p:txBody>
          <a:bodyPr/>
          <a:lstStyle/>
          <a:p>
            <a:fld id="{2D11AD2F-9457-44B3-A1A5-67FB697FC1E5}" type="slidenum">
              <a:rPr lang="en-US" smtClean="0"/>
              <a:t>11</a:t>
            </a:fld>
            <a:endParaRPr lang="en-US"/>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07463AAE-D0F0-64FE-1C74-A8D15A3F89B3}"/>
                  </a:ext>
                </a:extLst>
              </p:cNvPr>
              <p:cNvSpPr txBox="1"/>
              <p:nvPr/>
            </p:nvSpPr>
            <p:spPr>
              <a:xfrm>
                <a:off x="5440677" y="2582938"/>
                <a:ext cx="6264548" cy="817403"/>
              </a:xfrm>
              <a:prstGeom prst="rect">
                <a:avLst/>
              </a:prstGeom>
              <a:noFill/>
            </p:spPr>
            <p:txBody>
              <a:bodyPr wrap="square">
                <a:spAutoFit/>
              </a:bodyPr>
              <a:lstStyle/>
              <a:p>
                <a:pPr/>
                <a14:m>
                  <m:oMathPara xmlns:m="http://schemas.openxmlformats.org/officeDocument/2006/math">
                    <m:oMath>
                      <m:r>
                        <a:rPr lang="en-US" sz="1600" b="0" i="1" dirty="0" smtClean="0">
                          <a:solidFill>
                            <a:schemeClr val="tx2"/>
                          </a:solidFill>
                          <a:latin typeface="Cambria Math" panose="02040503050406030204" pitchFamily="18" charset="0"/>
                          <a:ea typeface="Lato" charset="0"/>
                          <a:cs typeface="Lato" charset="0"/>
                        </a:rPr>
                        <m:t>𝐵</m:t>
                      </m:r>
                      <m:d>
                        <m:dPr>
                          <m:ctrlPr>
                            <a:rPr lang="en-US" sz="1600" i="1" dirty="0">
                              <a:solidFill>
                                <a:schemeClr val="tx2"/>
                              </a:solidFill>
                              <a:latin typeface="Cambria Math" panose="02040503050406030204" pitchFamily="18" charset="0"/>
                              <a:ea typeface="Lato" charset="0"/>
                              <a:cs typeface="Lato" charset="0"/>
                            </a:rPr>
                          </m:ctrlPr>
                        </m:dPr>
                        <m:e>
                          <m:sSub>
                            <m:sSubPr>
                              <m:ctrlPr>
                                <a:rPr lang="en-US" sz="1600" i="1" dirty="0">
                                  <a:solidFill>
                                    <a:schemeClr val="tx2"/>
                                  </a:solidFill>
                                  <a:latin typeface="Cambria Math" panose="02040503050406030204" pitchFamily="18" charset="0"/>
                                  <a:ea typeface="Lato" charset="0"/>
                                  <a:cs typeface="Lato" charset="0"/>
                                </a:rPr>
                              </m:ctrlPr>
                            </m:sSubPr>
                            <m:e>
                              <m:r>
                                <a:rPr lang="en-US" sz="1600" i="1" dirty="0">
                                  <a:solidFill>
                                    <a:schemeClr val="tx2"/>
                                  </a:solidFill>
                                  <a:latin typeface="Cambria Math" panose="02040503050406030204" pitchFamily="18" charset="0"/>
                                  <a:ea typeface="Lato" charset="0"/>
                                  <a:cs typeface="Lato" charset="0"/>
                                </a:rPr>
                                <m:t>𝑡</m:t>
                              </m:r>
                            </m:e>
                            <m:sub>
                              <m:r>
                                <a:rPr lang="en-US" sz="1600" i="1" dirty="0">
                                  <a:solidFill>
                                    <a:schemeClr val="tx2"/>
                                  </a:solidFill>
                                  <a:latin typeface="Cambria Math" panose="02040503050406030204" pitchFamily="18" charset="0"/>
                                  <a:ea typeface="Lato" charset="0"/>
                                  <a:cs typeface="Lato" charset="0"/>
                                </a:rPr>
                                <m:t>𝑔</m:t>
                              </m:r>
                            </m:sub>
                          </m:sSub>
                          <m:r>
                            <a:rPr lang="en-US" sz="1600" i="1" dirty="0">
                              <a:solidFill>
                                <a:schemeClr val="tx2"/>
                              </a:solidFill>
                              <a:latin typeface="Cambria Math" panose="02040503050406030204" pitchFamily="18" charset="0"/>
                              <a:ea typeface="Lato" charset="0"/>
                              <a:cs typeface="Lato" charset="0"/>
                            </a:rPr>
                            <m:t>,</m:t>
                          </m:r>
                          <m:r>
                            <a:rPr lang="en-US" sz="1600" i="1" dirty="0">
                              <a:solidFill>
                                <a:schemeClr val="tx2"/>
                              </a:solidFill>
                              <a:latin typeface="Cambria Math" panose="02040503050406030204" pitchFamily="18" charset="0"/>
                              <a:ea typeface="Lato" charset="0"/>
                              <a:cs typeface="Lato" charset="0"/>
                            </a:rPr>
                            <m:t>𝜏</m:t>
                          </m:r>
                        </m:e>
                      </m:d>
                      <m:r>
                        <a:rPr lang="en-US" sz="1600" b="0" i="1" dirty="0" smtClean="0">
                          <a:solidFill>
                            <a:schemeClr val="tx2"/>
                          </a:solidFill>
                          <a:latin typeface="Cambria Math" panose="02040503050406030204" pitchFamily="18" charset="0"/>
                          <a:ea typeface="Lato" charset="0"/>
                          <a:cs typeface="Lato" charset="0"/>
                        </a:rPr>
                        <m:t>=</m:t>
                      </m:r>
                      <m:nary>
                        <m:naryPr>
                          <m:limLoc m:val="undOvr"/>
                          <m:subHide m:val="on"/>
                          <m:supHide m:val="on"/>
                          <m:ctrlPr>
                            <a:rPr lang="en-US" sz="1600" b="0" i="1" dirty="0" smtClean="0">
                              <a:solidFill>
                                <a:schemeClr val="tx2"/>
                              </a:solidFill>
                              <a:latin typeface="Cambria Math" panose="02040503050406030204" pitchFamily="18" charset="0"/>
                              <a:ea typeface="Lato" charset="0"/>
                              <a:cs typeface="Lato" charset="0"/>
                            </a:rPr>
                          </m:ctrlPr>
                        </m:naryPr>
                        <m:sub/>
                        <m:sup/>
                        <m:e>
                          <m:sSubSup>
                            <m:sSubSupPr>
                              <m:ctrlPr>
                                <a:rPr lang="en-US" sz="1600" i="1" dirty="0">
                                  <a:solidFill>
                                    <a:schemeClr val="tx2"/>
                                  </a:solidFill>
                                  <a:latin typeface="Cambria Math" panose="02040503050406030204" pitchFamily="18" charset="0"/>
                                  <a:ea typeface="Lato" charset="0"/>
                                  <a:cs typeface="Lato" charset="0"/>
                                </a:rPr>
                              </m:ctrlPr>
                            </m:sSubSupPr>
                            <m:e>
                              <m:r>
                                <a:rPr lang="en-US" sz="1600" i="1" dirty="0">
                                  <a:solidFill>
                                    <a:schemeClr val="tx2"/>
                                  </a:solidFill>
                                  <a:latin typeface="Cambria Math" panose="02040503050406030204" pitchFamily="18" charset="0"/>
                                  <a:ea typeface="Lato" charset="0"/>
                                  <a:cs typeface="Lato" charset="0"/>
                                </a:rPr>
                                <m:t>𝑃</m:t>
                              </m:r>
                            </m:e>
                            <m:sub>
                              <m:r>
                                <a:rPr lang="en-US" sz="1600" i="1" dirty="0">
                                  <a:solidFill>
                                    <a:schemeClr val="tx2"/>
                                  </a:solidFill>
                                  <a:latin typeface="Cambria Math" panose="02040503050406030204" pitchFamily="18" charset="0"/>
                                  <a:ea typeface="Lato" charset="0"/>
                                  <a:cs typeface="Lato" charset="0"/>
                                </a:rPr>
                                <m:t>𝑠</m:t>
                              </m:r>
                            </m:sub>
                            <m:sup>
                              <m:r>
                                <a:rPr lang="en-US" sz="1600" i="1" dirty="0">
                                  <a:solidFill>
                                    <a:schemeClr val="tx2"/>
                                  </a:solidFill>
                                  <a:latin typeface="Cambria Math" panose="02040503050406030204" pitchFamily="18" charset="0"/>
                                  <a:ea typeface="Lato" charset="0"/>
                                  <a:cs typeface="Lato" charset="0"/>
                                </a:rPr>
                                <m:t>′</m:t>
                              </m:r>
                            </m:sup>
                          </m:sSubSup>
                          <m:d>
                            <m:dPr>
                              <m:ctrlPr>
                                <a:rPr lang="en-US" sz="1600" i="1" dirty="0">
                                  <a:solidFill>
                                    <a:schemeClr val="tx2"/>
                                  </a:solidFill>
                                  <a:latin typeface="Cambria Math" panose="02040503050406030204" pitchFamily="18" charset="0"/>
                                  <a:ea typeface="Lato" charset="0"/>
                                  <a:cs typeface="Lato" charset="0"/>
                                </a:rPr>
                              </m:ctrlPr>
                            </m:dPr>
                            <m:e>
                              <m:r>
                                <a:rPr lang="en-US" sz="1600" i="1" dirty="0">
                                  <a:solidFill>
                                    <a:schemeClr val="tx2"/>
                                  </a:solidFill>
                                  <a:latin typeface="Cambria Math" panose="02040503050406030204" pitchFamily="18" charset="0"/>
                                  <a:ea typeface="Lato" charset="0"/>
                                  <a:cs typeface="Lato" charset="0"/>
                                </a:rPr>
                                <m:t>𝑠</m:t>
                              </m:r>
                              <m:r>
                                <a:rPr lang="en-US" sz="1600" i="1" dirty="0">
                                  <a:solidFill>
                                    <a:schemeClr val="tx2"/>
                                  </a:solidFill>
                                  <a:latin typeface="Cambria Math" panose="02040503050406030204" pitchFamily="18" charset="0"/>
                                  <a:ea typeface="Lato" charset="0"/>
                                  <a:cs typeface="Lato" charset="0"/>
                                </a:rPr>
                                <m:t>,</m:t>
                              </m:r>
                              <m:sSub>
                                <m:sSubPr>
                                  <m:ctrlPr>
                                    <a:rPr lang="en-US" sz="1600" i="1" dirty="0">
                                      <a:solidFill>
                                        <a:schemeClr val="tx2"/>
                                      </a:solidFill>
                                      <a:latin typeface="Cambria Math" panose="02040503050406030204" pitchFamily="18" charset="0"/>
                                      <a:ea typeface="Lato" charset="0"/>
                                      <a:cs typeface="Lato" charset="0"/>
                                    </a:rPr>
                                  </m:ctrlPr>
                                </m:sSubPr>
                                <m:e>
                                  <m:r>
                                    <a:rPr lang="en-US" sz="1600" i="1" dirty="0">
                                      <a:solidFill>
                                        <a:schemeClr val="tx2"/>
                                      </a:solidFill>
                                      <a:latin typeface="Cambria Math" panose="02040503050406030204" pitchFamily="18" charset="0"/>
                                      <a:ea typeface="Lato" charset="0"/>
                                      <a:cs typeface="Lato" charset="0"/>
                                    </a:rPr>
                                    <m:t>𝑡</m:t>
                                  </m:r>
                                </m:e>
                                <m:sub>
                                  <m:r>
                                    <a:rPr lang="en-US" sz="1600" i="1" dirty="0">
                                      <a:solidFill>
                                        <a:schemeClr val="tx2"/>
                                      </a:solidFill>
                                      <a:latin typeface="Cambria Math" panose="02040503050406030204" pitchFamily="18" charset="0"/>
                                      <a:ea typeface="Lato" charset="0"/>
                                      <a:cs typeface="Lato" charset="0"/>
                                    </a:rPr>
                                    <m:t>𝑔</m:t>
                                  </m:r>
                                </m:sub>
                              </m:sSub>
                            </m:e>
                          </m:d>
                          <m:sSub>
                            <m:sSubPr>
                              <m:ctrlPr>
                                <a:rPr lang="en-US" sz="1600" i="1" dirty="0">
                                  <a:solidFill>
                                    <a:schemeClr val="tx2"/>
                                  </a:solidFill>
                                  <a:latin typeface="Cambria Math" panose="02040503050406030204" pitchFamily="18" charset="0"/>
                                  <a:ea typeface="Lato" charset="0"/>
                                  <a:cs typeface="Lato" charset="0"/>
                                </a:rPr>
                              </m:ctrlPr>
                            </m:sSubPr>
                            <m:e>
                              <m:r>
                                <a:rPr lang="en-US" sz="1600" i="1" dirty="0">
                                  <a:solidFill>
                                    <a:schemeClr val="tx2"/>
                                  </a:solidFill>
                                  <a:latin typeface="Cambria Math" panose="02040503050406030204" pitchFamily="18" charset="0"/>
                                  <a:ea typeface="Lato" charset="0"/>
                                  <a:cs typeface="Lato" charset="0"/>
                                </a:rPr>
                                <m:t>𝑔</m:t>
                              </m:r>
                            </m:e>
                            <m:sub>
                              <m:r>
                                <a:rPr lang="en-US" sz="1600" i="1" dirty="0">
                                  <a:solidFill>
                                    <a:schemeClr val="tx2"/>
                                  </a:solidFill>
                                  <a:latin typeface="Cambria Math" panose="02040503050406030204" pitchFamily="18" charset="0"/>
                                  <a:ea typeface="Lato" charset="0"/>
                                  <a:cs typeface="Lato" charset="0"/>
                                </a:rPr>
                                <m:t>1</m:t>
                              </m:r>
                            </m:sub>
                          </m:sSub>
                          <m:d>
                            <m:dPr>
                              <m:ctrlPr>
                                <a:rPr lang="en-US" sz="1600" i="1" dirty="0">
                                  <a:solidFill>
                                    <a:schemeClr val="tx2"/>
                                  </a:solidFill>
                                  <a:latin typeface="Cambria Math" panose="02040503050406030204" pitchFamily="18" charset="0"/>
                                  <a:ea typeface="Lato" charset="0"/>
                                  <a:cs typeface="Lato" charset="0"/>
                                </a:rPr>
                              </m:ctrlPr>
                            </m:dPr>
                            <m:e>
                              <m:r>
                                <a:rPr lang="en-US" sz="1600" i="1" dirty="0">
                                  <a:solidFill>
                                    <a:schemeClr val="tx2"/>
                                  </a:solidFill>
                                  <a:latin typeface="Cambria Math" panose="02040503050406030204" pitchFamily="18" charset="0"/>
                                  <a:ea typeface="Lato" charset="0"/>
                                  <a:cs typeface="Lato" charset="0"/>
                                </a:rPr>
                                <m:t>𝜏</m:t>
                              </m:r>
                              <m:r>
                                <a:rPr lang="en-US" sz="1600" i="1" dirty="0">
                                  <a:solidFill>
                                    <a:schemeClr val="tx2"/>
                                  </a:solidFill>
                                  <a:latin typeface="Cambria Math" panose="02040503050406030204" pitchFamily="18" charset="0"/>
                                  <a:ea typeface="Lato" charset="0"/>
                                  <a:cs typeface="Lato" charset="0"/>
                                </a:rPr>
                                <m:t>,</m:t>
                              </m:r>
                              <m:r>
                                <a:rPr lang="en-US" sz="1600" i="1" dirty="0">
                                  <a:solidFill>
                                    <a:schemeClr val="tx2"/>
                                  </a:solidFill>
                                  <a:latin typeface="Cambria Math" panose="02040503050406030204" pitchFamily="18" charset="0"/>
                                  <a:ea typeface="Lato" charset="0"/>
                                  <a:cs typeface="Lato" charset="0"/>
                                </a:rPr>
                                <m:t>𝑠</m:t>
                              </m:r>
                            </m:e>
                          </m:d>
                        </m:e>
                      </m:nary>
                      <m:r>
                        <a:rPr lang="en-US" sz="1600" b="0" i="1" dirty="0" smtClean="0">
                          <a:solidFill>
                            <a:schemeClr val="tx2"/>
                          </a:solidFill>
                          <a:latin typeface="Cambria Math" panose="02040503050406030204" pitchFamily="18" charset="0"/>
                          <a:ea typeface="Lato" charset="0"/>
                          <a:cs typeface="Lato" charset="0"/>
                        </a:rPr>
                        <m:t>𝐺𝑎𝑡𝑒</m:t>
                      </m:r>
                      <m:r>
                        <a:rPr lang="en-US" sz="1600" b="0" i="1" dirty="0" smtClean="0">
                          <a:solidFill>
                            <a:schemeClr val="tx2"/>
                          </a:solidFill>
                          <a:latin typeface="Cambria Math" panose="02040503050406030204" pitchFamily="18" charset="0"/>
                          <a:ea typeface="Lato" charset="0"/>
                          <a:cs typeface="Lato" charset="0"/>
                        </a:rPr>
                        <m:t>(</m:t>
                      </m:r>
                      <m:sSub>
                        <m:sSubPr>
                          <m:ctrlPr>
                            <a:rPr lang="en-US" sz="1600" b="0" i="1" dirty="0" smtClean="0">
                              <a:solidFill>
                                <a:schemeClr val="tx2"/>
                              </a:solidFill>
                              <a:latin typeface="Cambria Math" panose="02040503050406030204" pitchFamily="18" charset="0"/>
                              <a:ea typeface="Lato" charset="0"/>
                              <a:cs typeface="Lato" charset="0"/>
                            </a:rPr>
                          </m:ctrlPr>
                        </m:sSubPr>
                        <m:e>
                          <m:r>
                            <a:rPr lang="en-US" sz="1600" b="0" i="1" dirty="0" smtClean="0">
                              <a:solidFill>
                                <a:schemeClr val="tx2"/>
                              </a:solidFill>
                              <a:latin typeface="Cambria Math" panose="02040503050406030204" pitchFamily="18" charset="0"/>
                              <a:ea typeface="Lato" charset="0"/>
                              <a:cs typeface="Lato" charset="0"/>
                            </a:rPr>
                            <m:t>𝑡</m:t>
                          </m:r>
                        </m:e>
                        <m:sub>
                          <m:r>
                            <a:rPr lang="en-US" sz="1600" b="0" i="1" dirty="0" smtClean="0">
                              <a:solidFill>
                                <a:schemeClr val="tx2"/>
                              </a:solidFill>
                              <a:latin typeface="Cambria Math" panose="02040503050406030204" pitchFamily="18" charset="0"/>
                              <a:ea typeface="Lato" charset="0"/>
                              <a:cs typeface="Lato" charset="0"/>
                            </a:rPr>
                            <m:t>𝑔</m:t>
                          </m:r>
                        </m:sub>
                      </m:sSub>
                      <m:r>
                        <a:rPr lang="en-US" sz="1600" b="0" i="1" dirty="0" smtClean="0">
                          <a:solidFill>
                            <a:schemeClr val="tx2"/>
                          </a:solidFill>
                          <a:latin typeface="Cambria Math" panose="02040503050406030204" pitchFamily="18" charset="0"/>
                          <a:ea typeface="Lato" charset="0"/>
                          <a:cs typeface="Lato" charset="0"/>
                        </a:rPr>
                        <m:t>−</m:t>
                      </m:r>
                      <m:sSub>
                        <m:sSubPr>
                          <m:ctrlPr>
                            <a:rPr lang="en-US" sz="1600" b="0" i="1" dirty="0" smtClean="0">
                              <a:solidFill>
                                <a:schemeClr val="tx2"/>
                              </a:solidFill>
                              <a:latin typeface="Cambria Math" panose="02040503050406030204" pitchFamily="18" charset="0"/>
                              <a:ea typeface="Lato" charset="0"/>
                              <a:cs typeface="Lato" charset="0"/>
                            </a:rPr>
                          </m:ctrlPr>
                        </m:sSubPr>
                        <m:e>
                          <m:r>
                            <a:rPr lang="en-US" sz="1600" b="0" i="1" dirty="0" smtClean="0">
                              <a:solidFill>
                                <a:schemeClr val="tx2"/>
                              </a:solidFill>
                              <a:latin typeface="Cambria Math" panose="02040503050406030204" pitchFamily="18" charset="0"/>
                              <a:ea typeface="Lato" charset="0"/>
                              <a:cs typeface="Lato" charset="0"/>
                            </a:rPr>
                            <m:t>𝑙</m:t>
                          </m:r>
                        </m:e>
                        <m:sub>
                          <m:r>
                            <a:rPr lang="en-US" sz="1600" b="0" i="1" dirty="0" smtClean="0">
                              <a:solidFill>
                                <a:schemeClr val="tx2"/>
                              </a:solidFill>
                              <a:latin typeface="Cambria Math" panose="02040503050406030204" pitchFamily="18" charset="0"/>
                              <a:ea typeface="Lato" charset="0"/>
                              <a:cs typeface="Lato" charset="0"/>
                            </a:rPr>
                            <m:t>𝑅</m:t>
                          </m:r>
                        </m:sub>
                      </m:sSub>
                      <m:r>
                        <a:rPr lang="en-US" sz="1600" b="0" i="1" dirty="0" smtClean="0">
                          <a:solidFill>
                            <a:schemeClr val="tx2"/>
                          </a:solidFill>
                          <a:latin typeface="Cambria Math" panose="02040503050406030204" pitchFamily="18" charset="0"/>
                          <a:ea typeface="Lato" charset="0"/>
                          <a:cs typeface="Lato" charset="0"/>
                        </a:rPr>
                        <m:t>/</m:t>
                      </m:r>
                      <m:r>
                        <a:rPr lang="en-US" sz="1600" b="0" i="1" dirty="0" smtClean="0">
                          <a:solidFill>
                            <a:schemeClr val="tx2"/>
                          </a:solidFill>
                          <a:latin typeface="Cambria Math" panose="02040503050406030204" pitchFamily="18" charset="0"/>
                          <a:ea typeface="Lato" charset="0"/>
                          <a:cs typeface="Lato" charset="0"/>
                        </a:rPr>
                        <m:t>𝑣</m:t>
                      </m:r>
                      <m:r>
                        <a:rPr lang="en-US" sz="1600" b="0" i="1" dirty="0" smtClean="0">
                          <a:solidFill>
                            <a:schemeClr val="tx2"/>
                          </a:solidFill>
                          <a:latin typeface="Cambria Math" panose="02040503050406030204" pitchFamily="18" charset="0"/>
                          <a:ea typeface="Lato" charset="0"/>
                          <a:cs typeface="Lato" charset="0"/>
                        </a:rPr>
                        <m:t>)</m:t>
                      </m:r>
                      <m:sSup>
                        <m:sSupPr>
                          <m:ctrlPr>
                            <a:rPr lang="en-US" i="1" dirty="0">
                              <a:solidFill>
                                <a:schemeClr val="tx2"/>
                              </a:solidFill>
                              <a:latin typeface="Cambria Math" panose="02040503050406030204" pitchFamily="18" charset="0"/>
                              <a:ea typeface="Lato" charset="0"/>
                              <a:cs typeface="Lato" charset="0"/>
                            </a:rPr>
                          </m:ctrlPr>
                        </m:sSupPr>
                        <m:e>
                          <m:r>
                            <a:rPr lang="en-US" i="1" dirty="0">
                              <a:solidFill>
                                <a:schemeClr val="tx2"/>
                              </a:solidFill>
                              <a:latin typeface="Cambria Math" panose="02040503050406030204" pitchFamily="18" charset="0"/>
                              <a:ea typeface="Lato" charset="0"/>
                              <a:cs typeface="Lato" charset="0"/>
                            </a:rPr>
                            <m:t>𝑒</m:t>
                          </m:r>
                        </m:e>
                        <m:sup>
                          <m:r>
                            <a:rPr lang="en-US" i="1" dirty="0">
                              <a:solidFill>
                                <a:schemeClr val="tx2"/>
                              </a:solidFill>
                              <a:latin typeface="Cambria Math" panose="02040503050406030204" pitchFamily="18" charset="0"/>
                              <a:ea typeface="Lato" charset="0"/>
                              <a:cs typeface="Lato" charset="0"/>
                            </a:rPr>
                            <m:t>−</m:t>
                          </m:r>
                          <m:f>
                            <m:fPr>
                              <m:ctrlPr>
                                <a:rPr lang="en-US" i="1" dirty="0">
                                  <a:solidFill>
                                    <a:schemeClr val="tx2"/>
                                  </a:solidFill>
                                  <a:latin typeface="Cambria Math" panose="02040503050406030204" pitchFamily="18" charset="0"/>
                                  <a:ea typeface="Lato" charset="0"/>
                                  <a:cs typeface="Lato" charset="0"/>
                                </a:rPr>
                              </m:ctrlPr>
                            </m:fPr>
                            <m:num>
                              <m:r>
                                <a:rPr lang="en-US" i="1" dirty="0">
                                  <a:solidFill>
                                    <a:schemeClr val="tx2"/>
                                  </a:solidFill>
                                  <a:latin typeface="Cambria Math" panose="02040503050406030204" pitchFamily="18" charset="0"/>
                                  <a:ea typeface="Lato" charset="0"/>
                                  <a:cs typeface="Lato" charset="0"/>
                                </a:rPr>
                                <m:t>2</m:t>
                              </m:r>
                              <m:sSup>
                                <m:sSupPr>
                                  <m:ctrlPr>
                                    <a:rPr lang="en-US" i="1" dirty="0">
                                      <a:solidFill>
                                        <a:schemeClr val="tx2"/>
                                      </a:solidFill>
                                      <a:latin typeface="Cambria Math" panose="02040503050406030204" pitchFamily="18" charset="0"/>
                                      <a:ea typeface="Lato" charset="0"/>
                                      <a:cs typeface="Lato" charset="0"/>
                                    </a:rPr>
                                  </m:ctrlPr>
                                </m:sSupPr>
                                <m:e>
                                  <m:d>
                                    <m:dPr>
                                      <m:ctrlPr>
                                        <a:rPr lang="en-US" i="1" dirty="0">
                                          <a:solidFill>
                                            <a:schemeClr val="tx2"/>
                                          </a:solidFill>
                                          <a:latin typeface="Cambria Math" panose="02040503050406030204" pitchFamily="18" charset="0"/>
                                          <a:ea typeface="Lato" charset="0"/>
                                          <a:cs typeface="Lato" charset="0"/>
                                        </a:rPr>
                                      </m:ctrlPr>
                                    </m:dPr>
                                    <m:e>
                                      <m:r>
                                        <a:rPr lang="en-US" i="1" dirty="0">
                                          <a:solidFill>
                                            <a:schemeClr val="tx2"/>
                                          </a:solidFill>
                                          <a:latin typeface="Cambria Math" panose="02040503050406030204" pitchFamily="18" charset="0"/>
                                          <a:ea typeface="Lato" charset="0"/>
                                          <a:cs typeface="Lato" charset="0"/>
                                        </a:rPr>
                                        <m:t>𝑠</m:t>
                                      </m:r>
                                      <m:r>
                                        <a:rPr lang="en-US" i="1" dirty="0">
                                          <a:solidFill>
                                            <a:schemeClr val="tx2"/>
                                          </a:solidFill>
                                          <a:latin typeface="Cambria Math" panose="02040503050406030204" pitchFamily="18" charset="0"/>
                                          <a:ea typeface="Lato" charset="0"/>
                                          <a:cs typeface="Lato" charset="0"/>
                                        </a:rPr>
                                        <m:t>−</m:t>
                                      </m:r>
                                      <m:sSub>
                                        <m:sSubPr>
                                          <m:ctrlPr>
                                            <a:rPr lang="en-US" b="0" i="1" dirty="0" smtClean="0">
                                              <a:solidFill>
                                                <a:schemeClr val="tx2"/>
                                              </a:solidFill>
                                              <a:latin typeface="Cambria Math" panose="02040503050406030204" pitchFamily="18" charset="0"/>
                                              <a:ea typeface="Lato" charset="0"/>
                                              <a:cs typeface="Lato" charset="0"/>
                                            </a:rPr>
                                          </m:ctrlPr>
                                        </m:sSubPr>
                                        <m:e>
                                          <m:r>
                                            <a:rPr lang="en-US" b="0" i="1" dirty="0" smtClean="0">
                                              <a:solidFill>
                                                <a:schemeClr val="tx2"/>
                                              </a:solidFill>
                                              <a:latin typeface="Cambria Math" panose="02040503050406030204" pitchFamily="18" charset="0"/>
                                              <a:ea typeface="Lato" charset="0"/>
                                              <a:cs typeface="Lato" charset="0"/>
                                            </a:rPr>
                                            <m:t>𝑙</m:t>
                                          </m:r>
                                        </m:e>
                                        <m:sub>
                                          <m:r>
                                            <a:rPr lang="en-US" b="0" i="1" dirty="0" smtClean="0">
                                              <a:solidFill>
                                                <a:schemeClr val="tx2"/>
                                              </a:solidFill>
                                              <a:latin typeface="Cambria Math" panose="02040503050406030204" pitchFamily="18" charset="0"/>
                                              <a:ea typeface="Lato" charset="0"/>
                                              <a:cs typeface="Lato" charset="0"/>
                                            </a:rPr>
                                            <m:t>𝑅</m:t>
                                          </m:r>
                                        </m:sub>
                                      </m:sSub>
                                    </m:e>
                                  </m:d>
                                </m:e>
                                <m:sup>
                                  <m:r>
                                    <a:rPr lang="en-US" i="1" dirty="0">
                                      <a:solidFill>
                                        <a:schemeClr val="tx2"/>
                                      </a:solidFill>
                                      <a:latin typeface="Cambria Math" panose="02040503050406030204" pitchFamily="18" charset="0"/>
                                      <a:ea typeface="Lato" charset="0"/>
                                      <a:cs typeface="Lato" charset="0"/>
                                    </a:rPr>
                                    <m:t>2</m:t>
                                  </m:r>
                                </m:sup>
                              </m:sSup>
                            </m:num>
                            <m:den>
                              <m:sSubSup>
                                <m:sSubSupPr>
                                  <m:ctrlPr>
                                    <a:rPr lang="en-US" i="1" dirty="0">
                                      <a:solidFill>
                                        <a:schemeClr val="tx2"/>
                                      </a:solidFill>
                                      <a:latin typeface="Cambria Math" panose="02040503050406030204" pitchFamily="18" charset="0"/>
                                      <a:ea typeface="Lato" charset="0"/>
                                      <a:cs typeface="Lato" charset="0"/>
                                    </a:rPr>
                                  </m:ctrlPr>
                                </m:sSubSupPr>
                                <m:e>
                                  <m:r>
                                    <a:rPr lang="en-US" i="1" dirty="0">
                                      <a:solidFill>
                                        <a:schemeClr val="tx2"/>
                                      </a:solidFill>
                                      <a:latin typeface="Cambria Math" panose="02040503050406030204" pitchFamily="18" charset="0"/>
                                      <a:ea typeface="Lato" charset="0"/>
                                      <a:cs typeface="Lato" charset="0"/>
                                    </a:rPr>
                                    <m:t>𝑙</m:t>
                                  </m:r>
                                </m:e>
                                <m:sub>
                                  <m:r>
                                    <a:rPr lang="en-US" i="1" dirty="0">
                                      <a:solidFill>
                                        <a:schemeClr val="tx2"/>
                                      </a:solidFill>
                                      <a:latin typeface="Cambria Math" panose="02040503050406030204" pitchFamily="18" charset="0"/>
                                      <a:ea typeface="Lato" charset="0"/>
                                      <a:cs typeface="Lato" charset="0"/>
                                    </a:rPr>
                                    <m:t>𝑐</m:t>
                                  </m:r>
                                </m:sub>
                                <m:sup>
                                  <m:r>
                                    <a:rPr lang="en-US" i="1" dirty="0">
                                      <a:solidFill>
                                        <a:schemeClr val="tx2"/>
                                      </a:solidFill>
                                      <a:latin typeface="Cambria Math" panose="02040503050406030204" pitchFamily="18" charset="0"/>
                                      <a:ea typeface="Lato" charset="0"/>
                                      <a:cs typeface="Lato" charset="0"/>
                                    </a:rPr>
                                    <m:t>2</m:t>
                                  </m:r>
                                </m:sup>
                              </m:sSubSup>
                            </m:den>
                          </m:f>
                        </m:sup>
                      </m:sSup>
                      <m:r>
                        <a:rPr lang="en-US" b="0" i="1" dirty="0" smtClean="0">
                          <a:solidFill>
                            <a:schemeClr val="tx2"/>
                          </a:solidFill>
                          <a:latin typeface="Cambria Math" panose="02040503050406030204" pitchFamily="18" charset="0"/>
                          <a:ea typeface="Lato" charset="0"/>
                          <a:cs typeface="Lato" charset="0"/>
                        </a:rPr>
                        <m:t>𝑑𝑠</m:t>
                      </m:r>
                    </m:oMath>
                  </m:oMathPara>
                </a14:m>
                <a:endParaRPr lang="en-US" dirty="0"/>
              </a:p>
            </p:txBody>
          </p:sp>
        </mc:Choice>
        <mc:Fallback xmlns="">
          <p:sp>
            <p:nvSpPr>
              <p:cNvPr id="28" name="TextBox 27">
                <a:extLst>
                  <a:ext uri="{FF2B5EF4-FFF2-40B4-BE49-F238E27FC236}">
                    <a16:creationId xmlns:a16="http://schemas.microsoft.com/office/drawing/2014/main" id="{07463AAE-D0F0-64FE-1C74-A8D15A3F89B3}"/>
                  </a:ext>
                </a:extLst>
              </p:cNvPr>
              <p:cNvSpPr txBox="1">
                <a:spLocks noRot="1" noChangeAspect="1" noMove="1" noResize="1" noEditPoints="1" noAdjustHandles="1" noChangeArrowheads="1" noChangeShapeType="1" noTextEdit="1"/>
              </p:cNvSpPr>
              <p:nvPr/>
            </p:nvSpPr>
            <p:spPr>
              <a:xfrm>
                <a:off x="5440677" y="2582938"/>
                <a:ext cx="6264548" cy="817403"/>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6EF7B299-6D43-DB16-1AB2-F43AC42689E6}"/>
                  </a:ext>
                </a:extLst>
              </p:cNvPr>
              <p:cNvSpPr txBox="1"/>
              <p:nvPr/>
            </p:nvSpPr>
            <p:spPr>
              <a:xfrm>
                <a:off x="-12715" y="2603047"/>
                <a:ext cx="6094990" cy="758349"/>
              </a:xfrm>
              <a:prstGeom prst="rect">
                <a:avLst/>
              </a:prstGeom>
              <a:noFill/>
            </p:spPr>
            <p:txBody>
              <a:bodyPr wrap="square">
                <a:spAutoFit/>
              </a:bodyPr>
              <a:lstStyle/>
              <a:p>
                <a:pPr/>
                <a14:m>
                  <m:oMathPara xmlns:m="http://schemas.openxmlformats.org/officeDocument/2006/math">
                    <m:oMath>
                      <m:r>
                        <a:rPr lang="en-US" sz="1600" b="0" i="1" dirty="0" smtClean="0">
                          <a:solidFill>
                            <a:schemeClr val="tx2"/>
                          </a:solidFill>
                          <a:latin typeface="Cambria Math" panose="02040503050406030204" pitchFamily="18" charset="0"/>
                          <a:ea typeface="Lato" charset="0"/>
                          <a:cs typeface="Lato" charset="0"/>
                        </a:rPr>
                        <m:t>𝐴</m:t>
                      </m:r>
                      <m:d>
                        <m:dPr>
                          <m:ctrlPr>
                            <a:rPr lang="en-US" sz="1600" i="1" dirty="0">
                              <a:solidFill>
                                <a:schemeClr val="tx2"/>
                              </a:solidFill>
                              <a:latin typeface="Cambria Math" panose="02040503050406030204" pitchFamily="18" charset="0"/>
                              <a:ea typeface="Lato" charset="0"/>
                              <a:cs typeface="Lato" charset="0"/>
                            </a:rPr>
                          </m:ctrlPr>
                        </m:dPr>
                        <m:e>
                          <m:sSub>
                            <m:sSubPr>
                              <m:ctrlPr>
                                <a:rPr lang="en-US" sz="1600" i="1" dirty="0">
                                  <a:solidFill>
                                    <a:schemeClr val="tx2"/>
                                  </a:solidFill>
                                  <a:latin typeface="Cambria Math" panose="02040503050406030204" pitchFamily="18" charset="0"/>
                                  <a:ea typeface="Lato" charset="0"/>
                                  <a:cs typeface="Lato" charset="0"/>
                                </a:rPr>
                              </m:ctrlPr>
                            </m:sSubPr>
                            <m:e>
                              <m:r>
                                <a:rPr lang="en-US" sz="1600" i="1" dirty="0">
                                  <a:solidFill>
                                    <a:schemeClr val="tx2"/>
                                  </a:solidFill>
                                  <a:latin typeface="Cambria Math" panose="02040503050406030204" pitchFamily="18" charset="0"/>
                                  <a:ea typeface="Lato" charset="0"/>
                                  <a:cs typeface="Lato" charset="0"/>
                                </a:rPr>
                                <m:t>𝑡</m:t>
                              </m:r>
                            </m:e>
                            <m:sub>
                              <m:r>
                                <a:rPr lang="en-US" sz="1600" i="1" dirty="0">
                                  <a:solidFill>
                                    <a:schemeClr val="tx2"/>
                                  </a:solidFill>
                                  <a:latin typeface="Cambria Math" panose="02040503050406030204" pitchFamily="18" charset="0"/>
                                  <a:ea typeface="Lato" charset="0"/>
                                  <a:cs typeface="Lato" charset="0"/>
                                </a:rPr>
                                <m:t>𝑔</m:t>
                              </m:r>
                            </m:sub>
                          </m:sSub>
                          <m:r>
                            <a:rPr lang="en-US" sz="1600" i="1" dirty="0">
                              <a:solidFill>
                                <a:schemeClr val="tx2"/>
                              </a:solidFill>
                              <a:latin typeface="Cambria Math" panose="02040503050406030204" pitchFamily="18" charset="0"/>
                              <a:ea typeface="Lato" charset="0"/>
                              <a:cs typeface="Lato" charset="0"/>
                            </a:rPr>
                            <m:t>,</m:t>
                          </m:r>
                          <m:r>
                            <a:rPr lang="en-US" sz="1600" i="1" dirty="0">
                              <a:solidFill>
                                <a:schemeClr val="tx2"/>
                              </a:solidFill>
                              <a:latin typeface="Cambria Math" panose="02040503050406030204" pitchFamily="18" charset="0"/>
                              <a:ea typeface="Lato" charset="0"/>
                              <a:cs typeface="Lato" charset="0"/>
                            </a:rPr>
                            <m:t>𝜏</m:t>
                          </m:r>
                        </m:e>
                      </m:d>
                      <m:r>
                        <a:rPr lang="en-US" sz="1600" b="0" i="1" dirty="0" smtClean="0">
                          <a:solidFill>
                            <a:schemeClr val="tx2"/>
                          </a:solidFill>
                          <a:latin typeface="Cambria Math" panose="02040503050406030204" pitchFamily="18" charset="0"/>
                          <a:ea typeface="Lato" charset="0"/>
                          <a:cs typeface="Lato" charset="0"/>
                        </a:rPr>
                        <m:t>=</m:t>
                      </m:r>
                      <m:nary>
                        <m:naryPr>
                          <m:chr m:val="∬"/>
                          <m:subHide m:val="on"/>
                          <m:supHide m:val="on"/>
                          <m:ctrlPr>
                            <a:rPr lang="en-US" sz="1600" b="0" i="1" dirty="0" smtClean="0">
                              <a:solidFill>
                                <a:schemeClr val="tx2"/>
                              </a:solidFill>
                              <a:latin typeface="Cambria Math" panose="02040503050406030204" pitchFamily="18" charset="0"/>
                              <a:ea typeface="Lato" charset="0"/>
                              <a:cs typeface="Lato" charset="0"/>
                            </a:rPr>
                          </m:ctrlPr>
                        </m:naryPr>
                        <m:sub/>
                        <m:sup/>
                        <m:e>
                          <m:sSubSup>
                            <m:sSubSupPr>
                              <m:ctrlPr>
                                <a:rPr lang="en-US" sz="1600" i="1" dirty="0">
                                  <a:solidFill>
                                    <a:schemeClr val="tx2"/>
                                  </a:solidFill>
                                  <a:latin typeface="Cambria Math" panose="02040503050406030204" pitchFamily="18" charset="0"/>
                                  <a:ea typeface="Lato" charset="0"/>
                                  <a:cs typeface="Lato" charset="0"/>
                                </a:rPr>
                              </m:ctrlPr>
                            </m:sSubSupPr>
                            <m:e>
                              <m:r>
                                <a:rPr lang="en-US" sz="1600" i="1" dirty="0">
                                  <a:solidFill>
                                    <a:schemeClr val="tx2"/>
                                  </a:solidFill>
                                  <a:latin typeface="Cambria Math" panose="02040503050406030204" pitchFamily="18" charset="0"/>
                                  <a:ea typeface="Lato" charset="0"/>
                                  <a:cs typeface="Lato" charset="0"/>
                                </a:rPr>
                                <m:t>𝑃</m:t>
                              </m:r>
                            </m:e>
                            <m:sub>
                              <m:r>
                                <a:rPr lang="en-US" sz="1600" i="1" dirty="0">
                                  <a:solidFill>
                                    <a:schemeClr val="tx2"/>
                                  </a:solidFill>
                                  <a:latin typeface="Cambria Math" panose="02040503050406030204" pitchFamily="18" charset="0"/>
                                  <a:ea typeface="Lato" charset="0"/>
                                  <a:cs typeface="Lato" charset="0"/>
                                </a:rPr>
                                <m:t>𝑠</m:t>
                              </m:r>
                            </m:sub>
                            <m:sup>
                              <m:r>
                                <a:rPr lang="en-US" sz="1600" i="1" dirty="0">
                                  <a:solidFill>
                                    <a:schemeClr val="tx2"/>
                                  </a:solidFill>
                                  <a:latin typeface="Cambria Math" panose="02040503050406030204" pitchFamily="18" charset="0"/>
                                  <a:ea typeface="Lato" charset="0"/>
                                  <a:cs typeface="Lato" charset="0"/>
                                </a:rPr>
                                <m:t>′</m:t>
                              </m:r>
                            </m:sup>
                          </m:sSubSup>
                          <m:d>
                            <m:dPr>
                              <m:ctrlPr>
                                <a:rPr lang="en-US" sz="1600" b="0" i="1" dirty="0" smtClean="0">
                                  <a:solidFill>
                                    <a:schemeClr val="tx2"/>
                                  </a:solidFill>
                                  <a:latin typeface="Cambria Math" panose="02040503050406030204" pitchFamily="18" charset="0"/>
                                  <a:ea typeface="Lato" charset="0"/>
                                  <a:cs typeface="Lato" charset="0"/>
                                </a:rPr>
                              </m:ctrlPr>
                            </m:dPr>
                            <m:e>
                              <m:r>
                                <a:rPr lang="en-US" sz="1600" b="0" i="1" dirty="0" smtClean="0">
                                  <a:solidFill>
                                    <a:schemeClr val="tx2"/>
                                  </a:solidFill>
                                  <a:latin typeface="Cambria Math" panose="02040503050406030204" pitchFamily="18" charset="0"/>
                                  <a:ea typeface="Lato" charset="0"/>
                                  <a:cs typeface="Lato" charset="0"/>
                                </a:rPr>
                                <m:t>𝑠</m:t>
                              </m:r>
                              <m:r>
                                <a:rPr lang="en-US" sz="1600" b="0" i="1" dirty="0" smtClean="0">
                                  <a:solidFill>
                                    <a:schemeClr val="tx2"/>
                                  </a:solidFill>
                                  <a:latin typeface="Cambria Math" panose="02040503050406030204" pitchFamily="18" charset="0"/>
                                  <a:ea typeface="Lato" charset="0"/>
                                  <a:cs typeface="Lato" charset="0"/>
                                </a:rPr>
                                <m:t>,</m:t>
                              </m:r>
                              <m:sSub>
                                <m:sSubPr>
                                  <m:ctrlPr>
                                    <a:rPr lang="en-US" sz="1600" b="0" i="1" dirty="0" smtClean="0">
                                      <a:solidFill>
                                        <a:schemeClr val="tx2"/>
                                      </a:solidFill>
                                      <a:latin typeface="Cambria Math" panose="02040503050406030204" pitchFamily="18" charset="0"/>
                                      <a:ea typeface="Lato" charset="0"/>
                                      <a:cs typeface="Lato" charset="0"/>
                                    </a:rPr>
                                  </m:ctrlPr>
                                </m:sSubPr>
                                <m:e>
                                  <m:r>
                                    <a:rPr lang="en-US" sz="1600" b="0" i="1" dirty="0" smtClean="0">
                                      <a:solidFill>
                                        <a:schemeClr val="tx2"/>
                                      </a:solidFill>
                                      <a:latin typeface="Cambria Math" panose="02040503050406030204" pitchFamily="18" charset="0"/>
                                      <a:ea typeface="Lato" charset="0"/>
                                      <a:cs typeface="Lato" charset="0"/>
                                    </a:rPr>
                                    <m:t>𝑡</m:t>
                                  </m:r>
                                </m:e>
                                <m:sub>
                                  <m:r>
                                    <a:rPr lang="en-US" sz="1600" b="0" i="1" dirty="0" smtClean="0">
                                      <a:solidFill>
                                        <a:schemeClr val="tx2"/>
                                      </a:solidFill>
                                      <a:latin typeface="Cambria Math" panose="02040503050406030204" pitchFamily="18" charset="0"/>
                                      <a:ea typeface="Lato" charset="0"/>
                                      <a:cs typeface="Lato" charset="0"/>
                                    </a:rPr>
                                    <m:t>𝑔</m:t>
                                  </m:r>
                                </m:sub>
                              </m:sSub>
                            </m:e>
                          </m:d>
                          <m:sSub>
                            <m:sSubPr>
                              <m:ctrlPr>
                                <a:rPr lang="en-US" sz="1600" b="0" i="1" dirty="0" smtClean="0">
                                  <a:solidFill>
                                    <a:schemeClr val="tx2"/>
                                  </a:solidFill>
                                  <a:latin typeface="Cambria Math" panose="02040503050406030204" pitchFamily="18" charset="0"/>
                                  <a:ea typeface="Lato" charset="0"/>
                                  <a:cs typeface="Lato" charset="0"/>
                                </a:rPr>
                              </m:ctrlPr>
                            </m:sSubPr>
                            <m:e>
                              <m:r>
                                <a:rPr lang="en-US" sz="1600" b="0" i="1" dirty="0" smtClean="0">
                                  <a:solidFill>
                                    <a:schemeClr val="tx2"/>
                                  </a:solidFill>
                                  <a:latin typeface="Cambria Math" panose="02040503050406030204" pitchFamily="18" charset="0"/>
                                  <a:ea typeface="Lato" charset="0"/>
                                  <a:cs typeface="Lato" charset="0"/>
                                </a:rPr>
                                <m:t>𝑔</m:t>
                              </m:r>
                            </m:e>
                            <m:sub>
                              <m:r>
                                <a:rPr lang="en-US" sz="1600" b="0" i="1" dirty="0" smtClean="0">
                                  <a:solidFill>
                                    <a:schemeClr val="tx2"/>
                                  </a:solidFill>
                                  <a:latin typeface="Cambria Math" panose="02040503050406030204" pitchFamily="18" charset="0"/>
                                  <a:ea typeface="Lato" charset="0"/>
                                  <a:cs typeface="Lato" charset="0"/>
                                </a:rPr>
                                <m:t>1</m:t>
                              </m:r>
                            </m:sub>
                          </m:sSub>
                          <m:d>
                            <m:dPr>
                              <m:ctrlPr>
                                <a:rPr lang="en-US" sz="1600" b="0" i="1" dirty="0" smtClean="0">
                                  <a:solidFill>
                                    <a:schemeClr val="tx2"/>
                                  </a:solidFill>
                                  <a:latin typeface="Cambria Math" panose="02040503050406030204" pitchFamily="18" charset="0"/>
                                  <a:ea typeface="Lato" charset="0"/>
                                  <a:cs typeface="Lato" charset="0"/>
                                </a:rPr>
                              </m:ctrlPr>
                            </m:dPr>
                            <m:e>
                              <m:r>
                                <a:rPr lang="en-US" sz="1600" b="0" i="1" dirty="0" smtClean="0">
                                  <a:solidFill>
                                    <a:schemeClr val="tx2"/>
                                  </a:solidFill>
                                  <a:latin typeface="Cambria Math" panose="02040503050406030204" pitchFamily="18" charset="0"/>
                                  <a:ea typeface="Lato" charset="0"/>
                                  <a:cs typeface="Lato" charset="0"/>
                                </a:rPr>
                                <m:t>𝜏</m:t>
                              </m:r>
                              <m:r>
                                <a:rPr lang="en-US" sz="1600" b="0" i="1" dirty="0" smtClean="0">
                                  <a:solidFill>
                                    <a:schemeClr val="tx2"/>
                                  </a:solidFill>
                                  <a:latin typeface="Cambria Math" panose="02040503050406030204" pitchFamily="18" charset="0"/>
                                  <a:ea typeface="Lato" charset="0"/>
                                  <a:cs typeface="Lato" charset="0"/>
                                </a:rPr>
                                <m:t>,</m:t>
                              </m:r>
                              <m:r>
                                <a:rPr lang="en-US" sz="1600" b="0" i="1" dirty="0" smtClean="0">
                                  <a:solidFill>
                                    <a:schemeClr val="tx2"/>
                                  </a:solidFill>
                                  <a:latin typeface="Cambria Math" panose="02040503050406030204" pitchFamily="18" charset="0"/>
                                  <a:ea typeface="Lato" charset="0"/>
                                  <a:cs typeface="Lato" charset="0"/>
                                </a:rPr>
                                <m:t>𝑠</m:t>
                              </m:r>
                            </m:e>
                          </m:d>
                          <m:sSubSup>
                            <m:sSubSupPr>
                              <m:ctrlPr>
                                <a:rPr lang="en-US" sz="1600" i="1" dirty="0">
                                  <a:solidFill>
                                    <a:schemeClr val="tx2"/>
                                  </a:solidFill>
                                  <a:latin typeface="Cambria Math" panose="02040503050406030204" pitchFamily="18" charset="0"/>
                                  <a:ea typeface="Lato" charset="0"/>
                                  <a:cs typeface="Lato" charset="0"/>
                                </a:rPr>
                              </m:ctrlPr>
                            </m:sSubSupPr>
                            <m:e>
                              <m:r>
                                <a:rPr lang="en-US" sz="1600" i="1" dirty="0">
                                  <a:solidFill>
                                    <a:schemeClr val="tx2"/>
                                  </a:solidFill>
                                  <a:latin typeface="Cambria Math" panose="02040503050406030204" pitchFamily="18" charset="0"/>
                                  <a:ea typeface="Lato" charset="0"/>
                                  <a:cs typeface="Lato" charset="0"/>
                                </a:rPr>
                                <m:t>𝑃</m:t>
                              </m:r>
                            </m:e>
                            <m:sub>
                              <m:r>
                                <a:rPr lang="en-US" sz="1600" i="1" dirty="0">
                                  <a:solidFill>
                                    <a:schemeClr val="tx2"/>
                                  </a:solidFill>
                                  <a:latin typeface="Cambria Math" panose="02040503050406030204" pitchFamily="18" charset="0"/>
                                  <a:ea typeface="Lato" charset="0"/>
                                  <a:cs typeface="Lato" charset="0"/>
                                </a:rPr>
                                <m:t>𝑠</m:t>
                              </m:r>
                            </m:sub>
                            <m:sup>
                              <m:r>
                                <a:rPr lang="en-US" sz="1600" i="1" dirty="0">
                                  <a:solidFill>
                                    <a:schemeClr val="tx2"/>
                                  </a:solidFill>
                                  <a:latin typeface="Cambria Math" panose="02040503050406030204" pitchFamily="18" charset="0"/>
                                  <a:ea typeface="Lato" charset="0"/>
                                  <a:cs typeface="Lato" charset="0"/>
                                </a:rPr>
                                <m:t>′</m:t>
                              </m:r>
                            </m:sup>
                          </m:sSubSup>
                          <m:d>
                            <m:dPr>
                              <m:ctrlPr>
                                <a:rPr lang="en-US" sz="1600" b="0" i="1" dirty="0" smtClean="0">
                                  <a:solidFill>
                                    <a:schemeClr val="tx2"/>
                                  </a:solidFill>
                                  <a:latin typeface="Cambria Math" panose="02040503050406030204" pitchFamily="18" charset="0"/>
                                  <a:ea typeface="Lato" charset="0"/>
                                  <a:cs typeface="Lato" charset="0"/>
                                </a:rPr>
                              </m:ctrlPr>
                            </m:dPr>
                            <m:e>
                              <m:sSup>
                                <m:sSupPr>
                                  <m:ctrlPr>
                                    <a:rPr lang="en-US" sz="1600" i="1" dirty="0">
                                      <a:solidFill>
                                        <a:schemeClr val="tx2"/>
                                      </a:solidFill>
                                      <a:latin typeface="Cambria Math" panose="02040503050406030204" pitchFamily="18" charset="0"/>
                                      <a:ea typeface="Lato" charset="0"/>
                                      <a:cs typeface="Lato" charset="0"/>
                                    </a:rPr>
                                  </m:ctrlPr>
                                </m:sSupPr>
                                <m:e>
                                  <m:r>
                                    <a:rPr lang="en-US" sz="1600" i="1" dirty="0">
                                      <a:solidFill>
                                        <a:schemeClr val="tx2"/>
                                      </a:solidFill>
                                      <a:latin typeface="Cambria Math" panose="02040503050406030204" pitchFamily="18" charset="0"/>
                                      <a:ea typeface="Lato" charset="0"/>
                                      <a:cs typeface="Lato" charset="0"/>
                                    </a:rPr>
                                    <m:t>𝑠</m:t>
                                  </m:r>
                                </m:e>
                                <m:sup>
                                  <m:r>
                                    <a:rPr lang="en-US" sz="1600" b="0" i="1" dirty="0" smtClean="0">
                                      <a:solidFill>
                                        <a:schemeClr val="tx2"/>
                                      </a:solidFill>
                                      <a:latin typeface="Cambria Math" panose="02040503050406030204" pitchFamily="18" charset="0"/>
                                      <a:ea typeface="Lato" charset="0"/>
                                      <a:cs typeface="Lato" charset="0"/>
                                    </a:rPr>
                                    <m:t>′</m:t>
                                  </m:r>
                                </m:sup>
                              </m:sSup>
                              <m:r>
                                <a:rPr lang="en-US" sz="1600" i="1" dirty="0">
                                  <a:solidFill>
                                    <a:schemeClr val="tx2"/>
                                  </a:solidFill>
                                  <a:latin typeface="Cambria Math" panose="02040503050406030204" pitchFamily="18" charset="0"/>
                                  <a:ea typeface="Lato" charset="0"/>
                                  <a:cs typeface="Lato" charset="0"/>
                                </a:rPr>
                                <m:t>,</m:t>
                              </m:r>
                              <m:sSub>
                                <m:sSubPr>
                                  <m:ctrlPr>
                                    <a:rPr lang="en-US" sz="1600" i="1" dirty="0">
                                      <a:solidFill>
                                        <a:schemeClr val="tx2"/>
                                      </a:solidFill>
                                      <a:latin typeface="Cambria Math" panose="02040503050406030204" pitchFamily="18" charset="0"/>
                                      <a:ea typeface="Lato" charset="0"/>
                                      <a:cs typeface="Lato" charset="0"/>
                                    </a:rPr>
                                  </m:ctrlPr>
                                </m:sSubPr>
                                <m:e>
                                  <m:r>
                                    <a:rPr lang="en-US" sz="1600" i="1" dirty="0">
                                      <a:solidFill>
                                        <a:schemeClr val="tx2"/>
                                      </a:solidFill>
                                      <a:latin typeface="Cambria Math" panose="02040503050406030204" pitchFamily="18" charset="0"/>
                                      <a:ea typeface="Lato" charset="0"/>
                                      <a:cs typeface="Lato" charset="0"/>
                                    </a:rPr>
                                    <m:t>𝑡</m:t>
                                  </m:r>
                                </m:e>
                                <m:sub>
                                  <m:r>
                                    <a:rPr lang="en-US" sz="1600" i="1" dirty="0">
                                      <a:solidFill>
                                        <a:schemeClr val="tx2"/>
                                      </a:solidFill>
                                      <a:latin typeface="Cambria Math" panose="02040503050406030204" pitchFamily="18" charset="0"/>
                                      <a:ea typeface="Lato" charset="0"/>
                                      <a:cs typeface="Lato" charset="0"/>
                                    </a:rPr>
                                    <m:t>𝑔</m:t>
                                  </m:r>
                                </m:sub>
                              </m:sSub>
                            </m:e>
                          </m:d>
                          <m:sSubSup>
                            <m:sSubSupPr>
                              <m:ctrlPr>
                                <a:rPr lang="en-US" sz="1600" i="1" dirty="0">
                                  <a:solidFill>
                                    <a:schemeClr val="tx2"/>
                                  </a:solidFill>
                                  <a:latin typeface="Cambria Math" panose="02040503050406030204" pitchFamily="18" charset="0"/>
                                  <a:ea typeface="Lato" charset="0"/>
                                  <a:cs typeface="Lato" charset="0"/>
                                </a:rPr>
                              </m:ctrlPr>
                            </m:sSubSupPr>
                            <m:e>
                              <m:r>
                                <a:rPr lang="en-US" sz="1600" i="1" dirty="0">
                                  <a:solidFill>
                                    <a:schemeClr val="tx2"/>
                                  </a:solidFill>
                                  <a:latin typeface="Cambria Math" panose="02040503050406030204" pitchFamily="18" charset="0"/>
                                  <a:ea typeface="Lato" charset="0"/>
                                  <a:cs typeface="Lato" charset="0"/>
                                </a:rPr>
                                <m:t>𝑔</m:t>
                              </m:r>
                            </m:e>
                            <m:sub>
                              <m:r>
                                <a:rPr lang="en-US" sz="1600" i="1" dirty="0">
                                  <a:solidFill>
                                    <a:schemeClr val="tx2"/>
                                  </a:solidFill>
                                  <a:latin typeface="Cambria Math" panose="02040503050406030204" pitchFamily="18" charset="0"/>
                                  <a:ea typeface="Lato" charset="0"/>
                                  <a:cs typeface="Lato" charset="0"/>
                                </a:rPr>
                                <m:t>1</m:t>
                              </m:r>
                            </m:sub>
                            <m:sup>
                              <m:r>
                                <a:rPr lang="en-US" sz="1600" b="0" i="1" dirty="0" smtClean="0">
                                  <a:solidFill>
                                    <a:schemeClr val="tx2"/>
                                  </a:solidFill>
                                  <a:latin typeface="Cambria Math" panose="02040503050406030204" pitchFamily="18" charset="0"/>
                                  <a:ea typeface="Lato" charset="0"/>
                                  <a:cs typeface="Lato" charset="0"/>
                                </a:rPr>
                                <m:t>∗</m:t>
                              </m:r>
                            </m:sup>
                          </m:sSubSup>
                          <m:d>
                            <m:dPr>
                              <m:ctrlPr>
                                <a:rPr lang="en-US" sz="1600" i="1" dirty="0">
                                  <a:solidFill>
                                    <a:schemeClr val="tx2"/>
                                  </a:solidFill>
                                  <a:latin typeface="Cambria Math" panose="02040503050406030204" pitchFamily="18" charset="0"/>
                                  <a:ea typeface="Lato" charset="0"/>
                                  <a:cs typeface="Lato" charset="0"/>
                                </a:rPr>
                              </m:ctrlPr>
                            </m:dPr>
                            <m:e>
                              <m:r>
                                <a:rPr lang="en-US" sz="1600" i="1" dirty="0">
                                  <a:solidFill>
                                    <a:schemeClr val="tx2"/>
                                  </a:solidFill>
                                  <a:latin typeface="Cambria Math" panose="02040503050406030204" pitchFamily="18" charset="0"/>
                                  <a:ea typeface="Lato" charset="0"/>
                                  <a:cs typeface="Lato" charset="0"/>
                                </a:rPr>
                                <m:t>𝜏</m:t>
                              </m:r>
                              <m:r>
                                <a:rPr lang="en-US" sz="1600" i="1" dirty="0">
                                  <a:solidFill>
                                    <a:schemeClr val="tx2"/>
                                  </a:solidFill>
                                  <a:latin typeface="Cambria Math" panose="02040503050406030204" pitchFamily="18" charset="0"/>
                                  <a:ea typeface="Lato" charset="0"/>
                                  <a:cs typeface="Lato" charset="0"/>
                                </a:rPr>
                                <m:t>,</m:t>
                              </m:r>
                              <m:sSup>
                                <m:sSupPr>
                                  <m:ctrlPr>
                                    <a:rPr lang="en-US" sz="1600" i="1" dirty="0">
                                      <a:solidFill>
                                        <a:schemeClr val="tx2"/>
                                      </a:solidFill>
                                      <a:latin typeface="Cambria Math" panose="02040503050406030204" pitchFamily="18" charset="0"/>
                                      <a:ea typeface="Lato" charset="0"/>
                                      <a:cs typeface="Lato" charset="0"/>
                                    </a:rPr>
                                  </m:ctrlPr>
                                </m:sSupPr>
                                <m:e>
                                  <m:r>
                                    <a:rPr lang="en-US" sz="1600" i="1" dirty="0">
                                      <a:solidFill>
                                        <a:schemeClr val="tx2"/>
                                      </a:solidFill>
                                      <a:latin typeface="Cambria Math" panose="02040503050406030204" pitchFamily="18" charset="0"/>
                                      <a:ea typeface="Lato" charset="0"/>
                                      <a:cs typeface="Lato" charset="0"/>
                                    </a:rPr>
                                    <m:t>𝑠</m:t>
                                  </m:r>
                                </m:e>
                                <m:sup>
                                  <m:r>
                                    <a:rPr lang="en-US" sz="1600" b="0" i="1" dirty="0" smtClean="0">
                                      <a:solidFill>
                                        <a:schemeClr val="tx2"/>
                                      </a:solidFill>
                                      <a:latin typeface="Cambria Math" panose="02040503050406030204" pitchFamily="18" charset="0"/>
                                      <a:ea typeface="Lato" charset="0"/>
                                      <a:cs typeface="Lato" charset="0"/>
                                    </a:rPr>
                                    <m:t>′</m:t>
                                  </m:r>
                                </m:sup>
                              </m:sSup>
                            </m:e>
                          </m:d>
                          <m:sSup>
                            <m:sSupPr>
                              <m:ctrlPr>
                                <a:rPr lang="en-US" sz="1600" b="0" i="1" dirty="0" smtClean="0">
                                  <a:solidFill>
                                    <a:schemeClr val="tx2"/>
                                  </a:solidFill>
                                  <a:latin typeface="Cambria Math" panose="02040503050406030204" pitchFamily="18" charset="0"/>
                                  <a:ea typeface="Lato" charset="0"/>
                                  <a:cs typeface="Lato" charset="0"/>
                                </a:rPr>
                              </m:ctrlPr>
                            </m:sSupPr>
                            <m:e>
                              <m:r>
                                <a:rPr lang="en-US" sz="1600" b="0" i="1" dirty="0" smtClean="0">
                                  <a:solidFill>
                                    <a:schemeClr val="tx2"/>
                                  </a:solidFill>
                                  <a:latin typeface="Cambria Math" panose="02040503050406030204" pitchFamily="18" charset="0"/>
                                  <a:ea typeface="Lato" charset="0"/>
                                  <a:cs typeface="Lato" charset="0"/>
                                </a:rPr>
                                <m:t>𝑒</m:t>
                              </m:r>
                            </m:e>
                            <m:sup>
                              <m:r>
                                <a:rPr lang="en-US" sz="1600" b="0" i="1" dirty="0" smtClean="0">
                                  <a:solidFill>
                                    <a:schemeClr val="tx2"/>
                                  </a:solidFill>
                                  <a:latin typeface="Cambria Math" panose="02040503050406030204" pitchFamily="18" charset="0"/>
                                  <a:ea typeface="Lato" charset="0"/>
                                  <a:cs typeface="Lato" charset="0"/>
                                </a:rPr>
                                <m:t>−</m:t>
                              </m:r>
                              <m:f>
                                <m:fPr>
                                  <m:ctrlPr>
                                    <a:rPr lang="en-US" sz="1600" b="0" i="1" dirty="0" smtClean="0">
                                      <a:solidFill>
                                        <a:schemeClr val="tx2"/>
                                      </a:solidFill>
                                      <a:latin typeface="Cambria Math" panose="02040503050406030204" pitchFamily="18" charset="0"/>
                                      <a:ea typeface="Lato" charset="0"/>
                                      <a:cs typeface="Lato" charset="0"/>
                                    </a:rPr>
                                  </m:ctrlPr>
                                </m:fPr>
                                <m:num>
                                  <m:r>
                                    <a:rPr lang="en-US" sz="1600" b="0" i="1" dirty="0" smtClean="0">
                                      <a:solidFill>
                                        <a:schemeClr val="tx2"/>
                                      </a:solidFill>
                                      <a:latin typeface="Cambria Math" panose="02040503050406030204" pitchFamily="18" charset="0"/>
                                      <a:ea typeface="Lato" charset="0"/>
                                      <a:cs typeface="Lato" charset="0"/>
                                    </a:rPr>
                                    <m:t>2</m:t>
                                  </m:r>
                                  <m:sSup>
                                    <m:sSupPr>
                                      <m:ctrlPr>
                                        <a:rPr lang="en-US" sz="1600" b="0" i="1" dirty="0" smtClean="0">
                                          <a:solidFill>
                                            <a:schemeClr val="tx2"/>
                                          </a:solidFill>
                                          <a:latin typeface="Cambria Math" panose="02040503050406030204" pitchFamily="18" charset="0"/>
                                          <a:ea typeface="Lato" charset="0"/>
                                          <a:cs typeface="Lato" charset="0"/>
                                        </a:rPr>
                                      </m:ctrlPr>
                                    </m:sSupPr>
                                    <m:e>
                                      <m:d>
                                        <m:dPr>
                                          <m:ctrlPr>
                                            <a:rPr lang="en-US" sz="1600" b="0" i="1" dirty="0" smtClean="0">
                                              <a:solidFill>
                                                <a:schemeClr val="tx2"/>
                                              </a:solidFill>
                                              <a:latin typeface="Cambria Math" panose="02040503050406030204" pitchFamily="18" charset="0"/>
                                              <a:ea typeface="Lato" charset="0"/>
                                              <a:cs typeface="Lato" charset="0"/>
                                            </a:rPr>
                                          </m:ctrlPr>
                                        </m:dPr>
                                        <m:e>
                                          <m:r>
                                            <a:rPr lang="en-US" sz="1600" b="0" i="1" dirty="0" smtClean="0">
                                              <a:solidFill>
                                                <a:schemeClr val="tx2"/>
                                              </a:solidFill>
                                              <a:latin typeface="Cambria Math" panose="02040503050406030204" pitchFamily="18" charset="0"/>
                                              <a:ea typeface="Lato" charset="0"/>
                                              <a:cs typeface="Lato" charset="0"/>
                                            </a:rPr>
                                            <m:t>𝑠</m:t>
                                          </m:r>
                                          <m:r>
                                            <a:rPr lang="en-US" sz="1600" b="0" i="1" dirty="0" smtClean="0">
                                              <a:solidFill>
                                                <a:schemeClr val="tx2"/>
                                              </a:solidFill>
                                              <a:latin typeface="Cambria Math" panose="02040503050406030204" pitchFamily="18" charset="0"/>
                                              <a:ea typeface="Lato" charset="0"/>
                                              <a:cs typeface="Lato" charset="0"/>
                                            </a:rPr>
                                            <m:t>−</m:t>
                                          </m:r>
                                          <m:sSup>
                                            <m:sSupPr>
                                              <m:ctrlPr>
                                                <a:rPr lang="en-US" sz="1600" b="0" i="1" dirty="0" smtClean="0">
                                                  <a:solidFill>
                                                    <a:schemeClr val="tx2"/>
                                                  </a:solidFill>
                                                  <a:latin typeface="Cambria Math" panose="02040503050406030204" pitchFamily="18" charset="0"/>
                                                  <a:ea typeface="Lato" charset="0"/>
                                                  <a:cs typeface="Lato" charset="0"/>
                                                </a:rPr>
                                              </m:ctrlPr>
                                            </m:sSupPr>
                                            <m:e>
                                              <m:r>
                                                <a:rPr lang="en-US" sz="1600" b="0" i="1" dirty="0" smtClean="0">
                                                  <a:solidFill>
                                                    <a:schemeClr val="tx2"/>
                                                  </a:solidFill>
                                                  <a:latin typeface="Cambria Math" panose="02040503050406030204" pitchFamily="18" charset="0"/>
                                                  <a:ea typeface="Lato" charset="0"/>
                                                  <a:cs typeface="Lato" charset="0"/>
                                                </a:rPr>
                                                <m:t>𝑠</m:t>
                                              </m:r>
                                            </m:e>
                                            <m:sup>
                                              <m:r>
                                                <a:rPr lang="en-US" sz="1600" b="0" i="1" dirty="0" smtClean="0">
                                                  <a:solidFill>
                                                    <a:schemeClr val="tx2"/>
                                                  </a:solidFill>
                                                  <a:latin typeface="Cambria Math" panose="02040503050406030204" pitchFamily="18" charset="0"/>
                                                  <a:ea typeface="Lato" charset="0"/>
                                                  <a:cs typeface="Lato" charset="0"/>
                                                </a:rPr>
                                                <m:t>′</m:t>
                                              </m:r>
                                            </m:sup>
                                          </m:sSup>
                                        </m:e>
                                      </m:d>
                                    </m:e>
                                    <m:sup>
                                      <m:r>
                                        <a:rPr lang="en-US" sz="1600" b="0" i="1" dirty="0" smtClean="0">
                                          <a:solidFill>
                                            <a:schemeClr val="tx2"/>
                                          </a:solidFill>
                                          <a:latin typeface="Cambria Math" panose="02040503050406030204" pitchFamily="18" charset="0"/>
                                          <a:ea typeface="Lato" charset="0"/>
                                          <a:cs typeface="Lato" charset="0"/>
                                        </a:rPr>
                                        <m:t>2</m:t>
                                      </m:r>
                                    </m:sup>
                                  </m:sSup>
                                </m:num>
                                <m:den>
                                  <m:sSubSup>
                                    <m:sSubSupPr>
                                      <m:ctrlPr>
                                        <a:rPr lang="en-US" sz="1600" b="0" i="1" dirty="0" smtClean="0">
                                          <a:solidFill>
                                            <a:schemeClr val="tx2"/>
                                          </a:solidFill>
                                          <a:latin typeface="Cambria Math" panose="02040503050406030204" pitchFamily="18" charset="0"/>
                                          <a:ea typeface="Lato" charset="0"/>
                                          <a:cs typeface="Lato" charset="0"/>
                                        </a:rPr>
                                      </m:ctrlPr>
                                    </m:sSubSupPr>
                                    <m:e>
                                      <m:r>
                                        <a:rPr lang="en-US" sz="1600" b="0" i="1" dirty="0" smtClean="0">
                                          <a:solidFill>
                                            <a:schemeClr val="tx2"/>
                                          </a:solidFill>
                                          <a:latin typeface="Cambria Math" panose="02040503050406030204" pitchFamily="18" charset="0"/>
                                          <a:ea typeface="Lato" charset="0"/>
                                          <a:cs typeface="Lato" charset="0"/>
                                        </a:rPr>
                                        <m:t>𝑙</m:t>
                                      </m:r>
                                    </m:e>
                                    <m:sub>
                                      <m:r>
                                        <a:rPr lang="en-US" sz="1600" b="0" i="1" dirty="0" smtClean="0">
                                          <a:solidFill>
                                            <a:schemeClr val="tx2"/>
                                          </a:solidFill>
                                          <a:latin typeface="Cambria Math" panose="02040503050406030204" pitchFamily="18" charset="0"/>
                                          <a:ea typeface="Lato" charset="0"/>
                                          <a:cs typeface="Lato" charset="0"/>
                                        </a:rPr>
                                        <m:t>𝑐</m:t>
                                      </m:r>
                                    </m:sub>
                                    <m:sup>
                                      <m:r>
                                        <a:rPr lang="en-US" sz="1600" b="0" i="1" dirty="0" smtClean="0">
                                          <a:solidFill>
                                            <a:schemeClr val="tx2"/>
                                          </a:solidFill>
                                          <a:latin typeface="Cambria Math" panose="02040503050406030204" pitchFamily="18" charset="0"/>
                                          <a:ea typeface="Lato" charset="0"/>
                                          <a:cs typeface="Lato" charset="0"/>
                                        </a:rPr>
                                        <m:t>2</m:t>
                                      </m:r>
                                    </m:sup>
                                  </m:sSubSup>
                                </m:den>
                              </m:f>
                            </m:sup>
                          </m:sSup>
                        </m:e>
                      </m:nary>
                      <m:r>
                        <a:rPr lang="en-US" sz="1600" b="0" i="1" dirty="0" smtClean="0">
                          <a:solidFill>
                            <a:schemeClr val="tx2"/>
                          </a:solidFill>
                          <a:latin typeface="Cambria Math" panose="02040503050406030204" pitchFamily="18" charset="0"/>
                          <a:ea typeface="Lato" charset="0"/>
                          <a:cs typeface="Lato" charset="0"/>
                        </a:rPr>
                        <m:t>𝑑𝑠𝑑𝑠</m:t>
                      </m:r>
                      <m:r>
                        <a:rPr lang="en-US" sz="1600" b="0" i="1" dirty="0" smtClean="0">
                          <a:solidFill>
                            <a:schemeClr val="tx2"/>
                          </a:solidFill>
                          <a:latin typeface="Cambria Math" panose="02040503050406030204" pitchFamily="18" charset="0"/>
                          <a:ea typeface="Lato" charset="0"/>
                          <a:cs typeface="Lato" charset="0"/>
                        </a:rPr>
                        <m:t>′</m:t>
                      </m:r>
                    </m:oMath>
                  </m:oMathPara>
                </a14:m>
                <a:endParaRPr lang="en-US" sz="1200" dirty="0"/>
              </a:p>
            </p:txBody>
          </p:sp>
        </mc:Choice>
        <mc:Fallback xmlns="">
          <p:sp>
            <p:nvSpPr>
              <p:cNvPr id="29" name="TextBox 28">
                <a:extLst>
                  <a:ext uri="{FF2B5EF4-FFF2-40B4-BE49-F238E27FC236}">
                    <a16:creationId xmlns:a16="http://schemas.microsoft.com/office/drawing/2014/main" id="{6EF7B299-6D43-DB16-1AB2-F43AC42689E6}"/>
                  </a:ext>
                </a:extLst>
              </p:cNvPr>
              <p:cNvSpPr txBox="1">
                <a:spLocks noRot="1" noChangeAspect="1" noMove="1" noResize="1" noEditPoints="1" noAdjustHandles="1" noChangeArrowheads="1" noChangeShapeType="1" noTextEdit="1"/>
              </p:cNvSpPr>
              <p:nvPr/>
            </p:nvSpPr>
            <p:spPr>
              <a:xfrm>
                <a:off x="-12715" y="2603047"/>
                <a:ext cx="6094990" cy="758349"/>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E7B039E6-A48C-6A90-DF2D-5F2535CF1C70}"/>
                  </a:ext>
                </a:extLst>
              </p:cNvPr>
              <p:cNvSpPr txBox="1"/>
              <p:nvPr/>
            </p:nvSpPr>
            <p:spPr>
              <a:xfrm>
                <a:off x="1409175" y="1168270"/>
                <a:ext cx="8753997" cy="1112805"/>
              </a:xfrm>
              <a:prstGeom prst="rect">
                <a:avLst/>
              </a:prstGeom>
              <a:noFill/>
            </p:spPr>
            <p:txBody>
              <a:bodyPr wrap="square">
                <a:spAutoFit/>
              </a:bodyPr>
              <a:lstStyle/>
              <a:p>
                <a:pPr/>
                <a14:m>
                  <m:oMathPara xmlns:m="http://schemas.openxmlformats.org/officeDocument/2006/math">
                    <m:oMath>
                      <m:sSup>
                        <m:sSupPr>
                          <m:ctrlP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ctrlPr>
                        </m:sSupPr>
                        <m:e>
                          <m: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𝐾</m:t>
                          </m:r>
                        </m:e>
                        <m:sup>
                          <m: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2</m:t>
                          </m:r>
                        </m:sup>
                      </m:sSup>
                      <m: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m:t>
                      </m:r>
                      <m:sSub>
                        <m:sSubPr>
                          <m:ctrlP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ctrlPr>
                        </m:sSubPr>
                        <m:e>
                          <m: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𝑡</m:t>
                          </m:r>
                        </m:e>
                        <m:sub>
                          <m: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𝑔</m:t>
                          </m:r>
                        </m:sub>
                      </m:sSub>
                      <m: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m:t>
                      </m:r>
                      <m: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𝜏</m:t>
                      </m:r>
                      <m: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m:t>
                      </m:r>
                      <m:f>
                        <m:fPr>
                          <m:ctrlP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ctrlPr>
                        </m:fPr>
                        <m:num>
                          <m: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2</m:t>
                          </m:r>
                        </m:num>
                        <m:den>
                          <m: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𝑇</m:t>
                          </m:r>
                        </m:den>
                      </m:f>
                      <m:nary>
                        <m:naryPr>
                          <m:limLoc m:val="undOvr"/>
                          <m:ctrlP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ctrlPr>
                        </m:naryPr>
                        <m:sub>
                          <m:r>
                            <m:rPr>
                              <m:brk m:alnAt="24"/>
                            </m:rP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0</m:t>
                          </m:r>
                        </m:sub>
                        <m:sup>
                          <m: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𝑇</m:t>
                          </m:r>
                        </m:sup>
                        <m:e>
                          <m:f>
                            <m:fPr>
                              <m:ctrlP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ctrlPr>
                            </m:fPr>
                            <m:num>
                              <m:sSub>
                                <m:sSubPr>
                                  <m:ctrlP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ctrlPr>
                                </m:sSubPr>
                                <m:e>
                                  <m: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𝛽</m:t>
                                  </m:r>
                                </m:e>
                                <m:sub>
                                  <m: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𝑝</m:t>
                                  </m:r>
                                </m:sub>
                              </m:sSub>
                              <m: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 </m:t>
                              </m:r>
                            </m:num>
                            <m:den>
                              <m: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𝑀</m:t>
                              </m:r>
                              <m:d>
                                <m:dPr>
                                  <m:begChr m:val="⟨"/>
                                  <m:endChr m:val="⟩"/>
                                  <m:ctrlP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ctrlPr>
                                </m:dPr>
                                <m:e>
                                  <m:sSub>
                                    <m:sSubPr>
                                      <m:ctrlP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ctrlPr>
                                    </m:sSubPr>
                                    <m:e>
                                      <m: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𝐼</m:t>
                                      </m:r>
                                    </m:e>
                                    <m:sub>
                                      <m: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𝑇</m:t>
                                      </m:r>
                                    </m:sub>
                                  </m:sSub>
                                  <m: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m:t>
                                  </m:r>
                                  <m:sSub>
                                    <m:sSubPr>
                                      <m:ctrlP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ctrlPr>
                                    </m:sSubPr>
                                    <m:e>
                                      <m:r>
                                        <m:rPr>
                                          <m:sty m:val="p"/>
                                        </m:rP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t</m:t>
                                      </m:r>
                                    </m:e>
                                    <m:sub>
                                      <m: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𝑔</m:t>
                                      </m:r>
                                    </m:sub>
                                  </m:sSub>
                                  <m: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m:t>
                                  </m:r>
                                </m:e>
                              </m:d>
                            </m:den>
                          </m:f>
                          <m:d>
                            <m:dPr>
                              <m:begChr m:val="["/>
                              <m:endChr m:val="]"/>
                              <m:ctrlP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ctrlPr>
                            </m:dPr>
                            <m:e>
                              <m:groupChr>
                                <m:groupChrPr>
                                  <m:chr m:val="⏟"/>
                                  <m:pos m:val="bot"/>
                                  <m:vertJc m:val="top"/>
                                  <m:ctrlPr>
                                    <a:rPr lang="en-US" sz="2200" i="1" dirty="0">
                                      <a:solidFill>
                                        <a:schemeClr val="tx2"/>
                                      </a:solidFill>
                                      <a:latin typeface="Cambria Math" panose="02040503050406030204" pitchFamily="18" charset="0"/>
                                      <a:ea typeface="Lato" charset="0"/>
                                      <a:cs typeface="Lato" charset="0"/>
                                    </a:rPr>
                                  </m:ctrlPr>
                                </m:groupChrPr>
                                <m:e>
                                  <m:sSup>
                                    <m:sSupPr>
                                      <m:ctrlPr>
                                        <a:rPr lang="en-US" sz="2200" i="1" dirty="0">
                                          <a:solidFill>
                                            <a:schemeClr val="tx2"/>
                                          </a:solidFill>
                                          <a:latin typeface="Cambria Math" panose="02040503050406030204" pitchFamily="18" charset="0"/>
                                          <a:ea typeface="Lato" charset="0"/>
                                          <a:cs typeface="Lato" charset="0"/>
                                        </a:rPr>
                                      </m:ctrlPr>
                                    </m:sSupPr>
                                    <m:e>
                                      <m:d>
                                        <m:dPr>
                                          <m:begChr m:val="⟨"/>
                                          <m:endChr m:val="⟩"/>
                                          <m:ctrlPr>
                                            <a:rPr lang="en-US" sz="2200" i="1" dirty="0">
                                              <a:solidFill>
                                                <a:schemeClr val="tx2"/>
                                              </a:solidFill>
                                              <a:latin typeface="Cambria Math" panose="02040503050406030204" pitchFamily="18" charset="0"/>
                                              <a:ea typeface="Lato" charset="0"/>
                                              <a:cs typeface="Lato" charset="0"/>
                                            </a:rPr>
                                          </m:ctrlPr>
                                        </m:dPr>
                                        <m:e>
                                          <m:sSub>
                                            <m:sSubPr>
                                              <m:ctrlPr>
                                                <a:rPr lang="en-US" sz="2200" i="1" dirty="0">
                                                  <a:solidFill>
                                                    <a:schemeClr val="tx2"/>
                                                  </a:solidFill>
                                                  <a:latin typeface="Cambria Math" panose="02040503050406030204" pitchFamily="18" charset="0"/>
                                                  <a:ea typeface="Lato" charset="0"/>
                                                  <a:cs typeface="Lato" charset="0"/>
                                                </a:rPr>
                                              </m:ctrlPr>
                                            </m:sSubPr>
                                            <m:e>
                                              <m:r>
                                                <a:rPr lang="en-US" sz="2200" i="1" dirty="0">
                                                  <a:solidFill>
                                                    <a:schemeClr val="tx2"/>
                                                  </a:solidFill>
                                                  <a:latin typeface="Cambria Math" panose="02040503050406030204" pitchFamily="18" charset="0"/>
                                                  <a:ea typeface="Lato" charset="0"/>
                                                  <a:cs typeface="Lato" charset="0"/>
                                                </a:rPr>
                                                <m:t>𝐼</m:t>
                                              </m:r>
                                            </m:e>
                                            <m:sub>
                                              <m:r>
                                                <a:rPr lang="en-US" sz="2200" i="1" dirty="0">
                                                  <a:solidFill>
                                                    <a:schemeClr val="tx2"/>
                                                  </a:solidFill>
                                                  <a:latin typeface="Cambria Math" panose="02040503050406030204" pitchFamily="18" charset="0"/>
                                                  <a:ea typeface="Lato" charset="0"/>
                                                  <a:cs typeface="Lato" charset="0"/>
                                                </a:rPr>
                                                <m:t>𝑠</m:t>
                                              </m:r>
                                            </m:sub>
                                          </m:sSub>
                                        </m:e>
                                      </m:d>
                                    </m:e>
                                    <m:sup>
                                      <m:r>
                                        <a:rPr lang="en-US" sz="2200" i="1" dirty="0">
                                          <a:solidFill>
                                            <a:schemeClr val="tx2"/>
                                          </a:solidFill>
                                          <a:latin typeface="Cambria Math" panose="02040503050406030204" pitchFamily="18" charset="0"/>
                                          <a:ea typeface="Lato" charset="0"/>
                                          <a:cs typeface="Lato" charset="0"/>
                                        </a:rPr>
                                        <m:t>2</m:t>
                                      </m:r>
                                    </m:sup>
                                  </m:sSup>
                                  <m:r>
                                    <a:rPr lang="en-US" sz="2200" i="1" dirty="0">
                                      <a:solidFill>
                                        <a:schemeClr val="tx2"/>
                                      </a:solidFill>
                                      <a:latin typeface="Cambria Math" panose="02040503050406030204" pitchFamily="18" charset="0"/>
                                      <a:ea typeface="Lato" charset="0"/>
                                      <a:cs typeface="Lato" charset="0"/>
                                    </a:rPr>
                                    <m:t>𝐴</m:t>
                                  </m:r>
                                  <m:d>
                                    <m:dPr>
                                      <m:ctrlPr>
                                        <a:rPr lang="en-US" sz="2200" i="1" dirty="0">
                                          <a:solidFill>
                                            <a:schemeClr val="tx2"/>
                                          </a:solidFill>
                                          <a:latin typeface="Cambria Math" panose="02040503050406030204" pitchFamily="18" charset="0"/>
                                          <a:ea typeface="Lato" charset="0"/>
                                          <a:cs typeface="Lato" charset="0"/>
                                        </a:rPr>
                                      </m:ctrlPr>
                                    </m:dPr>
                                    <m:e>
                                      <m:sSub>
                                        <m:sSubPr>
                                          <m:ctrlPr>
                                            <a:rPr lang="en-US" sz="2200" i="1" dirty="0">
                                              <a:solidFill>
                                                <a:schemeClr val="tx2"/>
                                              </a:solidFill>
                                              <a:latin typeface="Cambria Math" panose="02040503050406030204" pitchFamily="18" charset="0"/>
                                              <a:ea typeface="Lato" charset="0"/>
                                              <a:cs typeface="Lato" charset="0"/>
                                            </a:rPr>
                                          </m:ctrlPr>
                                        </m:sSubPr>
                                        <m:e>
                                          <m:r>
                                            <a:rPr lang="en-US" sz="2200" i="1" dirty="0">
                                              <a:solidFill>
                                                <a:schemeClr val="tx2"/>
                                              </a:solidFill>
                                              <a:latin typeface="Cambria Math" panose="02040503050406030204" pitchFamily="18" charset="0"/>
                                              <a:ea typeface="Lato" charset="0"/>
                                              <a:cs typeface="Lato" charset="0"/>
                                            </a:rPr>
                                            <m:t>𝑡</m:t>
                                          </m:r>
                                        </m:e>
                                        <m:sub>
                                          <m:r>
                                            <a:rPr lang="en-US" sz="2200" i="1" dirty="0">
                                              <a:solidFill>
                                                <a:schemeClr val="tx2"/>
                                              </a:solidFill>
                                              <a:latin typeface="Cambria Math" panose="02040503050406030204" pitchFamily="18" charset="0"/>
                                              <a:ea typeface="Lato" charset="0"/>
                                              <a:cs typeface="Lato" charset="0"/>
                                            </a:rPr>
                                            <m:t>𝑔</m:t>
                                          </m:r>
                                        </m:sub>
                                      </m:sSub>
                                      <m:r>
                                        <a:rPr lang="en-US" sz="2200" i="1" dirty="0">
                                          <a:solidFill>
                                            <a:schemeClr val="tx2"/>
                                          </a:solidFill>
                                          <a:latin typeface="Cambria Math" panose="02040503050406030204" pitchFamily="18" charset="0"/>
                                          <a:ea typeface="Lato" charset="0"/>
                                          <a:cs typeface="Lato" charset="0"/>
                                        </a:rPr>
                                        <m:t>,</m:t>
                                      </m:r>
                                      <m:r>
                                        <a:rPr lang="en-US" sz="2200" i="1" dirty="0">
                                          <a:solidFill>
                                            <a:schemeClr val="tx2"/>
                                          </a:solidFill>
                                          <a:latin typeface="Cambria Math" panose="02040503050406030204" pitchFamily="18" charset="0"/>
                                          <a:ea typeface="Lato" charset="0"/>
                                          <a:cs typeface="Lato" charset="0"/>
                                        </a:rPr>
                                        <m:t>𝜏</m:t>
                                      </m:r>
                                    </m:e>
                                  </m:d>
                                </m:e>
                              </m:groupChr>
                              <m: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m:t>
                              </m:r>
                              <m:groupChr>
                                <m:groupChrPr>
                                  <m:chr m:val="⏟"/>
                                  <m:pos m:val="bot"/>
                                  <m:vertJc m:val="top"/>
                                  <m:ctrlPr>
                                    <a:rPr lang="en-US" sz="2200" i="1" dirty="0">
                                      <a:solidFill>
                                        <a:schemeClr val="tx2"/>
                                      </a:solidFill>
                                      <a:latin typeface="Cambria Math" panose="02040503050406030204" pitchFamily="18" charset="0"/>
                                      <a:ea typeface="Lato" charset="0"/>
                                      <a:cs typeface="Lato" charset="0"/>
                                    </a:rPr>
                                  </m:ctrlPr>
                                </m:groupChrPr>
                                <m:e>
                                  <m:r>
                                    <a:rPr lang="en-US" sz="2200" i="1" dirty="0">
                                      <a:solidFill>
                                        <a:schemeClr val="tx2"/>
                                      </a:solidFill>
                                      <a:latin typeface="Cambria Math" panose="02040503050406030204" pitchFamily="18" charset="0"/>
                                      <a:ea typeface="Lato" charset="0"/>
                                      <a:cs typeface="Lato" charset="0"/>
                                    </a:rPr>
                                    <m:t>2</m:t>
                                  </m:r>
                                  <m:d>
                                    <m:dPr>
                                      <m:begChr m:val="⟨"/>
                                      <m:endChr m:val="⟩"/>
                                      <m:ctrlPr>
                                        <a:rPr lang="en-US" sz="2200" i="1" dirty="0">
                                          <a:solidFill>
                                            <a:schemeClr val="tx2"/>
                                          </a:solidFill>
                                          <a:latin typeface="Cambria Math" panose="02040503050406030204" pitchFamily="18" charset="0"/>
                                          <a:ea typeface="Lato" charset="0"/>
                                          <a:cs typeface="Lato" charset="0"/>
                                        </a:rPr>
                                      </m:ctrlPr>
                                    </m:dPr>
                                    <m:e>
                                      <m:sSub>
                                        <m:sSubPr>
                                          <m:ctrlPr>
                                            <a:rPr lang="en-US" sz="2200" i="1" dirty="0">
                                              <a:solidFill>
                                                <a:schemeClr val="tx2"/>
                                              </a:solidFill>
                                              <a:latin typeface="Cambria Math" panose="02040503050406030204" pitchFamily="18" charset="0"/>
                                              <a:ea typeface="Lato" charset="0"/>
                                              <a:cs typeface="Lato" charset="0"/>
                                            </a:rPr>
                                          </m:ctrlPr>
                                        </m:sSubPr>
                                        <m:e>
                                          <m:r>
                                            <a:rPr lang="en-US" sz="2200" i="1" dirty="0">
                                              <a:solidFill>
                                                <a:schemeClr val="tx2"/>
                                              </a:solidFill>
                                              <a:latin typeface="Cambria Math" panose="02040503050406030204" pitchFamily="18" charset="0"/>
                                              <a:ea typeface="Lato" charset="0"/>
                                              <a:cs typeface="Lato" charset="0"/>
                                            </a:rPr>
                                            <m:t>𝐼</m:t>
                                          </m:r>
                                        </m:e>
                                        <m:sub>
                                          <m:r>
                                            <a:rPr lang="en-US" sz="2200" i="1" dirty="0">
                                              <a:solidFill>
                                                <a:schemeClr val="tx2"/>
                                              </a:solidFill>
                                              <a:latin typeface="Cambria Math" panose="02040503050406030204" pitchFamily="18" charset="0"/>
                                              <a:ea typeface="Lato" charset="0"/>
                                              <a:cs typeface="Lato" charset="0"/>
                                            </a:rPr>
                                            <m:t>𝑠</m:t>
                                          </m:r>
                                        </m:sub>
                                      </m:sSub>
                                    </m:e>
                                  </m:d>
                                  <m:d>
                                    <m:dPr>
                                      <m:begChr m:val="⟨"/>
                                      <m:endChr m:val="⟩"/>
                                      <m:ctrlPr>
                                        <a:rPr lang="en-US" sz="2200" i="1" dirty="0">
                                          <a:solidFill>
                                            <a:schemeClr val="tx2"/>
                                          </a:solidFill>
                                          <a:latin typeface="Cambria Math" panose="02040503050406030204" pitchFamily="18" charset="0"/>
                                          <a:ea typeface="Lato" charset="0"/>
                                          <a:cs typeface="Lato" charset="0"/>
                                        </a:rPr>
                                      </m:ctrlPr>
                                    </m:dPr>
                                    <m:e>
                                      <m:sSub>
                                        <m:sSubPr>
                                          <m:ctrlPr>
                                            <a:rPr lang="en-US" sz="2200" i="1" dirty="0">
                                              <a:solidFill>
                                                <a:schemeClr val="tx2"/>
                                              </a:solidFill>
                                              <a:latin typeface="Cambria Math" panose="02040503050406030204" pitchFamily="18" charset="0"/>
                                              <a:ea typeface="Lato" charset="0"/>
                                              <a:cs typeface="Lato" charset="0"/>
                                            </a:rPr>
                                          </m:ctrlPr>
                                        </m:sSubPr>
                                        <m:e>
                                          <m:r>
                                            <a:rPr lang="en-US" sz="2200" i="1" dirty="0">
                                              <a:solidFill>
                                                <a:schemeClr val="tx2"/>
                                              </a:solidFill>
                                              <a:latin typeface="Cambria Math" panose="02040503050406030204" pitchFamily="18" charset="0"/>
                                              <a:ea typeface="Lato" charset="0"/>
                                              <a:cs typeface="Lato" charset="0"/>
                                            </a:rPr>
                                            <m:t>𝐼</m:t>
                                          </m:r>
                                        </m:e>
                                        <m:sub>
                                          <m:r>
                                            <a:rPr lang="en-US" sz="2200" i="1" dirty="0">
                                              <a:solidFill>
                                                <a:schemeClr val="tx2"/>
                                              </a:solidFill>
                                              <a:latin typeface="Cambria Math" panose="02040503050406030204" pitchFamily="18" charset="0"/>
                                              <a:ea typeface="Lato" charset="0"/>
                                              <a:cs typeface="Lato" charset="0"/>
                                            </a:rPr>
                                            <m:t>𝑅</m:t>
                                          </m:r>
                                        </m:sub>
                                      </m:sSub>
                                    </m:e>
                                  </m:d>
                                  <m:r>
                                    <a:rPr lang="en-US" sz="2200" b="0" i="1" dirty="0" smtClean="0">
                                      <a:solidFill>
                                        <a:schemeClr val="tx2"/>
                                      </a:solidFill>
                                      <a:latin typeface="Cambria Math" panose="02040503050406030204" pitchFamily="18" charset="0"/>
                                      <a:ea typeface="Lato" charset="0"/>
                                      <a:cs typeface="Lato" charset="0"/>
                                    </a:rPr>
                                    <m:t>𝐵</m:t>
                                  </m:r>
                                  <m:d>
                                    <m:dPr>
                                      <m:ctrlPr>
                                        <a:rPr lang="en-US" sz="2200" b="0" i="1" dirty="0" smtClean="0">
                                          <a:solidFill>
                                            <a:schemeClr val="tx2"/>
                                          </a:solidFill>
                                          <a:latin typeface="Cambria Math" panose="02040503050406030204" pitchFamily="18" charset="0"/>
                                          <a:ea typeface="Lato" charset="0"/>
                                          <a:cs typeface="Lato" charset="0"/>
                                        </a:rPr>
                                      </m:ctrlPr>
                                    </m:dPr>
                                    <m:e>
                                      <m:sSub>
                                        <m:sSubPr>
                                          <m:ctrlPr>
                                            <a:rPr lang="en-US" sz="2200" b="0" i="1" dirty="0" smtClean="0">
                                              <a:solidFill>
                                                <a:schemeClr val="tx2"/>
                                              </a:solidFill>
                                              <a:latin typeface="Cambria Math" panose="02040503050406030204" pitchFamily="18" charset="0"/>
                                              <a:ea typeface="Lato" charset="0"/>
                                              <a:cs typeface="Lato" charset="0"/>
                                            </a:rPr>
                                          </m:ctrlPr>
                                        </m:sSubPr>
                                        <m:e>
                                          <m:r>
                                            <a:rPr lang="en-US" sz="2200" b="0" i="1" dirty="0" smtClean="0">
                                              <a:solidFill>
                                                <a:schemeClr val="tx2"/>
                                              </a:solidFill>
                                              <a:latin typeface="Cambria Math" panose="02040503050406030204" pitchFamily="18" charset="0"/>
                                              <a:ea typeface="Lato" charset="0"/>
                                              <a:cs typeface="Lato" charset="0"/>
                                            </a:rPr>
                                            <m:t>𝑡</m:t>
                                          </m:r>
                                        </m:e>
                                        <m:sub>
                                          <m:r>
                                            <a:rPr lang="en-US" sz="2200" b="0" i="1" dirty="0" smtClean="0">
                                              <a:solidFill>
                                                <a:schemeClr val="tx2"/>
                                              </a:solidFill>
                                              <a:latin typeface="Cambria Math" panose="02040503050406030204" pitchFamily="18" charset="0"/>
                                              <a:ea typeface="Lato" charset="0"/>
                                              <a:cs typeface="Lato" charset="0"/>
                                            </a:rPr>
                                            <m:t>𝑔</m:t>
                                          </m:r>
                                        </m:sub>
                                      </m:sSub>
                                      <m:r>
                                        <a:rPr lang="en-US" sz="2200" b="0" i="1" dirty="0" smtClean="0">
                                          <a:solidFill>
                                            <a:schemeClr val="tx2"/>
                                          </a:solidFill>
                                          <a:latin typeface="Cambria Math" panose="02040503050406030204" pitchFamily="18" charset="0"/>
                                          <a:ea typeface="Lato" charset="0"/>
                                          <a:cs typeface="Lato" charset="0"/>
                                        </a:rPr>
                                        <m:t>,</m:t>
                                      </m:r>
                                      <m:r>
                                        <a:rPr lang="en-US" sz="2200" b="0" i="1" dirty="0" smtClean="0">
                                          <a:solidFill>
                                            <a:schemeClr val="tx2"/>
                                          </a:solidFill>
                                          <a:latin typeface="Cambria Math" panose="02040503050406030204" pitchFamily="18" charset="0"/>
                                          <a:ea typeface="Lato" charset="0"/>
                                          <a:cs typeface="Lato" charset="0"/>
                                        </a:rPr>
                                        <m:t>𝜏</m:t>
                                      </m:r>
                                    </m:e>
                                  </m:d>
                                </m:e>
                              </m:groupChr>
                            </m:e>
                          </m:d>
                          <m:d>
                            <m:dPr>
                              <m:ctrlP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ctrlPr>
                            </m:dPr>
                            <m:e>
                              <m: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1−</m:t>
                              </m:r>
                              <m:f>
                                <m:fPr>
                                  <m:ctrlP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ctrlPr>
                                </m:fPr>
                                <m:num>
                                  <m: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𝜏</m:t>
                                  </m:r>
                                </m:num>
                                <m:den>
                                  <m: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𝑇</m:t>
                                  </m:r>
                                </m:den>
                              </m:f>
                            </m:e>
                          </m:d>
                          <m: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𝑑</m:t>
                          </m:r>
                          <m:r>
                            <a:rPr kumimoji="0" lang="en-US" sz="2200" b="0" i="1" u="none" strike="noStrike" kern="1200" cap="none" spc="0" normalizeH="0" baseline="0" noProof="0" dirty="0" smtClean="0">
                              <a:ln>
                                <a:noFill/>
                              </a:ln>
                              <a:solidFill>
                                <a:schemeClr val="tx2"/>
                              </a:solidFill>
                              <a:effectLst/>
                              <a:uLnTx/>
                              <a:uFillTx/>
                              <a:latin typeface="Cambria Math" panose="02040503050406030204" pitchFamily="18" charset="0"/>
                              <a:ea typeface="Lato" charset="0"/>
                              <a:cs typeface="Lato" charset="0"/>
                            </a:rPr>
                            <m:t>𝜏</m:t>
                          </m:r>
                        </m:e>
                      </m:nary>
                    </m:oMath>
                  </m:oMathPara>
                </a14:m>
                <a:endParaRPr lang="en-US" dirty="0"/>
              </a:p>
            </p:txBody>
          </p:sp>
        </mc:Choice>
        <mc:Fallback xmlns="">
          <p:sp>
            <p:nvSpPr>
              <p:cNvPr id="30" name="TextBox 29">
                <a:extLst>
                  <a:ext uri="{FF2B5EF4-FFF2-40B4-BE49-F238E27FC236}">
                    <a16:creationId xmlns:a16="http://schemas.microsoft.com/office/drawing/2014/main" id="{E7B039E6-A48C-6A90-DF2D-5F2535CF1C70}"/>
                  </a:ext>
                </a:extLst>
              </p:cNvPr>
              <p:cNvSpPr txBox="1">
                <a:spLocks noRot="1" noChangeAspect="1" noMove="1" noResize="1" noEditPoints="1" noAdjustHandles="1" noChangeArrowheads="1" noChangeShapeType="1" noTextEdit="1"/>
              </p:cNvSpPr>
              <p:nvPr/>
            </p:nvSpPr>
            <p:spPr>
              <a:xfrm>
                <a:off x="1409175" y="1168270"/>
                <a:ext cx="8753997" cy="1112805"/>
              </a:xfrm>
              <a:prstGeom prst="rect">
                <a:avLst/>
              </a:prstGeom>
              <a:blipFill>
                <a:blip r:embed="rId4"/>
                <a:stretch>
                  <a:fillRect/>
                </a:stretch>
              </a:blipFill>
            </p:spPr>
            <p:txBody>
              <a:bodyPr/>
              <a:lstStyle/>
              <a:p>
                <a:r>
                  <a:rPr lang="en-US">
                    <a:noFill/>
                  </a:rPr>
                  <a:t> </a:t>
                </a:r>
              </a:p>
            </p:txBody>
          </p:sp>
        </mc:Fallback>
      </mc:AlternateContent>
      <p:sp>
        <p:nvSpPr>
          <p:cNvPr id="31" name="כותרת 1">
            <a:extLst>
              <a:ext uri="{FF2B5EF4-FFF2-40B4-BE49-F238E27FC236}">
                <a16:creationId xmlns:a16="http://schemas.microsoft.com/office/drawing/2014/main" id="{45D9BBC2-2534-0655-D54A-19EF0219E4E9}"/>
              </a:ext>
            </a:extLst>
          </p:cNvPr>
          <p:cNvSpPr txBox="1">
            <a:spLocks/>
          </p:cNvSpPr>
          <p:nvPr/>
        </p:nvSpPr>
        <p:spPr>
          <a:xfrm>
            <a:off x="1097280" y="286604"/>
            <a:ext cx="10504170" cy="801586"/>
          </a:xfrm>
          <a:prstGeom prst="rect">
            <a:avLst/>
          </a:prstGeom>
        </p:spPr>
        <p:txBody>
          <a:bodyPr>
            <a:normAutofit fontScale="900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just"/>
            <a:r>
              <a:rPr lang="en-US"/>
              <a:t>Revised theory for Time and Coherence Gating</a:t>
            </a:r>
            <a:endParaRPr lang="he-IL" dirty="0"/>
          </a:p>
        </p:txBody>
      </p:sp>
      <p:sp>
        <p:nvSpPr>
          <p:cNvPr id="32" name="מציין מיקום של מספר שקופית 24">
            <a:extLst>
              <a:ext uri="{FF2B5EF4-FFF2-40B4-BE49-F238E27FC236}">
                <a16:creationId xmlns:a16="http://schemas.microsoft.com/office/drawing/2014/main" id="{73A0DAFA-ECDC-DCC0-C2C2-C560A53152F2}"/>
              </a:ext>
            </a:extLst>
          </p:cNvPr>
          <p:cNvSpPr txBox="1">
            <a:spLocks/>
          </p:cNvSpPr>
          <p:nvPr/>
        </p:nvSpPr>
        <p:spPr>
          <a:xfrm>
            <a:off x="9900458" y="6459785"/>
            <a:ext cx="1312025" cy="365125"/>
          </a:xfrm>
          <a:prstGeom prst="rect">
            <a:avLst/>
          </a:prstGeom>
        </p:spPr>
        <p:txBody>
          <a:bodyPr vert="horz" lIns="91440" tIns="45720" rIns="91440" bIns="45720" rtlCol="0" anchor="ctr"/>
          <a:lstStyle>
            <a:defPPr>
              <a:defRPr lang="en-US"/>
            </a:defPPr>
            <a:lvl1pPr marL="0" algn="r" defTabSz="457200" rtl="0" eaLnBrk="1" latinLnBrk="0" hangingPunct="1">
              <a:defRPr sz="1050"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D11AD2F-9457-44B3-A1A5-67FB697FC1E5}" type="slidenum">
              <a:rPr lang="en-US" smtClean="0"/>
              <a:pPr/>
              <a:t>11</a:t>
            </a:fld>
            <a:endParaRPr lang="en-US"/>
          </a:p>
        </p:txBody>
      </p:sp>
      <p:cxnSp>
        <p:nvCxnSpPr>
          <p:cNvPr id="33" name="מחבר חץ ישר 18">
            <a:extLst>
              <a:ext uri="{FF2B5EF4-FFF2-40B4-BE49-F238E27FC236}">
                <a16:creationId xmlns:a16="http://schemas.microsoft.com/office/drawing/2014/main" id="{F4A80565-C4AD-367F-DF7A-8C4F760E3F2F}"/>
              </a:ext>
            </a:extLst>
          </p:cNvPr>
          <p:cNvCxnSpPr>
            <a:cxnSpLocks/>
          </p:cNvCxnSpPr>
          <p:nvPr/>
        </p:nvCxnSpPr>
        <p:spPr>
          <a:xfrm flipH="1" flipV="1">
            <a:off x="10526438" y="2224982"/>
            <a:ext cx="57538" cy="399113"/>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34" name="תיבת טקסט 21">
            <a:extLst>
              <a:ext uri="{FF2B5EF4-FFF2-40B4-BE49-F238E27FC236}">
                <a16:creationId xmlns:a16="http://schemas.microsoft.com/office/drawing/2014/main" id="{270F69AB-728B-5105-E841-2DDCA3CCDDE6}"/>
              </a:ext>
            </a:extLst>
          </p:cNvPr>
          <p:cNvSpPr txBox="1"/>
          <p:nvPr/>
        </p:nvSpPr>
        <p:spPr>
          <a:xfrm>
            <a:off x="10070177" y="1700766"/>
            <a:ext cx="1238058" cy="584775"/>
          </a:xfrm>
          <a:prstGeom prst="rect">
            <a:avLst/>
          </a:prstGeom>
          <a:noFill/>
        </p:spPr>
        <p:txBody>
          <a:bodyPr wrap="square" rtlCol="1">
            <a:spAutoFit/>
          </a:bodyPr>
          <a:lstStyle/>
          <a:p>
            <a:r>
              <a:rPr lang="en-US" sz="1600" dirty="0"/>
              <a:t>Pathlength difference</a:t>
            </a:r>
            <a:endParaRPr lang="he-IL" sz="1600" dirty="0"/>
          </a:p>
        </p:txBody>
      </p:sp>
      <p:sp>
        <p:nvSpPr>
          <p:cNvPr id="35" name="תיבת טקסט 21">
            <a:extLst>
              <a:ext uri="{FF2B5EF4-FFF2-40B4-BE49-F238E27FC236}">
                <a16:creationId xmlns:a16="http://schemas.microsoft.com/office/drawing/2014/main" id="{55AF2A93-6784-5A65-05AF-9F3B01D8479B}"/>
              </a:ext>
            </a:extLst>
          </p:cNvPr>
          <p:cNvSpPr txBox="1"/>
          <p:nvPr/>
        </p:nvSpPr>
        <p:spPr>
          <a:xfrm>
            <a:off x="10093623" y="3554901"/>
            <a:ext cx="1238058" cy="584775"/>
          </a:xfrm>
          <a:prstGeom prst="rect">
            <a:avLst/>
          </a:prstGeom>
          <a:noFill/>
        </p:spPr>
        <p:txBody>
          <a:bodyPr wrap="square" rtlCol="1">
            <a:spAutoFit/>
          </a:bodyPr>
          <a:lstStyle/>
          <a:p>
            <a:r>
              <a:rPr lang="en-US" sz="1600" dirty="0"/>
              <a:t>Coherence length</a:t>
            </a:r>
            <a:endParaRPr lang="he-IL" sz="1600" dirty="0"/>
          </a:p>
        </p:txBody>
      </p:sp>
      <p:cxnSp>
        <p:nvCxnSpPr>
          <p:cNvPr id="36" name="מחבר חץ ישר 18">
            <a:extLst>
              <a:ext uri="{FF2B5EF4-FFF2-40B4-BE49-F238E27FC236}">
                <a16:creationId xmlns:a16="http://schemas.microsoft.com/office/drawing/2014/main" id="{19A52F58-3D84-7D29-F094-FD3770C5AB98}"/>
              </a:ext>
            </a:extLst>
          </p:cNvPr>
          <p:cNvCxnSpPr>
            <a:cxnSpLocks/>
          </p:cNvCxnSpPr>
          <p:nvPr/>
        </p:nvCxnSpPr>
        <p:spPr>
          <a:xfrm flipH="1">
            <a:off x="10441733" y="3099244"/>
            <a:ext cx="125645" cy="487792"/>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7" name="מחבר חץ ישר 18">
            <a:extLst>
              <a:ext uri="{FF2B5EF4-FFF2-40B4-BE49-F238E27FC236}">
                <a16:creationId xmlns:a16="http://schemas.microsoft.com/office/drawing/2014/main" id="{A36B7B7D-BD8E-67A0-6F4E-D175411E9CC1}"/>
              </a:ext>
            </a:extLst>
          </p:cNvPr>
          <p:cNvCxnSpPr>
            <a:cxnSpLocks/>
          </p:cNvCxnSpPr>
          <p:nvPr/>
        </p:nvCxnSpPr>
        <p:spPr>
          <a:xfrm>
            <a:off x="1905905" y="3275381"/>
            <a:ext cx="80010" cy="284211"/>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38" name="תיבת טקסט 21">
            <a:extLst>
              <a:ext uri="{FF2B5EF4-FFF2-40B4-BE49-F238E27FC236}">
                <a16:creationId xmlns:a16="http://schemas.microsoft.com/office/drawing/2014/main" id="{0333C710-72BE-FC0D-AEFF-EE677814D862}"/>
              </a:ext>
            </a:extLst>
          </p:cNvPr>
          <p:cNvSpPr txBox="1"/>
          <p:nvPr/>
        </p:nvSpPr>
        <p:spPr>
          <a:xfrm>
            <a:off x="1474307" y="3576837"/>
            <a:ext cx="1466801" cy="830997"/>
          </a:xfrm>
          <a:prstGeom prst="rect">
            <a:avLst/>
          </a:prstGeom>
          <a:noFill/>
        </p:spPr>
        <p:txBody>
          <a:bodyPr wrap="square" rtlCol="1">
            <a:spAutoFit/>
          </a:bodyPr>
          <a:lstStyle/>
          <a:p>
            <a:r>
              <a:rPr lang="en-US" sz="1600" dirty="0"/>
              <a:t>Effective path length distribution</a:t>
            </a:r>
            <a:endParaRPr lang="he-IL" sz="1600" dirty="0"/>
          </a:p>
        </p:txBody>
      </p:sp>
      <p:cxnSp>
        <p:nvCxnSpPr>
          <p:cNvPr id="39" name="מחבר חץ ישר 18">
            <a:extLst>
              <a:ext uri="{FF2B5EF4-FFF2-40B4-BE49-F238E27FC236}">
                <a16:creationId xmlns:a16="http://schemas.microsoft.com/office/drawing/2014/main" id="{CC042101-E85A-41FD-4E9D-35FBFD1729D6}"/>
              </a:ext>
            </a:extLst>
          </p:cNvPr>
          <p:cNvCxnSpPr>
            <a:cxnSpLocks/>
          </p:cNvCxnSpPr>
          <p:nvPr/>
        </p:nvCxnSpPr>
        <p:spPr>
          <a:xfrm>
            <a:off x="2022370" y="1931190"/>
            <a:ext cx="80010" cy="284211"/>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40" name="תיבת טקסט 21">
            <a:extLst>
              <a:ext uri="{FF2B5EF4-FFF2-40B4-BE49-F238E27FC236}">
                <a16:creationId xmlns:a16="http://schemas.microsoft.com/office/drawing/2014/main" id="{123CA0EC-4F7B-BE04-F1B4-85215BB91EB9}"/>
              </a:ext>
            </a:extLst>
          </p:cNvPr>
          <p:cNvSpPr txBox="1"/>
          <p:nvPr/>
        </p:nvSpPr>
        <p:spPr>
          <a:xfrm>
            <a:off x="1714980" y="2164427"/>
            <a:ext cx="1466801" cy="338554"/>
          </a:xfrm>
          <a:prstGeom prst="rect">
            <a:avLst/>
          </a:prstGeom>
          <a:noFill/>
        </p:spPr>
        <p:txBody>
          <a:bodyPr wrap="square" rtlCol="1">
            <a:spAutoFit/>
          </a:bodyPr>
          <a:lstStyle/>
          <a:p>
            <a:r>
              <a:rPr lang="en-US" sz="1600" dirty="0"/>
              <a:t>Time gate</a:t>
            </a:r>
            <a:endParaRPr lang="he-IL" sz="1600" dirty="0"/>
          </a:p>
        </p:txBody>
      </p:sp>
      <p:sp>
        <p:nvSpPr>
          <p:cNvPr id="41" name="Arrow: Down 40">
            <a:extLst>
              <a:ext uri="{FF2B5EF4-FFF2-40B4-BE49-F238E27FC236}">
                <a16:creationId xmlns:a16="http://schemas.microsoft.com/office/drawing/2014/main" id="{7E6565DF-7802-BB38-D0C4-5619BAAD73BD}"/>
              </a:ext>
            </a:extLst>
          </p:cNvPr>
          <p:cNvSpPr/>
          <p:nvPr/>
        </p:nvSpPr>
        <p:spPr>
          <a:xfrm>
            <a:off x="5895877" y="3453961"/>
            <a:ext cx="186398" cy="660400"/>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42" name="Arrow: Down 41">
            <a:extLst>
              <a:ext uri="{FF2B5EF4-FFF2-40B4-BE49-F238E27FC236}">
                <a16:creationId xmlns:a16="http://schemas.microsoft.com/office/drawing/2014/main" id="{0E8A5AB2-5D74-3E84-E778-42E227B8AA4D}"/>
              </a:ext>
            </a:extLst>
          </p:cNvPr>
          <p:cNvSpPr/>
          <p:nvPr/>
        </p:nvSpPr>
        <p:spPr>
          <a:xfrm>
            <a:off x="5946537" y="4935251"/>
            <a:ext cx="186398" cy="660400"/>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cxnSp>
        <p:nvCxnSpPr>
          <p:cNvPr id="43" name="מחבר חץ ישר 18">
            <a:extLst>
              <a:ext uri="{FF2B5EF4-FFF2-40B4-BE49-F238E27FC236}">
                <a16:creationId xmlns:a16="http://schemas.microsoft.com/office/drawing/2014/main" id="{2B626C2E-1F80-6B82-F82C-71453AB7379F}"/>
              </a:ext>
            </a:extLst>
          </p:cNvPr>
          <p:cNvCxnSpPr>
            <a:cxnSpLocks/>
          </p:cNvCxnSpPr>
          <p:nvPr/>
        </p:nvCxnSpPr>
        <p:spPr>
          <a:xfrm>
            <a:off x="4331178" y="2165287"/>
            <a:ext cx="80010" cy="284211"/>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44" name="תיבת טקסט 21">
            <a:extLst>
              <a:ext uri="{FF2B5EF4-FFF2-40B4-BE49-F238E27FC236}">
                <a16:creationId xmlns:a16="http://schemas.microsoft.com/office/drawing/2014/main" id="{9813EC48-6B2C-50CA-ACB1-AA325DA72349}"/>
              </a:ext>
            </a:extLst>
          </p:cNvPr>
          <p:cNvSpPr txBox="1"/>
          <p:nvPr/>
        </p:nvSpPr>
        <p:spPr>
          <a:xfrm>
            <a:off x="3820268" y="2362185"/>
            <a:ext cx="1466801" cy="338554"/>
          </a:xfrm>
          <a:prstGeom prst="rect">
            <a:avLst/>
          </a:prstGeom>
          <a:noFill/>
        </p:spPr>
        <p:txBody>
          <a:bodyPr wrap="square" rtlCol="1">
            <a:spAutoFit/>
          </a:bodyPr>
          <a:lstStyle/>
          <a:p>
            <a:r>
              <a:rPr lang="en-US" sz="1600" dirty="0"/>
              <a:t>Total Intensity</a:t>
            </a:r>
            <a:endParaRPr lang="he-IL" sz="1600" dirty="0"/>
          </a:p>
        </p:txBody>
      </p:sp>
      <p:cxnSp>
        <p:nvCxnSpPr>
          <p:cNvPr id="45" name="מחבר חץ ישר 18">
            <a:extLst>
              <a:ext uri="{FF2B5EF4-FFF2-40B4-BE49-F238E27FC236}">
                <a16:creationId xmlns:a16="http://schemas.microsoft.com/office/drawing/2014/main" id="{F8246F52-180B-464E-5FA7-2B871C3B61A4}"/>
              </a:ext>
            </a:extLst>
          </p:cNvPr>
          <p:cNvCxnSpPr>
            <a:cxnSpLocks/>
          </p:cNvCxnSpPr>
          <p:nvPr/>
        </p:nvCxnSpPr>
        <p:spPr>
          <a:xfrm flipH="1">
            <a:off x="9121328" y="3194936"/>
            <a:ext cx="125645" cy="487792"/>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46" name="תיבת טקסט 21">
            <a:extLst>
              <a:ext uri="{FF2B5EF4-FFF2-40B4-BE49-F238E27FC236}">
                <a16:creationId xmlns:a16="http://schemas.microsoft.com/office/drawing/2014/main" id="{42A15AD5-2782-4191-0FEF-CD0E70E68D32}"/>
              </a:ext>
            </a:extLst>
          </p:cNvPr>
          <p:cNvSpPr txBox="1"/>
          <p:nvPr/>
        </p:nvSpPr>
        <p:spPr>
          <a:xfrm>
            <a:off x="8482061" y="3611207"/>
            <a:ext cx="1238058" cy="338554"/>
          </a:xfrm>
          <a:prstGeom prst="rect">
            <a:avLst/>
          </a:prstGeom>
          <a:noFill/>
        </p:spPr>
        <p:txBody>
          <a:bodyPr wrap="square" rtlCol="1">
            <a:spAutoFit/>
          </a:bodyPr>
          <a:lstStyle/>
          <a:p>
            <a:r>
              <a:rPr lang="en-US" sz="1600" dirty="0"/>
              <a:t>Gate Profile</a:t>
            </a:r>
            <a:endParaRPr lang="he-IL" sz="1600" dirty="0"/>
          </a:p>
        </p:txBody>
      </p:sp>
      <p:pic>
        <p:nvPicPr>
          <p:cNvPr id="47" name="Picture 6" descr="Faculty of Engineering Bar-Ilan University">
            <a:extLst>
              <a:ext uri="{FF2B5EF4-FFF2-40B4-BE49-F238E27FC236}">
                <a16:creationId xmlns:a16="http://schemas.microsoft.com/office/drawing/2014/main" id="{D06C20A7-EF46-0899-EA86-EA4785E181D9}"/>
              </a:ext>
            </a:extLst>
          </p:cNvPr>
          <p:cNvPicPr/>
          <p:nvPr/>
        </p:nvPicPr>
        <p:blipFill>
          <a:blip r:embed="rId5">
            <a:extLst>
              <a:ext uri="{28A0092B-C50C-407E-A947-70E740481C1C}">
                <a14:useLocalDpi xmlns:a14="http://schemas.microsoft.com/office/drawing/2010/main" val="0"/>
              </a:ext>
            </a:extLst>
          </a:blip>
          <a:stretch>
            <a:fillRect/>
          </a:stretch>
        </p:blipFill>
        <p:spPr bwMode="auto">
          <a:xfrm>
            <a:off x="91074" y="6367558"/>
            <a:ext cx="2023476" cy="551397"/>
          </a:xfrm>
          <a:prstGeom prst="rect">
            <a:avLst/>
          </a:prstGeom>
          <a:noFill/>
          <a:extLst>
            <a:ext uri="{909E8E84-426E-40DD-AFC4-6F175D3DCCD1}">
              <a14:hiddenFill xmlns:a14="http://schemas.microsoft.com/office/drawing/2010/main">
                <a:solidFill>
                  <a:srgbClr val="FFFFFF"/>
                </a:solidFill>
              </a14:hiddenFill>
            </a:ext>
          </a:extLst>
        </p:spPr>
      </p:pic>
      <p:sp>
        <p:nvSpPr>
          <p:cNvPr id="48" name="תיבת טקסט 21">
            <a:extLst>
              <a:ext uri="{FF2B5EF4-FFF2-40B4-BE49-F238E27FC236}">
                <a16:creationId xmlns:a16="http://schemas.microsoft.com/office/drawing/2014/main" id="{7DC6B7A3-6309-BB36-39CC-CE93E2D8C3C1}"/>
              </a:ext>
            </a:extLst>
          </p:cNvPr>
          <p:cNvSpPr txBox="1"/>
          <p:nvPr/>
        </p:nvSpPr>
        <p:spPr>
          <a:xfrm>
            <a:off x="5007328" y="1988099"/>
            <a:ext cx="1106513" cy="338554"/>
          </a:xfrm>
          <a:prstGeom prst="rect">
            <a:avLst/>
          </a:prstGeom>
          <a:noFill/>
        </p:spPr>
        <p:txBody>
          <a:bodyPr wrap="square" rtlCol="1">
            <a:spAutoFit/>
          </a:bodyPr>
          <a:lstStyle/>
          <a:p>
            <a:r>
              <a:rPr lang="en-US" sz="1600" dirty="0"/>
              <a:t>SCOS term</a:t>
            </a:r>
            <a:endParaRPr lang="he-IL" sz="1600" dirty="0"/>
          </a:p>
        </p:txBody>
      </p:sp>
      <p:sp>
        <p:nvSpPr>
          <p:cNvPr id="49" name="תיבת טקסט 21">
            <a:extLst>
              <a:ext uri="{FF2B5EF4-FFF2-40B4-BE49-F238E27FC236}">
                <a16:creationId xmlns:a16="http://schemas.microsoft.com/office/drawing/2014/main" id="{336FCBE9-CB71-3FA7-8773-757EF8A7C1C1}"/>
              </a:ext>
            </a:extLst>
          </p:cNvPr>
          <p:cNvSpPr txBox="1"/>
          <p:nvPr/>
        </p:nvSpPr>
        <p:spPr>
          <a:xfrm>
            <a:off x="6575259" y="2011766"/>
            <a:ext cx="1916271" cy="338554"/>
          </a:xfrm>
          <a:prstGeom prst="rect">
            <a:avLst/>
          </a:prstGeom>
          <a:noFill/>
        </p:spPr>
        <p:txBody>
          <a:bodyPr wrap="square" rtlCol="1">
            <a:spAutoFit/>
          </a:bodyPr>
          <a:lstStyle/>
          <a:p>
            <a:r>
              <a:rPr lang="en-US" sz="1600" dirty="0"/>
              <a:t>Interferometric term</a:t>
            </a:r>
            <a:endParaRPr lang="he-IL" sz="1600" dirty="0"/>
          </a:p>
        </p:txBody>
      </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616791C2-ED5D-6553-3B1E-3B3F6801AFF1}"/>
                  </a:ext>
                </a:extLst>
              </p:cNvPr>
              <p:cNvSpPr txBox="1"/>
              <p:nvPr/>
            </p:nvSpPr>
            <p:spPr>
              <a:xfrm>
                <a:off x="6173587" y="3481803"/>
                <a:ext cx="1682944" cy="430887"/>
              </a:xfrm>
              <a:prstGeom prst="rect">
                <a:avLst/>
              </a:prstGeom>
              <a:noFill/>
            </p:spPr>
            <p:txBody>
              <a:bodyPr wrap="square">
                <a:spAutoFit/>
              </a:bodyPr>
              <a:lstStyle/>
              <a:p>
                <a:pPr/>
                <a14:m>
                  <m:oMathPara xmlns:m="http://schemas.openxmlformats.org/officeDocument/2006/math">
                    <m:oMath>
                      <m:d>
                        <m:dPr>
                          <m:begChr m:val="⟨"/>
                          <m:endChr m:val="⟩"/>
                          <m:ctrlPr>
                            <a:rPr lang="en-US" sz="2200" b="0" i="1" dirty="0" smtClean="0">
                              <a:solidFill>
                                <a:schemeClr val="tx1"/>
                              </a:solidFill>
                              <a:latin typeface="Cambria Math" panose="02040503050406030204" pitchFamily="18" charset="0"/>
                              <a:ea typeface="Lato" charset="0"/>
                              <a:cs typeface="Lato" charset="0"/>
                            </a:rPr>
                          </m:ctrlPr>
                        </m:dPr>
                        <m:e>
                          <m:sSub>
                            <m:sSubPr>
                              <m:ctrlPr>
                                <a:rPr lang="en-US" sz="2200" b="0" i="1" dirty="0" smtClean="0">
                                  <a:solidFill>
                                    <a:schemeClr val="tx1"/>
                                  </a:solidFill>
                                  <a:latin typeface="Cambria Math" panose="02040503050406030204" pitchFamily="18" charset="0"/>
                                  <a:ea typeface="Lato" charset="0"/>
                                  <a:cs typeface="Lato" charset="0"/>
                                </a:rPr>
                              </m:ctrlPr>
                            </m:sSubPr>
                            <m:e>
                              <m:r>
                                <a:rPr lang="en-US" sz="2200" b="0" i="1" dirty="0" smtClean="0">
                                  <a:solidFill>
                                    <a:schemeClr val="tx1"/>
                                  </a:solidFill>
                                  <a:latin typeface="Cambria Math" panose="02040503050406030204" pitchFamily="18" charset="0"/>
                                  <a:ea typeface="Lato" charset="0"/>
                                  <a:cs typeface="Lato" charset="0"/>
                                </a:rPr>
                                <m:t>𝐼</m:t>
                              </m:r>
                            </m:e>
                            <m:sub>
                              <m:r>
                                <a:rPr lang="en-US" sz="2200" b="0" i="1" dirty="0" smtClean="0">
                                  <a:solidFill>
                                    <a:schemeClr val="tx1"/>
                                  </a:solidFill>
                                  <a:latin typeface="Cambria Math" panose="02040503050406030204" pitchFamily="18" charset="0"/>
                                  <a:ea typeface="Lato" charset="0"/>
                                  <a:cs typeface="Lato" charset="0"/>
                                </a:rPr>
                                <m:t>𝑅</m:t>
                              </m:r>
                            </m:sub>
                          </m:sSub>
                        </m:e>
                      </m:d>
                      <m:r>
                        <a:rPr lang="en-US" sz="2200" b="0" i="1" dirty="0" smtClean="0">
                          <a:solidFill>
                            <a:schemeClr val="tx1"/>
                          </a:solidFill>
                          <a:latin typeface="Cambria Math" panose="02040503050406030204" pitchFamily="18" charset="0"/>
                          <a:ea typeface="Lato" charset="0"/>
                          <a:cs typeface="Lato" charset="0"/>
                        </a:rPr>
                        <m:t>≫</m:t>
                      </m:r>
                      <m:d>
                        <m:dPr>
                          <m:begChr m:val="⟨"/>
                          <m:endChr m:val="⟩"/>
                          <m:ctrlPr>
                            <a:rPr lang="en-US" sz="2200" i="1" dirty="0">
                              <a:solidFill>
                                <a:schemeClr val="tx1"/>
                              </a:solidFill>
                              <a:latin typeface="Cambria Math" panose="02040503050406030204" pitchFamily="18" charset="0"/>
                              <a:ea typeface="Lato" charset="0"/>
                              <a:cs typeface="Lato" charset="0"/>
                            </a:rPr>
                          </m:ctrlPr>
                        </m:dPr>
                        <m:e>
                          <m:sSub>
                            <m:sSubPr>
                              <m:ctrlPr>
                                <a:rPr lang="en-US" sz="2200" i="1" dirty="0">
                                  <a:solidFill>
                                    <a:schemeClr val="tx1"/>
                                  </a:solidFill>
                                  <a:latin typeface="Cambria Math" panose="02040503050406030204" pitchFamily="18" charset="0"/>
                                  <a:ea typeface="Lato" charset="0"/>
                                  <a:cs typeface="Lato" charset="0"/>
                                </a:rPr>
                              </m:ctrlPr>
                            </m:sSubPr>
                            <m:e>
                              <m:r>
                                <a:rPr lang="en-US" sz="2200" i="1" dirty="0">
                                  <a:solidFill>
                                    <a:schemeClr val="tx1"/>
                                  </a:solidFill>
                                  <a:latin typeface="Cambria Math" panose="02040503050406030204" pitchFamily="18" charset="0"/>
                                  <a:ea typeface="Lato" charset="0"/>
                                  <a:cs typeface="Lato" charset="0"/>
                                </a:rPr>
                                <m:t>𝐼</m:t>
                              </m:r>
                            </m:e>
                            <m:sub>
                              <m:r>
                                <a:rPr lang="en-US" sz="2200" i="1" dirty="0">
                                  <a:solidFill>
                                    <a:schemeClr val="tx1"/>
                                  </a:solidFill>
                                  <a:latin typeface="Cambria Math" panose="02040503050406030204" pitchFamily="18" charset="0"/>
                                  <a:ea typeface="Lato" charset="0"/>
                                  <a:cs typeface="Lato" charset="0"/>
                                </a:rPr>
                                <m:t>𝑠</m:t>
                              </m:r>
                            </m:sub>
                          </m:sSub>
                        </m:e>
                      </m:d>
                    </m:oMath>
                  </m:oMathPara>
                </a14:m>
                <a:endParaRPr lang="en-US" dirty="0">
                  <a:solidFill>
                    <a:schemeClr val="tx1"/>
                  </a:solidFill>
                </a:endParaRPr>
              </a:p>
            </p:txBody>
          </p:sp>
        </mc:Choice>
        <mc:Fallback xmlns="">
          <p:sp>
            <p:nvSpPr>
              <p:cNvPr id="50" name="TextBox 49">
                <a:extLst>
                  <a:ext uri="{FF2B5EF4-FFF2-40B4-BE49-F238E27FC236}">
                    <a16:creationId xmlns:a16="http://schemas.microsoft.com/office/drawing/2014/main" id="{616791C2-ED5D-6553-3B1E-3B3F6801AFF1}"/>
                  </a:ext>
                </a:extLst>
              </p:cNvPr>
              <p:cNvSpPr txBox="1">
                <a:spLocks noRot="1" noChangeAspect="1" noMove="1" noResize="1" noEditPoints="1" noAdjustHandles="1" noChangeArrowheads="1" noChangeShapeType="1" noTextEdit="1"/>
              </p:cNvSpPr>
              <p:nvPr/>
            </p:nvSpPr>
            <p:spPr>
              <a:xfrm>
                <a:off x="6173587" y="3481803"/>
                <a:ext cx="1682944" cy="430887"/>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6CAC5D7C-85B6-781F-8AA4-54E6E216DBF3}"/>
                  </a:ext>
                </a:extLst>
              </p:cNvPr>
              <p:cNvSpPr txBox="1"/>
              <p:nvPr/>
            </p:nvSpPr>
            <p:spPr>
              <a:xfrm>
                <a:off x="1290066" y="4056854"/>
                <a:ext cx="9422586" cy="1020087"/>
              </a:xfrm>
              <a:prstGeom prst="rect">
                <a:avLst/>
              </a:prstGeom>
              <a:noFill/>
            </p:spPr>
            <p:txBody>
              <a:bodyPr wrap="square">
                <a:spAutoFit/>
              </a:bodyPr>
              <a:lstStyle/>
              <a:p>
                <a:pPr/>
                <a14:m>
                  <m:oMathPara xmlns:m="http://schemas.openxmlformats.org/officeDocument/2006/math">
                    <m:oMath>
                      <m:sSup>
                        <m:sSupPr>
                          <m:ctrlPr>
                            <a:rPr lang="en-US" sz="2000" i="1" dirty="0">
                              <a:solidFill>
                                <a:schemeClr val="tx2"/>
                              </a:solidFill>
                              <a:latin typeface="Cambria Math" panose="02040503050406030204" pitchFamily="18" charset="0"/>
                              <a:ea typeface="Lato" charset="0"/>
                              <a:cs typeface="Lato" charset="0"/>
                            </a:rPr>
                          </m:ctrlPr>
                        </m:sSupPr>
                        <m:e>
                          <m:r>
                            <a:rPr lang="en-US" sz="2000" i="1" dirty="0">
                              <a:solidFill>
                                <a:schemeClr val="tx2"/>
                              </a:solidFill>
                              <a:latin typeface="Cambria Math" panose="02040503050406030204" pitchFamily="18" charset="0"/>
                              <a:ea typeface="Lato" charset="0"/>
                              <a:cs typeface="Lato" charset="0"/>
                            </a:rPr>
                            <m:t>𝐾</m:t>
                          </m:r>
                        </m:e>
                        <m:sup>
                          <m:r>
                            <a:rPr lang="en-US" sz="2000" i="1" dirty="0">
                              <a:solidFill>
                                <a:schemeClr val="tx2"/>
                              </a:solidFill>
                              <a:latin typeface="Cambria Math" panose="02040503050406030204" pitchFamily="18" charset="0"/>
                              <a:ea typeface="Lato" charset="0"/>
                              <a:cs typeface="Lato" charset="0"/>
                            </a:rPr>
                            <m:t>2</m:t>
                          </m:r>
                        </m:sup>
                      </m:sSup>
                      <m:r>
                        <a:rPr lang="en-US" sz="2000" i="1" dirty="0">
                          <a:solidFill>
                            <a:schemeClr val="tx2"/>
                          </a:solidFill>
                          <a:latin typeface="Cambria Math" panose="02040503050406030204" pitchFamily="18" charset="0"/>
                          <a:ea typeface="Lato" charset="0"/>
                          <a:cs typeface="Lato" charset="0"/>
                        </a:rPr>
                        <m:t>(</m:t>
                      </m:r>
                      <m:sSub>
                        <m:sSubPr>
                          <m:ctrlPr>
                            <a:rPr lang="en-US" sz="2000" i="1" dirty="0">
                              <a:solidFill>
                                <a:schemeClr val="tx2"/>
                              </a:solidFill>
                              <a:latin typeface="Cambria Math" panose="02040503050406030204" pitchFamily="18" charset="0"/>
                              <a:ea typeface="Lato" charset="0"/>
                              <a:cs typeface="Lato" charset="0"/>
                            </a:rPr>
                          </m:ctrlPr>
                        </m:sSubPr>
                        <m:e>
                          <m:r>
                            <a:rPr lang="en-US" sz="2000" i="1" dirty="0">
                              <a:solidFill>
                                <a:schemeClr val="tx2"/>
                              </a:solidFill>
                              <a:latin typeface="Cambria Math" panose="02040503050406030204" pitchFamily="18" charset="0"/>
                              <a:ea typeface="Lato" charset="0"/>
                              <a:cs typeface="Lato" charset="0"/>
                            </a:rPr>
                            <m:t>𝑡</m:t>
                          </m:r>
                        </m:e>
                        <m:sub>
                          <m:r>
                            <a:rPr lang="en-US" sz="2000" i="1" dirty="0">
                              <a:solidFill>
                                <a:schemeClr val="tx2"/>
                              </a:solidFill>
                              <a:latin typeface="Cambria Math" panose="02040503050406030204" pitchFamily="18" charset="0"/>
                              <a:ea typeface="Lato" charset="0"/>
                              <a:cs typeface="Lato" charset="0"/>
                            </a:rPr>
                            <m:t>𝑔</m:t>
                          </m:r>
                        </m:sub>
                      </m:sSub>
                      <m:r>
                        <a:rPr lang="en-US" sz="2000" i="1" dirty="0">
                          <a:solidFill>
                            <a:schemeClr val="tx2"/>
                          </a:solidFill>
                          <a:latin typeface="Cambria Math" panose="02040503050406030204" pitchFamily="18" charset="0"/>
                          <a:ea typeface="Lato" charset="0"/>
                          <a:cs typeface="Lato" charset="0"/>
                        </a:rPr>
                        <m:t>,</m:t>
                      </m:r>
                      <m:r>
                        <a:rPr lang="en-US" sz="2000" i="1" dirty="0">
                          <a:solidFill>
                            <a:schemeClr val="tx2"/>
                          </a:solidFill>
                          <a:latin typeface="Cambria Math" panose="02040503050406030204" pitchFamily="18" charset="0"/>
                          <a:ea typeface="Lato" charset="0"/>
                          <a:cs typeface="Lato" charset="0"/>
                        </a:rPr>
                        <m:t>𝜏</m:t>
                      </m:r>
                      <m:r>
                        <a:rPr lang="en-US" sz="2000" i="1" dirty="0">
                          <a:solidFill>
                            <a:schemeClr val="tx2"/>
                          </a:solidFill>
                          <a:latin typeface="Cambria Math" panose="02040503050406030204" pitchFamily="18" charset="0"/>
                          <a:ea typeface="Lato" charset="0"/>
                          <a:cs typeface="Lato" charset="0"/>
                        </a:rPr>
                        <m:t>)≈</m:t>
                      </m:r>
                      <m:r>
                        <a:rPr lang="en-US" sz="2000" dirty="0">
                          <a:solidFill>
                            <a:schemeClr val="tx2"/>
                          </a:solidFill>
                          <a:latin typeface="Cambria Math" panose="02040503050406030204" pitchFamily="18" charset="0"/>
                          <a:ea typeface="Lato" charset="0"/>
                          <a:cs typeface="Lato" charset="0"/>
                        </a:rPr>
                        <m:t>𝒫</m:t>
                      </m:r>
                      <m:r>
                        <a:rPr lang="en-US" sz="2000" b="0" i="1" dirty="0" smtClean="0">
                          <a:solidFill>
                            <a:schemeClr val="tx2"/>
                          </a:solidFill>
                          <a:latin typeface="Cambria Math" panose="02040503050406030204" pitchFamily="18" charset="0"/>
                          <a:ea typeface="Lato" charset="0"/>
                          <a:cs typeface="Lato" charset="0"/>
                        </a:rPr>
                        <m:t>(</m:t>
                      </m:r>
                      <m:sSub>
                        <m:sSubPr>
                          <m:ctrlPr>
                            <a:rPr lang="en-US" sz="2000" b="0" i="1" dirty="0" smtClean="0">
                              <a:solidFill>
                                <a:schemeClr val="tx2"/>
                              </a:solidFill>
                              <a:latin typeface="Cambria Math" panose="02040503050406030204" pitchFamily="18" charset="0"/>
                              <a:ea typeface="Lato" charset="0"/>
                              <a:cs typeface="Lato" charset="0"/>
                            </a:rPr>
                          </m:ctrlPr>
                        </m:sSubPr>
                        <m:e>
                          <m:r>
                            <a:rPr lang="en-US" sz="2000" b="0" i="1" dirty="0" smtClean="0">
                              <a:solidFill>
                                <a:schemeClr val="tx2"/>
                              </a:solidFill>
                              <a:latin typeface="Cambria Math" panose="02040503050406030204" pitchFamily="18" charset="0"/>
                              <a:ea typeface="Lato" charset="0"/>
                              <a:cs typeface="Lato" charset="0"/>
                            </a:rPr>
                            <m:t>𝑡</m:t>
                          </m:r>
                        </m:e>
                        <m:sub>
                          <m:r>
                            <a:rPr lang="en-US" sz="2000" b="0" i="1" dirty="0" smtClean="0">
                              <a:solidFill>
                                <a:schemeClr val="tx2"/>
                              </a:solidFill>
                              <a:latin typeface="Cambria Math" panose="02040503050406030204" pitchFamily="18" charset="0"/>
                              <a:ea typeface="Lato" charset="0"/>
                              <a:cs typeface="Lato" charset="0"/>
                            </a:rPr>
                            <m:t>𝑔</m:t>
                          </m:r>
                        </m:sub>
                      </m:sSub>
                      <m:r>
                        <a:rPr lang="en-US" sz="2000" b="0" i="1" dirty="0" smtClean="0">
                          <a:solidFill>
                            <a:schemeClr val="tx2"/>
                          </a:solidFill>
                          <a:latin typeface="Cambria Math" panose="02040503050406030204" pitchFamily="18" charset="0"/>
                          <a:ea typeface="Lato" charset="0"/>
                          <a:cs typeface="Lato" charset="0"/>
                        </a:rPr>
                        <m:t>)</m:t>
                      </m:r>
                      <m:nary>
                        <m:naryPr>
                          <m:limLoc m:val="undOvr"/>
                          <m:ctrlPr>
                            <a:rPr lang="en-US" sz="2000" b="0" i="1" dirty="0" smtClean="0">
                              <a:solidFill>
                                <a:schemeClr val="tx2"/>
                              </a:solidFill>
                              <a:latin typeface="Cambria Math" panose="02040503050406030204" pitchFamily="18" charset="0"/>
                              <a:ea typeface="Lato" charset="0"/>
                              <a:cs typeface="Lato" charset="0"/>
                            </a:rPr>
                          </m:ctrlPr>
                        </m:naryPr>
                        <m:sub>
                          <m:r>
                            <m:rPr>
                              <m:brk m:alnAt="24"/>
                            </m:rPr>
                            <a:rPr lang="en-US" sz="2000" b="0" i="1" dirty="0" smtClean="0">
                              <a:solidFill>
                                <a:schemeClr val="tx2"/>
                              </a:solidFill>
                              <a:latin typeface="Cambria Math" panose="02040503050406030204" pitchFamily="18" charset="0"/>
                              <a:ea typeface="Lato" charset="0"/>
                              <a:cs typeface="Lato" charset="0"/>
                            </a:rPr>
                            <m:t>0</m:t>
                          </m:r>
                        </m:sub>
                        <m:sup>
                          <m:r>
                            <a:rPr lang="en-US" sz="2000" b="0" i="1" dirty="0" smtClean="0">
                              <a:solidFill>
                                <a:schemeClr val="tx2"/>
                              </a:solidFill>
                              <a:latin typeface="Cambria Math" panose="02040503050406030204" pitchFamily="18" charset="0"/>
                              <a:ea typeface="Lato" charset="0"/>
                              <a:cs typeface="Lato" charset="0"/>
                            </a:rPr>
                            <m:t>∞</m:t>
                          </m:r>
                        </m:sup>
                        <m:e>
                          <m:sSubSup>
                            <m:sSubSupPr>
                              <m:ctrlPr>
                                <a:rPr lang="en-US" sz="2000" i="1" dirty="0">
                                  <a:solidFill>
                                    <a:schemeClr val="tx2"/>
                                  </a:solidFill>
                                  <a:latin typeface="Cambria Math" panose="02040503050406030204" pitchFamily="18" charset="0"/>
                                  <a:ea typeface="Lato" charset="0"/>
                                  <a:cs typeface="Lato" charset="0"/>
                                </a:rPr>
                              </m:ctrlPr>
                            </m:sSubSupPr>
                            <m:e>
                              <m:r>
                                <a:rPr lang="en-US" sz="2000" i="1" dirty="0">
                                  <a:solidFill>
                                    <a:schemeClr val="tx2"/>
                                  </a:solidFill>
                                  <a:latin typeface="Cambria Math" panose="02040503050406030204" pitchFamily="18" charset="0"/>
                                  <a:ea typeface="Lato" charset="0"/>
                                  <a:cs typeface="Lato" charset="0"/>
                                </a:rPr>
                                <m:t>𝑃</m:t>
                              </m:r>
                            </m:e>
                            <m:sub>
                              <m:r>
                                <a:rPr lang="en-US" sz="2000" i="1" dirty="0">
                                  <a:solidFill>
                                    <a:schemeClr val="tx2"/>
                                  </a:solidFill>
                                  <a:latin typeface="Cambria Math" panose="02040503050406030204" pitchFamily="18" charset="0"/>
                                  <a:ea typeface="Lato" charset="0"/>
                                  <a:cs typeface="Lato" charset="0"/>
                                </a:rPr>
                                <m:t>𝑠</m:t>
                              </m:r>
                            </m:sub>
                            <m:sup>
                              <m:r>
                                <a:rPr lang="en-US" sz="2000" i="1" dirty="0">
                                  <a:solidFill>
                                    <a:schemeClr val="tx2"/>
                                  </a:solidFill>
                                  <a:latin typeface="Cambria Math" panose="02040503050406030204" pitchFamily="18" charset="0"/>
                                  <a:ea typeface="Lato" charset="0"/>
                                  <a:cs typeface="Lato" charset="0"/>
                                </a:rPr>
                                <m:t>′</m:t>
                              </m:r>
                            </m:sup>
                          </m:sSubSup>
                          <m:d>
                            <m:dPr>
                              <m:ctrlPr>
                                <a:rPr lang="en-US" sz="2000" i="1" dirty="0">
                                  <a:solidFill>
                                    <a:schemeClr val="tx2"/>
                                  </a:solidFill>
                                  <a:latin typeface="Cambria Math" panose="02040503050406030204" pitchFamily="18" charset="0"/>
                                  <a:ea typeface="Lato" charset="0"/>
                                  <a:cs typeface="Lato" charset="0"/>
                                </a:rPr>
                              </m:ctrlPr>
                            </m:dPr>
                            <m:e>
                              <m:r>
                                <a:rPr lang="en-US" sz="2000" i="1" dirty="0">
                                  <a:solidFill>
                                    <a:schemeClr val="tx2"/>
                                  </a:solidFill>
                                  <a:latin typeface="Cambria Math" panose="02040503050406030204" pitchFamily="18" charset="0"/>
                                  <a:ea typeface="Lato" charset="0"/>
                                  <a:cs typeface="Lato" charset="0"/>
                                </a:rPr>
                                <m:t>𝑠</m:t>
                              </m:r>
                              <m:r>
                                <a:rPr lang="en-US" sz="2000" i="1" dirty="0">
                                  <a:solidFill>
                                    <a:schemeClr val="tx2"/>
                                  </a:solidFill>
                                  <a:latin typeface="Cambria Math" panose="02040503050406030204" pitchFamily="18" charset="0"/>
                                  <a:ea typeface="Lato" charset="0"/>
                                  <a:cs typeface="Lato" charset="0"/>
                                </a:rPr>
                                <m:t>,</m:t>
                              </m:r>
                              <m:sSub>
                                <m:sSubPr>
                                  <m:ctrlPr>
                                    <a:rPr lang="en-US" sz="2000" i="1" dirty="0">
                                      <a:solidFill>
                                        <a:schemeClr val="tx2"/>
                                      </a:solidFill>
                                      <a:latin typeface="Cambria Math" panose="02040503050406030204" pitchFamily="18" charset="0"/>
                                      <a:ea typeface="Lato" charset="0"/>
                                      <a:cs typeface="Lato" charset="0"/>
                                    </a:rPr>
                                  </m:ctrlPr>
                                </m:sSubPr>
                                <m:e>
                                  <m:r>
                                    <a:rPr lang="en-US" sz="2000" i="1" dirty="0">
                                      <a:solidFill>
                                        <a:schemeClr val="tx2"/>
                                      </a:solidFill>
                                      <a:latin typeface="Cambria Math" panose="02040503050406030204" pitchFamily="18" charset="0"/>
                                      <a:ea typeface="Lato" charset="0"/>
                                      <a:cs typeface="Lato" charset="0"/>
                                    </a:rPr>
                                    <m:t>𝑡</m:t>
                                  </m:r>
                                </m:e>
                                <m:sub>
                                  <m:r>
                                    <a:rPr lang="en-US" sz="2000" i="1" dirty="0">
                                      <a:solidFill>
                                        <a:schemeClr val="tx2"/>
                                      </a:solidFill>
                                      <a:latin typeface="Cambria Math" panose="02040503050406030204" pitchFamily="18" charset="0"/>
                                      <a:ea typeface="Lato" charset="0"/>
                                      <a:cs typeface="Lato" charset="0"/>
                                    </a:rPr>
                                    <m:t>𝑔</m:t>
                                  </m:r>
                                </m:sub>
                              </m:sSub>
                            </m:e>
                          </m:d>
                          <m:sSup>
                            <m:sSupPr>
                              <m:ctrlPr>
                                <a:rPr lang="en-US" sz="2000" i="1" dirty="0">
                                  <a:solidFill>
                                    <a:schemeClr val="tx2"/>
                                  </a:solidFill>
                                  <a:latin typeface="Cambria Math" panose="02040503050406030204" pitchFamily="18" charset="0"/>
                                  <a:ea typeface="Lato" charset="0"/>
                                  <a:cs typeface="Lato" charset="0"/>
                                </a:rPr>
                              </m:ctrlPr>
                            </m:sSupPr>
                            <m:e>
                              <m:r>
                                <a:rPr lang="en-US" sz="2000" i="1" dirty="0">
                                  <a:solidFill>
                                    <a:schemeClr val="tx2"/>
                                  </a:solidFill>
                                  <a:latin typeface="Cambria Math" panose="02040503050406030204" pitchFamily="18" charset="0"/>
                                  <a:ea typeface="Lato" charset="0"/>
                                  <a:cs typeface="Lato" charset="0"/>
                                </a:rPr>
                                <m:t>𝑒</m:t>
                              </m:r>
                            </m:e>
                            <m:sup>
                              <m:r>
                                <a:rPr lang="en-US" sz="2000" i="1" dirty="0">
                                  <a:solidFill>
                                    <a:schemeClr val="tx2"/>
                                  </a:solidFill>
                                  <a:latin typeface="Cambria Math" panose="02040503050406030204" pitchFamily="18" charset="0"/>
                                  <a:ea typeface="Lato" charset="0"/>
                                  <a:cs typeface="Lato" charset="0"/>
                                </a:rPr>
                                <m:t>−</m:t>
                              </m:r>
                              <m:f>
                                <m:fPr>
                                  <m:ctrlPr>
                                    <a:rPr lang="en-US" sz="2000" i="1" dirty="0">
                                      <a:solidFill>
                                        <a:schemeClr val="tx2"/>
                                      </a:solidFill>
                                      <a:latin typeface="Cambria Math" panose="02040503050406030204" pitchFamily="18" charset="0"/>
                                      <a:ea typeface="Lato" charset="0"/>
                                      <a:cs typeface="Lato" charset="0"/>
                                    </a:rPr>
                                  </m:ctrlPr>
                                </m:fPr>
                                <m:num>
                                  <m:r>
                                    <a:rPr lang="en-US" sz="2000" i="1" dirty="0">
                                      <a:solidFill>
                                        <a:schemeClr val="tx2"/>
                                      </a:solidFill>
                                      <a:latin typeface="Cambria Math" panose="02040503050406030204" pitchFamily="18" charset="0"/>
                                      <a:ea typeface="Lato" charset="0"/>
                                      <a:cs typeface="Lato" charset="0"/>
                                    </a:rPr>
                                    <m:t>2</m:t>
                                  </m:r>
                                  <m:sSup>
                                    <m:sSupPr>
                                      <m:ctrlPr>
                                        <a:rPr lang="en-US" sz="2000" i="1" dirty="0">
                                          <a:solidFill>
                                            <a:schemeClr val="tx2"/>
                                          </a:solidFill>
                                          <a:latin typeface="Cambria Math" panose="02040503050406030204" pitchFamily="18" charset="0"/>
                                          <a:ea typeface="Lato" charset="0"/>
                                          <a:cs typeface="Lato" charset="0"/>
                                        </a:rPr>
                                      </m:ctrlPr>
                                    </m:sSupPr>
                                    <m:e>
                                      <m:d>
                                        <m:dPr>
                                          <m:ctrlPr>
                                            <a:rPr lang="en-US" sz="2000" i="1" dirty="0">
                                              <a:solidFill>
                                                <a:schemeClr val="tx2"/>
                                              </a:solidFill>
                                              <a:latin typeface="Cambria Math" panose="02040503050406030204" pitchFamily="18" charset="0"/>
                                              <a:ea typeface="Lato" charset="0"/>
                                              <a:cs typeface="Lato" charset="0"/>
                                            </a:rPr>
                                          </m:ctrlPr>
                                        </m:dPr>
                                        <m:e>
                                          <m:r>
                                            <a:rPr lang="en-US" sz="2000" i="1" dirty="0">
                                              <a:solidFill>
                                                <a:schemeClr val="tx2"/>
                                              </a:solidFill>
                                              <a:latin typeface="Cambria Math" panose="02040503050406030204" pitchFamily="18" charset="0"/>
                                              <a:ea typeface="Lato" charset="0"/>
                                              <a:cs typeface="Lato" charset="0"/>
                                            </a:rPr>
                                            <m:t>𝑠</m:t>
                                          </m:r>
                                          <m:r>
                                            <a:rPr lang="en-US" sz="2000" i="1" dirty="0">
                                              <a:solidFill>
                                                <a:schemeClr val="tx2"/>
                                              </a:solidFill>
                                              <a:latin typeface="Cambria Math" panose="02040503050406030204" pitchFamily="18" charset="0"/>
                                              <a:ea typeface="Lato" charset="0"/>
                                              <a:cs typeface="Lato" charset="0"/>
                                            </a:rPr>
                                            <m:t>−</m:t>
                                          </m:r>
                                          <m:sSub>
                                            <m:sSubPr>
                                              <m:ctrlPr>
                                                <a:rPr lang="en-US" sz="2000" i="1" dirty="0">
                                                  <a:solidFill>
                                                    <a:schemeClr val="tx2"/>
                                                  </a:solidFill>
                                                  <a:latin typeface="Cambria Math" panose="02040503050406030204" pitchFamily="18" charset="0"/>
                                                  <a:ea typeface="Lato" charset="0"/>
                                                  <a:cs typeface="Lato" charset="0"/>
                                                </a:rPr>
                                              </m:ctrlPr>
                                            </m:sSubPr>
                                            <m:e>
                                              <m:r>
                                                <a:rPr lang="en-US" sz="2000" i="1" dirty="0">
                                                  <a:solidFill>
                                                    <a:schemeClr val="tx2"/>
                                                  </a:solidFill>
                                                  <a:latin typeface="Cambria Math" panose="02040503050406030204" pitchFamily="18" charset="0"/>
                                                  <a:ea typeface="Lato" charset="0"/>
                                                  <a:cs typeface="Lato" charset="0"/>
                                                </a:rPr>
                                                <m:t>𝑙</m:t>
                                              </m:r>
                                            </m:e>
                                            <m:sub>
                                              <m:r>
                                                <a:rPr lang="en-US" sz="2000" i="1" dirty="0">
                                                  <a:solidFill>
                                                    <a:schemeClr val="tx2"/>
                                                  </a:solidFill>
                                                  <a:latin typeface="Cambria Math" panose="02040503050406030204" pitchFamily="18" charset="0"/>
                                                  <a:ea typeface="Lato" charset="0"/>
                                                  <a:cs typeface="Lato" charset="0"/>
                                                </a:rPr>
                                                <m:t>𝑅</m:t>
                                              </m:r>
                                            </m:sub>
                                          </m:sSub>
                                        </m:e>
                                      </m:d>
                                    </m:e>
                                    <m:sup>
                                      <m:r>
                                        <a:rPr lang="en-US" sz="2000" i="1" dirty="0">
                                          <a:solidFill>
                                            <a:schemeClr val="tx2"/>
                                          </a:solidFill>
                                          <a:latin typeface="Cambria Math" panose="02040503050406030204" pitchFamily="18" charset="0"/>
                                          <a:ea typeface="Lato" charset="0"/>
                                          <a:cs typeface="Lato" charset="0"/>
                                        </a:rPr>
                                        <m:t>2</m:t>
                                      </m:r>
                                    </m:sup>
                                  </m:sSup>
                                </m:num>
                                <m:den>
                                  <m:sSubSup>
                                    <m:sSubSupPr>
                                      <m:ctrlPr>
                                        <a:rPr lang="en-US" sz="2000" i="1" dirty="0">
                                          <a:solidFill>
                                            <a:schemeClr val="tx2"/>
                                          </a:solidFill>
                                          <a:latin typeface="Cambria Math" panose="02040503050406030204" pitchFamily="18" charset="0"/>
                                          <a:ea typeface="Lato" charset="0"/>
                                          <a:cs typeface="Lato" charset="0"/>
                                        </a:rPr>
                                      </m:ctrlPr>
                                    </m:sSubSupPr>
                                    <m:e>
                                      <m:r>
                                        <a:rPr lang="en-US" sz="2000" i="1" dirty="0">
                                          <a:solidFill>
                                            <a:schemeClr val="tx2"/>
                                          </a:solidFill>
                                          <a:latin typeface="Cambria Math" panose="02040503050406030204" pitchFamily="18" charset="0"/>
                                          <a:ea typeface="Lato" charset="0"/>
                                          <a:cs typeface="Lato" charset="0"/>
                                        </a:rPr>
                                        <m:t>𝑙</m:t>
                                      </m:r>
                                    </m:e>
                                    <m:sub>
                                      <m:r>
                                        <a:rPr lang="en-US" sz="2000" i="1" dirty="0">
                                          <a:solidFill>
                                            <a:schemeClr val="tx2"/>
                                          </a:solidFill>
                                          <a:latin typeface="Cambria Math" panose="02040503050406030204" pitchFamily="18" charset="0"/>
                                          <a:ea typeface="Lato" charset="0"/>
                                          <a:cs typeface="Lato" charset="0"/>
                                        </a:rPr>
                                        <m:t>𝑐</m:t>
                                      </m:r>
                                    </m:sub>
                                    <m:sup>
                                      <m:r>
                                        <a:rPr lang="en-US" sz="2000" i="1" dirty="0">
                                          <a:solidFill>
                                            <a:schemeClr val="tx2"/>
                                          </a:solidFill>
                                          <a:latin typeface="Cambria Math" panose="02040503050406030204" pitchFamily="18" charset="0"/>
                                          <a:ea typeface="Lato" charset="0"/>
                                          <a:cs typeface="Lato" charset="0"/>
                                        </a:rPr>
                                        <m:t>2</m:t>
                                      </m:r>
                                    </m:sup>
                                  </m:sSubSup>
                                </m:den>
                              </m:f>
                            </m:sup>
                          </m:sSup>
                        </m:e>
                      </m:nary>
                      <m:nary>
                        <m:naryPr>
                          <m:limLoc m:val="undOvr"/>
                          <m:ctrlPr>
                            <a:rPr lang="en-US" sz="2000" b="0" i="1" dirty="0" smtClean="0">
                              <a:solidFill>
                                <a:schemeClr val="tx2"/>
                              </a:solidFill>
                              <a:latin typeface="Cambria Math" panose="02040503050406030204" pitchFamily="18" charset="0"/>
                              <a:ea typeface="Lato" charset="0"/>
                              <a:cs typeface="Lato" charset="0"/>
                            </a:rPr>
                          </m:ctrlPr>
                        </m:naryPr>
                        <m:sub>
                          <m:r>
                            <m:rPr>
                              <m:brk m:alnAt="24"/>
                            </m:rPr>
                            <a:rPr lang="en-US" sz="2000" b="0" i="1" dirty="0" smtClean="0">
                              <a:solidFill>
                                <a:schemeClr val="tx2"/>
                              </a:solidFill>
                              <a:latin typeface="Cambria Math" panose="02040503050406030204" pitchFamily="18" charset="0"/>
                              <a:ea typeface="Lato" charset="0"/>
                              <a:cs typeface="Lato" charset="0"/>
                            </a:rPr>
                            <m:t>0</m:t>
                          </m:r>
                        </m:sub>
                        <m:sup>
                          <m:r>
                            <a:rPr lang="en-US" sz="2000" b="0" i="1" dirty="0" smtClean="0">
                              <a:solidFill>
                                <a:schemeClr val="tx2"/>
                              </a:solidFill>
                              <a:latin typeface="Cambria Math" panose="02040503050406030204" pitchFamily="18" charset="0"/>
                              <a:ea typeface="Lato" charset="0"/>
                              <a:cs typeface="Lato" charset="0"/>
                            </a:rPr>
                            <m:t>𝑇</m:t>
                          </m:r>
                        </m:sup>
                        <m:e>
                          <m:sSub>
                            <m:sSubPr>
                              <m:ctrlPr>
                                <a:rPr lang="en-US" sz="2000" i="1" dirty="0">
                                  <a:solidFill>
                                    <a:schemeClr val="tx2"/>
                                  </a:solidFill>
                                  <a:latin typeface="Cambria Math" panose="02040503050406030204" pitchFamily="18" charset="0"/>
                                  <a:ea typeface="Lato" charset="0"/>
                                  <a:cs typeface="Lato" charset="0"/>
                                </a:rPr>
                              </m:ctrlPr>
                            </m:sSubPr>
                            <m:e>
                              <m:r>
                                <a:rPr lang="en-US" sz="2000" i="1" dirty="0">
                                  <a:solidFill>
                                    <a:schemeClr val="tx2"/>
                                  </a:solidFill>
                                  <a:latin typeface="Cambria Math" panose="02040503050406030204" pitchFamily="18" charset="0"/>
                                  <a:ea typeface="Lato" charset="0"/>
                                  <a:cs typeface="Lato" charset="0"/>
                                </a:rPr>
                                <m:t>𝑔</m:t>
                              </m:r>
                            </m:e>
                            <m:sub>
                              <m:r>
                                <a:rPr lang="en-US" sz="2000" i="1" dirty="0">
                                  <a:solidFill>
                                    <a:schemeClr val="tx2"/>
                                  </a:solidFill>
                                  <a:latin typeface="Cambria Math" panose="02040503050406030204" pitchFamily="18" charset="0"/>
                                  <a:ea typeface="Lato" charset="0"/>
                                  <a:cs typeface="Lato" charset="0"/>
                                </a:rPr>
                                <m:t>1</m:t>
                              </m:r>
                            </m:sub>
                          </m:sSub>
                          <m:d>
                            <m:dPr>
                              <m:ctrlPr>
                                <a:rPr lang="en-US" sz="2000" i="1" dirty="0">
                                  <a:solidFill>
                                    <a:schemeClr val="tx2"/>
                                  </a:solidFill>
                                  <a:latin typeface="Cambria Math" panose="02040503050406030204" pitchFamily="18" charset="0"/>
                                  <a:ea typeface="Lato" charset="0"/>
                                  <a:cs typeface="Lato" charset="0"/>
                                </a:rPr>
                              </m:ctrlPr>
                            </m:dPr>
                            <m:e>
                              <m:r>
                                <a:rPr lang="en-US" sz="2000" i="1" dirty="0">
                                  <a:solidFill>
                                    <a:schemeClr val="tx2"/>
                                  </a:solidFill>
                                  <a:latin typeface="Cambria Math" panose="02040503050406030204" pitchFamily="18" charset="0"/>
                                  <a:ea typeface="Lato" charset="0"/>
                                  <a:cs typeface="Lato" charset="0"/>
                                </a:rPr>
                                <m:t>𝜏</m:t>
                              </m:r>
                              <m:r>
                                <a:rPr lang="en-US" sz="2000" i="1" dirty="0">
                                  <a:solidFill>
                                    <a:schemeClr val="tx2"/>
                                  </a:solidFill>
                                  <a:latin typeface="Cambria Math" panose="02040503050406030204" pitchFamily="18" charset="0"/>
                                  <a:ea typeface="Lato" charset="0"/>
                                  <a:cs typeface="Lato" charset="0"/>
                                </a:rPr>
                                <m:t>,</m:t>
                              </m:r>
                              <m:r>
                                <a:rPr lang="en-US" sz="2000" i="1" dirty="0">
                                  <a:solidFill>
                                    <a:schemeClr val="tx2"/>
                                  </a:solidFill>
                                  <a:latin typeface="Cambria Math" panose="02040503050406030204" pitchFamily="18" charset="0"/>
                                  <a:ea typeface="Lato" charset="0"/>
                                  <a:cs typeface="Lato" charset="0"/>
                                </a:rPr>
                                <m:t>𝑠</m:t>
                              </m:r>
                            </m:e>
                          </m:d>
                          <m:d>
                            <m:dPr>
                              <m:ctrlPr>
                                <a:rPr lang="en-US" sz="2000" i="1" dirty="0">
                                  <a:solidFill>
                                    <a:schemeClr val="tx2"/>
                                  </a:solidFill>
                                  <a:latin typeface="Cambria Math" panose="02040503050406030204" pitchFamily="18" charset="0"/>
                                  <a:ea typeface="Lato" charset="0"/>
                                  <a:cs typeface="Lato" charset="0"/>
                                </a:rPr>
                              </m:ctrlPr>
                            </m:dPr>
                            <m:e>
                              <m:r>
                                <a:rPr lang="en-US" sz="2000" i="1" dirty="0">
                                  <a:solidFill>
                                    <a:schemeClr val="tx2"/>
                                  </a:solidFill>
                                  <a:latin typeface="Cambria Math" panose="02040503050406030204" pitchFamily="18" charset="0"/>
                                  <a:ea typeface="Lato" charset="0"/>
                                  <a:cs typeface="Lato" charset="0"/>
                                </a:rPr>
                                <m:t>1−</m:t>
                              </m:r>
                              <m:f>
                                <m:fPr>
                                  <m:ctrlPr>
                                    <a:rPr lang="en-US" sz="2000" i="1" dirty="0">
                                      <a:solidFill>
                                        <a:schemeClr val="tx2"/>
                                      </a:solidFill>
                                      <a:latin typeface="Cambria Math" panose="02040503050406030204" pitchFamily="18" charset="0"/>
                                      <a:ea typeface="Lato" charset="0"/>
                                      <a:cs typeface="Lato" charset="0"/>
                                    </a:rPr>
                                  </m:ctrlPr>
                                </m:fPr>
                                <m:num>
                                  <m:r>
                                    <a:rPr lang="en-US" sz="2000" i="1" dirty="0">
                                      <a:solidFill>
                                        <a:schemeClr val="tx2"/>
                                      </a:solidFill>
                                      <a:latin typeface="Cambria Math" panose="02040503050406030204" pitchFamily="18" charset="0"/>
                                      <a:ea typeface="Lato" charset="0"/>
                                      <a:cs typeface="Lato" charset="0"/>
                                    </a:rPr>
                                    <m:t>𝜏</m:t>
                                  </m:r>
                                </m:num>
                                <m:den>
                                  <m:r>
                                    <a:rPr lang="en-US" sz="2000" i="1" dirty="0">
                                      <a:solidFill>
                                        <a:schemeClr val="tx2"/>
                                      </a:solidFill>
                                      <a:latin typeface="Cambria Math" panose="02040503050406030204" pitchFamily="18" charset="0"/>
                                      <a:ea typeface="Lato" charset="0"/>
                                      <a:cs typeface="Lato" charset="0"/>
                                    </a:rPr>
                                    <m:t>𝑇</m:t>
                                  </m:r>
                                </m:den>
                              </m:f>
                            </m:e>
                          </m:d>
                        </m:e>
                      </m:nary>
                      <m:r>
                        <a:rPr lang="en-US" sz="2000" b="0" i="1" dirty="0" smtClean="0">
                          <a:solidFill>
                            <a:schemeClr val="tx2"/>
                          </a:solidFill>
                          <a:latin typeface="Cambria Math" panose="02040503050406030204" pitchFamily="18" charset="0"/>
                          <a:ea typeface="Lato" charset="0"/>
                          <a:cs typeface="Lato" charset="0"/>
                        </a:rPr>
                        <m:t>𝑑</m:t>
                      </m:r>
                      <m:r>
                        <a:rPr lang="en-US" sz="2000" b="0" i="1" dirty="0" smtClean="0">
                          <a:solidFill>
                            <a:schemeClr val="tx2"/>
                          </a:solidFill>
                          <a:latin typeface="Cambria Math" panose="02040503050406030204" pitchFamily="18" charset="0"/>
                          <a:ea typeface="Lato" charset="0"/>
                          <a:cs typeface="Lato" charset="0"/>
                        </a:rPr>
                        <m:t>𝜏</m:t>
                      </m:r>
                      <m:r>
                        <a:rPr lang="en-US" sz="2000" b="0" i="1" dirty="0" smtClean="0">
                          <a:solidFill>
                            <a:schemeClr val="tx2"/>
                          </a:solidFill>
                          <a:latin typeface="Cambria Math" panose="02040503050406030204" pitchFamily="18" charset="0"/>
                          <a:ea typeface="Lato" charset="0"/>
                          <a:cs typeface="Lato" charset="0"/>
                        </a:rPr>
                        <m:t>𝑑𝑠</m:t>
                      </m:r>
                    </m:oMath>
                  </m:oMathPara>
                </a14:m>
                <a:endParaRPr lang="en-US" sz="2000" dirty="0"/>
              </a:p>
            </p:txBody>
          </p:sp>
        </mc:Choice>
        <mc:Fallback xmlns="">
          <p:sp>
            <p:nvSpPr>
              <p:cNvPr id="51" name="TextBox 50">
                <a:extLst>
                  <a:ext uri="{FF2B5EF4-FFF2-40B4-BE49-F238E27FC236}">
                    <a16:creationId xmlns:a16="http://schemas.microsoft.com/office/drawing/2014/main" id="{6CAC5D7C-85B6-781F-8AA4-54E6E216DBF3}"/>
                  </a:ext>
                </a:extLst>
              </p:cNvPr>
              <p:cNvSpPr txBox="1">
                <a:spLocks noRot="1" noChangeAspect="1" noMove="1" noResize="1" noEditPoints="1" noAdjustHandles="1" noChangeArrowheads="1" noChangeShapeType="1" noTextEdit="1"/>
              </p:cNvSpPr>
              <p:nvPr/>
            </p:nvSpPr>
            <p:spPr>
              <a:xfrm>
                <a:off x="1290066" y="4056854"/>
                <a:ext cx="9422586" cy="1020087"/>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735C2DF9-FF06-9766-4F8B-6BBEC65408D1}"/>
                  </a:ext>
                </a:extLst>
              </p:cNvPr>
              <p:cNvSpPr txBox="1"/>
              <p:nvPr/>
            </p:nvSpPr>
            <p:spPr>
              <a:xfrm>
                <a:off x="3329077" y="5651992"/>
                <a:ext cx="5421317" cy="718658"/>
              </a:xfrm>
              <a:prstGeom prst="rect">
                <a:avLst/>
              </a:prstGeom>
              <a:noFill/>
            </p:spPr>
            <p:txBody>
              <a:bodyPr wrap="square">
                <a:spAutoFit/>
              </a:bodyPr>
              <a:lstStyle/>
              <a:p>
                <a:pPr/>
                <a14:m>
                  <m:oMathPara xmlns:m="http://schemas.openxmlformats.org/officeDocument/2006/math">
                    <m:oMath>
                      <m:sSup>
                        <m:sSupPr>
                          <m:ctrlPr>
                            <a:rPr lang="en-US" sz="2000" i="1" dirty="0">
                              <a:solidFill>
                                <a:schemeClr val="tx2"/>
                              </a:solidFill>
                              <a:latin typeface="Cambria Math" panose="02040503050406030204" pitchFamily="18" charset="0"/>
                              <a:ea typeface="Lato" charset="0"/>
                              <a:cs typeface="Lato" charset="0"/>
                            </a:rPr>
                          </m:ctrlPr>
                        </m:sSupPr>
                        <m:e>
                          <m:r>
                            <a:rPr lang="en-US" sz="2000" i="1" dirty="0">
                              <a:solidFill>
                                <a:schemeClr val="tx2"/>
                              </a:solidFill>
                              <a:latin typeface="Cambria Math" panose="02040503050406030204" pitchFamily="18" charset="0"/>
                              <a:ea typeface="Lato" charset="0"/>
                              <a:cs typeface="Lato" charset="0"/>
                            </a:rPr>
                            <m:t>𝐾</m:t>
                          </m:r>
                        </m:e>
                        <m:sup>
                          <m:r>
                            <a:rPr lang="en-US" sz="2000" i="1" dirty="0">
                              <a:solidFill>
                                <a:schemeClr val="tx2"/>
                              </a:solidFill>
                              <a:latin typeface="Cambria Math" panose="02040503050406030204" pitchFamily="18" charset="0"/>
                              <a:ea typeface="Lato" charset="0"/>
                              <a:cs typeface="Lato" charset="0"/>
                            </a:rPr>
                            <m:t>2</m:t>
                          </m:r>
                        </m:sup>
                      </m:sSup>
                      <m:d>
                        <m:dPr>
                          <m:ctrlPr>
                            <a:rPr lang="en-US" sz="2000" i="1" dirty="0">
                              <a:solidFill>
                                <a:schemeClr val="tx2"/>
                              </a:solidFill>
                              <a:latin typeface="Cambria Math" panose="02040503050406030204" pitchFamily="18" charset="0"/>
                              <a:ea typeface="Lato" charset="0"/>
                              <a:cs typeface="Lato" charset="0"/>
                            </a:rPr>
                          </m:ctrlPr>
                        </m:dPr>
                        <m:e>
                          <m:sSub>
                            <m:sSubPr>
                              <m:ctrlPr>
                                <a:rPr lang="en-US" sz="2000" i="1" dirty="0">
                                  <a:solidFill>
                                    <a:schemeClr val="tx2"/>
                                  </a:solidFill>
                                  <a:latin typeface="Cambria Math" panose="02040503050406030204" pitchFamily="18" charset="0"/>
                                  <a:ea typeface="Lato" charset="0"/>
                                  <a:cs typeface="Lato" charset="0"/>
                                </a:rPr>
                              </m:ctrlPr>
                            </m:sSubPr>
                            <m:e>
                              <m:r>
                                <a:rPr lang="en-US" sz="2000" i="1" dirty="0">
                                  <a:solidFill>
                                    <a:schemeClr val="tx2"/>
                                  </a:solidFill>
                                  <a:latin typeface="Cambria Math" panose="02040503050406030204" pitchFamily="18" charset="0"/>
                                  <a:ea typeface="Lato" charset="0"/>
                                  <a:cs typeface="Lato" charset="0"/>
                                </a:rPr>
                                <m:t>𝑡</m:t>
                              </m:r>
                            </m:e>
                            <m:sub>
                              <m:r>
                                <a:rPr lang="en-US" sz="2000" i="1" dirty="0">
                                  <a:solidFill>
                                    <a:schemeClr val="tx2"/>
                                  </a:solidFill>
                                  <a:latin typeface="Cambria Math" panose="02040503050406030204" pitchFamily="18" charset="0"/>
                                  <a:ea typeface="Lato" charset="0"/>
                                  <a:cs typeface="Lato" charset="0"/>
                                </a:rPr>
                                <m:t>𝑔</m:t>
                              </m:r>
                            </m:sub>
                          </m:sSub>
                          <m:r>
                            <a:rPr lang="en-US" sz="2000" i="1" dirty="0">
                              <a:solidFill>
                                <a:schemeClr val="tx2"/>
                              </a:solidFill>
                              <a:latin typeface="Cambria Math" panose="02040503050406030204" pitchFamily="18" charset="0"/>
                              <a:ea typeface="Lato" charset="0"/>
                              <a:cs typeface="Lato" charset="0"/>
                            </a:rPr>
                            <m:t>,</m:t>
                          </m:r>
                          <m:r>
                            <a:rPr lang="en-US" sz="2000" i="1" dirty="0">
                              <a:solidFill>
                                <a:schemeClr val="tx2"/>
                              </a:solidFill>
                              <a:latin typeface="Cambria Math" panose="02040503050406030204" pitchFamily="18" charset="0"/>
                              <a:ea typeface="Lato" charset="0"/>
                              <a:cs typeface="Lato" charset="0"/>
                            </a:rPr>
                            <m:t>𝜏</m:t>
                          </m:r>
                        </m:e>
                      </m:d>
                      <m:r>
                        <a:rPr lang="en-US" sz="2000" i="1" dirty="0">
                          <a:solidFill>
                            <a:schemeClr val="tx2"/>
                          </a:solidFill>
                          <a:latin typeface="Cambria Math" panose="02040503050406030204" pitchFamily="18" charset="0"/>
                          <a:ea typeface="Lato" charset="0"/>
                          <a:cs typeface="Lato" charset="0"/>
                        </a:rPr>
                        <m:t>≈</m:t>
                      </m:r>
                      <m:r>
                        <a:rPr lang="en-US" sz="2000" dirty="0">
                          <a:solidFill>
                            <a:schemeClr val="tx2"/>
                          </a:solidFill>
                          <a:latin typeface="Cambria Math" panose="02040503050406030204" pitchFamily="18" charset="0"/>
                          <a:ea typeface="Lato" charset="0"/>
                          <a:cs typeface="Lato" charset="0"/>
                        </a:rPr>
                        <m:t>𝒫</m:t>
                      </m:r>
                      <m:d>
                        <m:dPr>
                          <m:ctrlPr>
                            <a:rPr lang="en-US" sz="2000" b="0" i="1" dirty="0" smtClean="0">
                              <a:solidFill>
                                <a:schemeClr val="tx2"/>
                              </a:solidFill>
                              <a:latin typeface="Cambria Math" panose="02040503050406030204" pitchFamily="18" charset="0"/>
                              <a:ea typeface="Lato" charset="0"/>
                              <a:cs typeface="Lato" charset="0"/>
                            </a:rPr>
                          </m:ctrlPr>
                        </m:dPr>
                        <m:e>
                          <m:sSub>
                            <m:sSubPr>
                              <m:ctrlPr>
                                <a:rPr lang="en-US" sz="2000" b="0" i="1" dirty="0" smtClean="0">
                                  <a:solidFill>
                                    <a:schemeClr val="tx2"/>
                                  </a:solidFill>
                                  <a:latin typeface="Cambria Math" panose="02040503050406030204" pitchFamily="18" charset="0"/>
                                  <a:ea typeface="Lato" charset="0"/>
                                  <a:cs typeface="Lato" charset="0"/>
                                </a:rPr>
                              </m:ctrlPr>
                            </m:sSubPr>
                            <m:e>
                              <m:r>
                                <a:rPr lang="en-US" sz="2000" b="0" i="1" dirty="0" smtClean="0">
                                  <a:solidFill>
                                    <a:schemeClr val="tx2"/>
                                  </a:solidFill>
                                  <a:latin typeface="Cambria Math" panose="02040503050406030204" pitchFamily="18" charset="0"/>
                                  <a:ea typeface="Lato" charset="0"/>
                                  <a:cs typeface="Lato" charset="0"/>
                                </a:rPr>
                                <m:t>𝑡</m:t>
                              </m:r>
                            </m:e>
                            <m:sub>
                              <m:r>
                                <a:rPr lang="en-US" sz="2000" b="0" i="1" dirty="0" smtClean="0">
                                  <a:solidFill>
                                    <a:schemeClr val="tx2"/>
                                  </a:solidFill>
                                  <a:latin typeface="Cambria Math" panose="02040503050406030204" pitchFamily="18" charset="0"/>
                                  <a:ea typeface="Lato" charset="0"/>
                                  <a:cs typeface="Lato" charset="0"/>
                                </a:rPr>
                                <m:t>𝑔</m:t>
                              </m:r>
                            </m:sub>
                          </m:sSub>
                        </m:e>
                      </m:d>
                      <m:rad>
                        <m:radPr>
                          <m:degHide m:val="on"/>
                          <m:ctrlPr>
                            <a:rPr lang="en-US" sz="2000" b="0" i="1" dirty="0" smtClean="0">
                              <a:solidFill>
                                <a:schemeClr val="tx2"/>
                              </a:solidFill>
                              <a:latin typeface="Cambria Math" panose="02040503050406030204" pitchFamily="18" charset="0"/>
                              <a:ea typeface="Lato" charset="0"/>
                              <a:cs typeface="Lato" charset="0"/>
                            </a:rPr>
                          </m:ctrlPr>
                        </m:radPr>
                        <m:deg/>
                        <m:e>
                          <m:f>
                            <m:fPr>
                              <m:ctrlPr>
                                <a:rPr lang="en-US" sz="2000" b="0" i="1" dirty="0" smtClean="0">
                                  <a:solidFill>
                                    <a:schemeClr val="tx2"/>
                                  </a:solidFill>
                                  <a:latin typeface="Cambria Math" panose="02040503050406030204" pitchFamily="18" charset="0"/>
                                  <a:ea typeface="Lato" charset="0"/>
                                  <a:cs typeface="Lato" charset="0"/>
                                </a:rPr>
                              </m:ctrlPr>
                            </m:fPr>
                            <m:num>
                              <m:r>
                                <a:rPr lang="en-US" sz="2000" b="0" i="1" dirty="0" smtClean="0">
                                  <a:solidFill>
                                    <a:schemeClr val="tx2"/>
                                  </a:solidFill>
                                  <a:latin typeface="Cambria Math" panose="02040503050406030204" pitchFamily="18" charset="0"/>
                                  <a:ea typeface="Lato" charset="0"/>
                                  <a:cs typeface="Lato" charset="0"/>
                                </a:rPr>
                                <m:t>𝜋</m:t>
                              </m:r>
                            </m:num>
                            <m:den>
                              <m:r>
                                <a:rPr lang="en-US" sz="2000" b="0" i="1" dirty="0" smtClean="0">
                                  <a:solidFill>
                                    <a:schemeClr val="tx2"/>
                                  </a:solidFill>
                                  <a:latin typeface="Cambria Math" panose="02040503050406030204" pitchFamily="18" charset="0"/>
                                  <a:ea typeface="Lato" charset="0"/>
                                  <a:cs typeface="Lato" charset="0"/>
                                </a:rPr>
                                <m:t>2</m:t>
                              </m:r>
                            </m:den>
                          </m:f>
                        </m:e>
                      </m:rad>
                      <m:sSub>
                        <m:sSubPr>
                          <m:ctrlPr>
                            <a:rPr lang="en-US" sz="2000" b="0" i="1" dirty="0" smtClean="0">
                              <a:solidFill>
                                <a:schemeClr val="tx2"/>
                              </a:solidFill>
                              <a:latin typeface="Cambria Math" panose="02040503050406030204" pitchFamily="18" charset="0"/>
                              <a:ea typeface="Lato" charset="0"/>
                              <a:cs typeface="Lato" charset="0"/>
                            </a:rPr>
                          </m:ctrlPr>
                        </m:sSubPr>
                        <m:e>
                          <m:r>
                            <a:rPr lang="en-US" sz="2000" b="0" i="1" dirty="0" smtClean="0">
                              <a:solidFill>
                                <a:schemeClr val="tx2"/>
                              </a:solidFill>
                              <a:latin typeface="Cambria Math" panose="02040503050406030204" pitchFamily="18" charset="0"/>
                              <a:ea typeface="Lato" charset="0"/>
                              <a:cs typeface="Lato" charset="0"/>
                            </a:rPr>
                            <m:t>𝑙</m:t>
                          </m:r>
                        </m:e>
                        <m:sub>
                          <m:r>
                            <a:rPr lang="en-US" sz="2000" b="0" i="1" dirty="0" smtClean="0">
                              <a:solidFill>
                                <a:schemeClr val="tx2"/>
                              </a:solidFill>
                              <a:latin typeface="Cambria Math" panose="02040503050406030204" pitchFamily="18" charset="0"/>
                              <a:ea typeface="Lato" charset="0"/>
                              <a:cs typeface="Lato" charset="0"/>
                            </a:rPr>
                            <m:t>𝐶</m:t>
                          </m:r>
                        </m:sub>
                      </m:sSub>
                      <m:sSup>
                        <m:sSupPr>
                          <m:ctrlPr>
                            <a:rPr lang="en-US" sz="2000" b="0" i="1" dirty="0" smtClean="0">
                              <a:solidFill>
                                <a:schemeClr val="tx2"/>
                              </a:solidFill>
                              <a:latin typeface="Cambria Math" panose="02040503050406030204" pitchFamily="18" charset="0"/>
                              <a:ea typeface="Lato" charset="0"/>
                              <a:cs typeface="Lato" charset="0"/>
                            </a:rPr>
                          </m:ctrlPr>
                        </m:sSupPr>
                        <m:e>
                          <m:r>
                            <a:rPr lang="en-US" sz="2000" b="0" i="1" dirty="0" smtClean="0">
                              <a:solidFill>
                                <a:schemeClr val="tx2"/>
                              </a:solidFill>
                              <a:latin typeface="Cambria Math" panose="02040503050406030204" pitchFamily="18" charset="0"/>
                              <a:ea typeface="Lato" charset="0"/>
                              <a:cs typeface="Lato" charset="0"/>
                            </a:rPr>
                            <m:t>𝑃</m:t>
                          </m:r>
                        </m:e>
                        <m:sup>
                          <m:r>
                            <a:rPr lang="en-US" sz="2000" b="0" i="1" dirty="0" smtClean="0">
                              <a:solidFill>
                                <a:schemeClr val="tx2"/>
                              </a:solidFill>
                              <a:latin typeface="Cambria Math" panose="02040503050406030204" pitchFamily="18" charset="0"/>
                              <a:ea typeface="Lato" charset="0"/>
                              <a:cs typeface="Lato" charset="0"/>
                            </a:rPr>
                            <m:t>′</m:t>
                          </m:r>
                        </m:sup>
                      </m:sSup>
                      <m:d>
                        <m:dPr>
                          <m:ctrlPr>
                            <a:rPr lang="en-US" sz="2000" b="0" i="1" dirty="0" smtClean="0">
                              <a:solidFill>
                                <a:schemeClr val="tx2"/>
                              </a:solidFill>
                              <a:latin typeface="Cambria Math" panose="02040503050406030204" pitchFamily="18" charset="0"/>
                              <a:ea typeface="Lato" charset="0"/>
                              <a:cs typeface="Lato" charset="0"/>
                            </a:rPr>
                          </m:ctrlPr>
                        </m:dPr>
                        <m:e>
                          <m:sSub>
                            <m:sSubPr>
                              <m:ctrlPr>
                                <a:rPr lang="en-US" sz="2000" b="0" i="1" dirty="0" smtClean="0">
                                  <a:solidFill>
                                    <a:schemeClr val="tx2"/>
                                  </a:solidFill>
                                  <a:latin typeface="Cambria Math" panose="02040503050406030204" pitchFamily="18" charset="0"/>
                                  <a:ea typeface="Lato" charset="0"/>
                                  <a:cs typeface="Lato" charset="0"/>
                                </a:rPr>
                              </m:ctrlPr>
                            </m:sSubPr>
                            <m:e>
                              <m:r>
                                <a:rPr lang="en-US" sz="2000" b="0" i="1" dirty="0" smtClean="0">
                                  <a:solidFill>
                                    <a:schemeClr val="tx2"/>
                                  </a:solidFill>
                                  <a:latin typeface="Cambria Math" panose="02040503050406030204" pitchFamily="18" charset="0"/>
                                  <a:ea typeface="Lato" charset="0"/>
                                  <a:cs typeface="Lato" charset="0"/>
                                </a:rPr>
                                <m:t>𝑙</m:t>
                              </m:r>
                            </m:e>
                            <m:sub>
                              <m:r>
                                <a:rPr lang="en-US" sz="2000" b="0" i="1" dirty="0" smtClean="0">
                                  <a:solidFill>
                                    <a:schemeClr val="tx2"/>
                                  </a:solidFill>
                                  <a:latin typeface="Cambria Math" panose="02040503050406030204" pitchFamily="18" charset="0"/>
                                  <a:ea typeface="Lato" charset="0"/>
                                  <a:cs typeface="Lato" charset="0"/>
                                </a:rPr>
                                <m:t>𝑅</m:t>
                              </m:r>
                            </m:sub>
                          </m:sSub>
                          <m:r>
                            <a:rPr lang="en-US" sz="2000" b="0" i="1" dirty="0" smtClean="0">
                              <a:solidFill>
                                <a:schemeClr val="tx2"/>
                              </a:solidFill>
                              <a:latin typeface="Cambria Math" panose="02040503050406030204" pitchFamily="18" charset="0"/>
                              <a:ea typeface="Lato" charset="0"/>
                              <a:cs typeface="Lato" charset="0"/>
                            </a:rPr>
                            <m:t>,</m:t>
                          </m:r>
                          <m:sSub>
                            <m:sSubPr>
                              <m:ctrlPr>
                                <a:rPr lang="en-US" sz="2000" b="0" i="1" dirty="0" smtClean="0">
                                  <a:solidFill>
                                    <a:schemeClr val="tx2"/>
                                  </a:solidFill>
                                  <a:latin typeface="Cambria Math" panose="02040503050406030204" pitchFamily="18" charset="0"/>
                                  <a:ea typeface="Lato" charset="0"/>
                                  <a:cs typeface="Lato" charset="0"/>
                                </a:rPr>
                              </m:ctrlPr>
                            </m:sSubPr>
                            <m:e>
                              <m:r>
                                <a:rPr lang="en-US" sz="2000" b="0" i="1" dirty="0" smtClean="0">
                                  <a:solidFill>
                                    <a:schemeClr val="tx2"/>
                                  </a:solidFill>
                                  <a:latin typeface="Cambria Math" panose="02040503050406030204" pitchFamily="18" charset="0"/>
                                  <a:ea typeface="Lato" charset="0"/>
                                  <a:cs typeface="Lato" charset="0"/>
                                </a:rPr>
                                <m:t>𝑡</m:t>
                              </m:r>
                            </m:e>
                            <m:sub>
                              <m:r>
                                <a:rPr lang="en-US" sz="2000" b="0" i="1" dirty="0" smtClean="0">
                                  <a:solidFill>
                                    <a:schemeClr val="tx2"/>
                                  </a:solidFill>
                                  <a:latin typeface="Cambria Math" panose="02040503050406030204" pitchFamily="18" charset="0"/>
                                  <a:ea typeface="Lato" charset="0"/>
                                  <a:cs typeface="Lato" charset="0"/>
                                </a:rPr>
                                <m:t>𝑔</m:t>
                              </m:r>
                            </m:sub>
                          </m:sSub>
                        </m:e>
                      </m:d>
                      <m:r>
                        <a:rPr lang="en-US" sz="2000" b="0" i="1" dirty="0" smtClean="0">
                          <a:solidFill>
                            <a:schemeClr val="tx2"/>
                          </a:solidFill>
                          <a:latin typeface="Cambria Math" panose="02040503050406030204" pitchFamily="18" charset="0"/>
                          <a:ea typeface="Lato" charset="0"/>
                          <a:cs typeface="Lato" charset="0"/>
                        </a:rPr>
                        <m:t>⋅</m:t>
                      </m:r>
                      <m:f>
                        <m:fPr>
                          <m:ctrlPr>
                            <a:rPr lang="en-US" sz="2000" b="0" i="1" dirty="0" smtClean="0">
                              <a:solidFill>
                                <a:schemeClr val="tx2"/>
                              </a:solidFill>
                              <a:latin typeface="Cambria Math" panose="02040503050406030204" pitchFamily="18" charset="0"/>
                              <a:ea typeface="Lato" charset="0"/>
                              <a:cs typeface="Lato" charset="0"/>
                            </a:rPr>
                          </m:ctrlPr>
                        </m:fPr>
                        <m:num>
                          <m:sSub>
                            <m:sSubPr>
                              <m:ctrlPr>
                                <a:rPr lang="en-US" sz="2000" b="0" i="1" dirty="0" smtClean="0">
                                  <a:solidFill>
                                    <a:schemeClr val="tx2"/>
                                  </a:solidFill>
                                  <a:latin typeface="Cambria Math" panose="02040503050406030204" pitchFamily="18" charset="0"/>
                                  <a:ea typeface="Lato" charset="0"/>
                                  <a:cs typeface="Lato" charset="0"/>
                                </a:rPr>
                              </m:ctrlPr>
                            </m:sSubPr>
                            <m:e>
                              <m:r>
                                <a:rPr lang="en-US" sz="2000" b="0" i="1" dirty="0" smtClean="0">
                                  <a:solidFill>
                                    <a:schemeClr val="tx2"/>
                                  </a:solidFill>
                                  <a:latin typeface="Cambria Math" panose="02040503050406030204" pitchFamily="18" charset="0"/>
                                  <a:ea typeface="Lato" charset="0"/>
                                  <a:cs typeface="Lato" charset="0"/>
                                </a:rPr>
                                <m:t>𝜏</m:t>
                              </m:r>
                            </m:e>
                            <m:sub>
                              <m:r>
                                <a:rPr lang="en-US" sz="2000" b="0" i="1" dirty="0" smtClean="0">
                                  <a:solidFill>
                                    <a:schemeClr val="tx2"/>
                                  </a:solidFill>
                                  <a:latin typeface="Cambria Math" panose="02040503050406030204" pitchFamily="18" charset="0"/>
                                  <a:ea typeface="Lato" charset="0"/>
                                  <a:cs typeface="Lato" charset="0"/>
                                </a:rPr>
                                <m:t>𝑐</m:t>
                              </m:r>
                            </m:sub>
                          </m:sSub>
                          <m:r>
                            <a:rPr lang="en-US" sz="2000" b="0" i="1" dirty="0" smtClean="0">
                              <a:solidFill>
                                <a:schemeClr val="tx2"/>
                              </a:solidFill>
                              <a:latin typeface="Cambria Math" panose="02040503050406030204" pitchFamily="18" charset="0"/>
                              <a:ea typeface="Lato" charset="0"/>
                              <a:cs typeface="Lato" charset="0"/>
                            </a:rPr>
                            <m:t>(</m:t>
                          </m:r>
                          <m:sSub>
                            <m:sSubPr>
                              <m:ctrlPr>
                                <a:rPr lang="en-US" sz="2000" b="0" i="1" dirty="0" smtClean="0">
                                  <a:solidFill>
                                    <a:schemeClr val="tx2"/>
                                  </a:solidFill>
                                  <a:latin typeface="Cambria Math" panose="02040503050406030204" pitchFamily="18" charset="0"/>
                                  <a:ea typeface="Lato" charset="0"/>
                                  <a:cs typeface="Lato" charset="0"/>
                                </a:rPr>
                              </m:ctrlPr>
                            </m:sSubPr>
                            <m:e>
                              <m:r>
                                <a:rPr lang="en-US" sz="2000" b="0" i="1" dirty="0" smtClean="0">
                                  <a:solidFill>
                                    <a:schemeClr val="tx2"/>
                                  </a:solidFill>
                                  <a:latin typeface="Cambria Math" panose="02040503050406030204" pitchFamily="18" charset="0"/>
                                  <a:ea typeface="Lato" charset="0"/>
                                  <a:cs typeface="Lato" charset="0"/>
                                </a:rPr>
                                <m:t>𝑙</m:t>
                              </m:r>
                            </m:e>
                            <m:sub>
                              <m:r>
                                <a:rPr lang="en-US" sz="2000" b="0" i="1" dirty="0" smtClean="0">
                                  <a:solidFill>
                                    <a:schemeClr val="tx2"/>
                                  </a:solidFill>
                                  <a:latin typeface="Cambria Math" panose="02040503050406030204" pitchFamily="18" charset="0"/>
                                  <a:ea typeface="Lato" charset="0"/>
                                  <a:cs typeface="Lato" charset="0"/>
                                </a:rPr>
                                <m:t>𝑅</m:t>
                              </m:r>
                            </m:sub>
                          </m:sSub>
                          <m:r>
                            <a:rPr lang="en-US" sz="2000" b="0" i="1" dirty="0" smtClean="0">
                              <a:solidFill>
                                <a:schemeClr val="tx2"/>
                              </a:solidFill>
                              <a:latin typeface="Cambria Math" panose="02040503050406030204" pitchFamily="18" charset="0"/>
                              <a:ea typeface="Lato" charset="0"/>
                              <a:cs typeface="Lato" charset="0"/>
                            </a:rPr>
                            <m:t>)</m:t>
                          </m:r>
                        </m:num>
                        <m:den>
                          <m:r>
                            <a:rPr lang="en-US" sz="2000" b="0" i="1" dirty="0" smtClean="0">
                              <a:solidFill>
                                <a:schemeClr val="tx2"/>
                              </a:solidFill>
                              <a:latin typeface="Cambria Math" panose="02040503050406030204" pitchFamily="18" charset="0"/>
                              <a:ea typeface="Lato" charset="0"/>
                              <a:cs typeface="Lato" charset="0"/>
                            </a:rPr>
                            <m:t>𝑇</m:t>
                          </m:r>
                        </m:den>
                      </m:f>
                    </m:oMath>
                  </m:oMathPara>
                </a14:m>
                <a:endParaRPr lang="en-US" sz="2000" dirty="0"/>
              </a:p>
            </p:txBody>
          </p:sp>
        </mc:Choice>
        <mc:Fallback xmlns="">
          <p:sp>
            <p:nvSpPr>
              <p:cNvPr id="52" name="TextBox 51">
                <a:extLst>
                  <a:ext uri="{FF2B5EF4-FFF2-40B4-BE49-F238E27FC236}">
                    <a16:creationId xmlns:a16="http://schemas.microsoft.com/office/drawing/2014/main" id="{735C2DF9-FF06-9766-4F8B-6BBEC65408D1}"/>
                  </a:ext>
                </a:extLst>
              </p:cNvPr>
              <p:cNvSpPr txBox="1">
                <a:spLocks noRot="1" noChangeAspect="1" noMove="1" noResize="1" noEditPoints="1" noAdjustHandles="1" noChangeArrowheads="1" noChangeShapeType="1" noTextEdit="1"/>
              </p:cNvSpPr>
              <p:nvPr/>
            </p:nvSpPr>
            <p:spPr>
              <a:xfrm>
                <a:off x="3329077" y="5651992"/>
                <a:ext cx="5421317" cy="718658"/>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4803550C-1D7B-C770-292F-6BCAFA0357A9}"/>
                  </a:ext>
                </a:extLst>
              </p:cNvPr>
              <p:cNvSpPr txBox="1"/>
              <p:nvPr/>
            </p:nvSpPr>
            <p:spPr>
              <a:xfrm>
                <a:off x="6039735" y="5065396"/>
                <a:ext cx="2291289" cy="400110"/>
              </a:xfrm>
              <a:prstGeom prst="rect">
                <a:avLst/>
              </a:prstGeom>
              <a:noFill/>
            </p:spPr>
            <p:txBody>
              <a:bodyPr wrap="square">
                <a:spAutoFit/>
              </a:bodyPr>
              <a:lstStyle/>
              <a:p>
                <a:pPr/>
                <a14:m>
                  <m:oMathPara xmlns:m="http://schemas.openxmlformats.org/officeDocument/2006/math">
                    <m:o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𝑙</m:t>
                          </m:r>
                        </m:e>
                        <m:sub>
                          <m:r>
                            <a:rPr lang="en-US" sz="2000" b="0" i="1" smtClean="0">
                              <a:latin typeface="Cambria Math" panose="02040503050406030204" pitchFamily="18" charset="0"/>
                            </a:rPr>
                            <m:t>𝐶</m:t>
                          </m:r>
                        </m:sub>
                      </m:sSub>
                      <m:r>
                        <a:rPr lang="en-US" sz="2000" b="0" i="1" smtClean="0">
                          <a:latin typeface="Cambria Math" panose="02040503050406030204" pitchFamily="18" charset="0"/>
                        </a:rPr>
                        <m:t>→0 , </m:t>
                      </m:r>
                      <m:r>
                        <a:rPr lang="en-US" sz="2000" b="0" i="1" smtClean="0">
                          <a:latin typeface="Cambria Math" panose="02040503050406030204" pitchFamily="18" charset="0"/>
                        </a:rPr>
                        <m:t>𝑇</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𝜏</m:t>
                          </m:r>
                        </m:e>
                        <m:sub>
                          <m:r>
                            <a:rPr lang="en-US" sz="2000" b="0" i="1" smtClean="0">
                              <a:latin typeface="Cambria Math" panose="02040503050406030204" pitchFamily="18" charset="0"/>
                            </a:rPr>
                            <m:t>𝑐</m:t>
                          </m:r>
                        </m:sub>
                      </m:sSub>
                    </m:oMath>
                  </m:oMathPara>
                </a14:m>
                <a:endParaRPr lang="en-US" dirty="0"/>
              </a:p>
            </p:txBody>
          </p:sp>
        </mc:Choice>
        <mc:Fallback xmlns="">
          <p:sp>
            <p:nvSpPr>
              <p:cNvPr id="53" name="TextBox 52">
                <a:extLst>
                  <a:ext uri="{FF2B5EF4-FFF2-40B4-BE49-F238E27FC236}">
                    <a16:creationId xmlns:a16="http://schemas.microsoft.com/office/drawing/2014/main" id="{4803550C-1D7B-C770-292F-6BCAFA0357A9}"/>
                  </a:ext>
                </a:extLst>
              </p:cNvPr>
              <p:cNvSpPr txBox="1">
                <a:spLocks noRot="1" noChangeAspect="1" noMove="1" noResize="1" noEditPoints="1" noAdjustHandles="1" noChangeArrowheads="1" noChangeShapeType="1" noTextEdit="1"/>
              </p:cNvSpPr>
              <p:nvPr/>
            </p:nvSpPr>
            <p:spPr>
              <a:xfrm>
                <a:off x="6039735" y="5065396"/>
                <a:ext cx="2291289" cy="400110"/>
              </a:xfrm>
              <a:prstGeom prst="rect">
                <a:avLst/>
              </a:prstGeom>
              <a:blipFill>
                <a:blip r:embed="rId9"/>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448215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5"/>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1"/>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51"/>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42"/>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p:bldP spid="30" grpId="0"/>
      <p:bldP spid="34" grpId="0"/>
      <p:bldP spid="35" grpId="0"/>
      <p:bldP spid="38" grpId="0"/>
      <p:bldP spid="40" grpId="0"/>
      <p:bldP spid="41" grpId="0" animBg="1"/>
      <p:bldP spid="42" grpId="0" animBg="1"/>
      <p:bldP spid="44" grpId="0"/>
      <p:bldP spid="46" grpId="0"/>
      <p:bldP spid="48" grpId="0"/>
      <p:bldP spid="49" grpId="0"/>
      <p:bldP spid="50" grpId="0"/>
      <p:bldP spid="51" grpId="0"/>
      <p:bldP spid="52" grpId="0"/>
      <p:bldP spid="53"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B95C55F-4286-4A2A-A05E-2D274D82F7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EE2561D9-068B-4BC7-85F6-AE6A7C34B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4" name="Straight Connector 13">
            <a:extLst>
              <a:ext uri="{FF2B5EF4-FFF2-40B4-BE49-F238E27FC236}">
                <a16:creationId xmlns:a16="http://schemas.microsoft.com/office/drawing/2014/main" id="{D61BACF2-0F18-493C-99AB-363E6147102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C843AFC8-D8D0-4784-B08C-6324FA88E6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854B1A56-8AFB-4D4F-8D98-1E832D6FFE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53478" y="0"/>
            <a:ext cx="465738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B49737-4B36-6FAE-0909-8B6FFF049DE0}"/>
              </a:ext>
            </a:extLst>
          </p:cNvPr>
          <p:cNvSpPr>
            <a:spLocks noGrp="1"/>
          </p:cNvSpPr>
          <p:nvPr>
            <p:ph type="title"/>
          </p:nvPr>
        </p:nvSpPr>
        <p:spPr>
          <a:xfrm>
            <a:off x="1901163" y="1111753"/>
            <a:ext cx="3720353" cy="4634494"/>
          </a:xfrm>
          <a:ln w="25400" cap="sq">
            <a:noFill/>
            <a:miter lim="800000"/>
          </a:ln>
        </p:spPr>
        <p:txBody>
          <a:bodyPr vert="horz" lIns="91440" tIns="45720" rIns="91440" bIns="45720" rtlCol="0" anchor="ctr">
            <a:normAutofit/>
          </a:bodyPr>
          <a:lstStyle/>
          <a:p>
            <a:pPr algn="ctr"/>
            <a:r>
              <a:rPr lang="en-US" sz="4400" dirty="0"/>
              <a:t>Experiment Setup and Design</a:t>
            </a:r>
          </a:p>
        </p:txBody>
      </p:sp>
      <p:sp>
        <p:nvSpPr>
          <p:cNvPr id="20" name="Rectangle 19">
            <a:extLst>
              <a:ext uri="{FF2B5EF4-FFF2-40B4-BE49-F238E27FC236}">
                <a16:creationId xmlns:a16="http://schemas.microsoft.com/office/drawing/2014/main" id="{F8E828FC-05B4-4BA4-92D3-3DF79D42D8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53478" cy="6858000"/>
          </a:xfrm>
          <a:prstGeom prst="rect">
            <a:avLst/>
          </a:prstGeom>
          <a:solidFill>
            <a:schemeClr val="tx1">
              <a:lumMod val="75000"/>
              <a:lumOff val="2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a:extLst>
              <a:ext uri="{FF2B5EF4-FFF2-40B4-BE49-F238E27FC236}">
                <a16:creationId xmlns:a16="http://schemas.microsoft.com/office/drawing/2014/main" id="{184E76EB-D2EB-6F0E-A277-5B60FF0033F2}"/>
              </a:ext>
            </a:extLst>
          </p:cNvPr>
          <p:cNvSpPr>
            <a:spLocks noGrp="1"/>
          </p:cNvSpPr>
          <p:nvPr>
            <p:ph type="sldNum" sz="quarter" idx="12"/>
          </p:nvPr>
        </p:nvSpPr>
        <p:spPr>
          <a:xfrm>
            <a:off x="10722820" y="6296279"/>
            <a:ext cx="630980" cy="365125"/>
          </a:xfrm>
        </p:spPr>
        <p:txBody>
          <a:bodyPr vert="horz" lIns="91440" tIns="45720" rIns="91440" bIns="45720" rtlCol="0" anchor="ctr">
            <a:normAutofit/>
          </a:bodyPr>
          <a:lstStyle/>
          <a:p>
            <a:pPr algn="l">
              <a:spcAft>
                <a:spcPts val="600"/>
              </a:spcAft>
            </a:pPr>
            <a:fld id="{2D11AD2F-9457-44B3-A1A5-67FB697FC1E5}" type="slidenum">
              <a:rPr lang="en-US">
                <a:solidFill>
                  <a:schemeClr val="tx1">
                    <a:lumMod val="65000"/>
                    <a:lumOff val="35000"/>
                  </a:schemeClr>
                </a:solidFill>
              </a:rPr>
              <a:pPr algn="l">
                <a:spcAft>
                  <a:spcPts val="600"/>
                </a:spcAft>
              </a:pPr>
              <a:t>12</a:t>
            </a:fld>
            <a:endParaRPr lang="en-US">
              <a:solidFill>
                <a:schemeClr val="tx1">
                  <a:lumMod val="65000"/>
                  <a:lumOff val="35000"/>
                </a:schemeClr>
              </a:solidFill>
            </a:endParaRPr>
          </a:p>
        </p:txBody>
      </p:sp>
      <p:graphicFrame>
        <p:nvGraphicFramePr>
          <p:cNvPr id="22" name="Text Placeholder 3">
            <a:extLst>
              <a:ext uri="{FF2B5EF4-FFF2-40B4-BE49-F238E27FC236}">
                <a16:creationId xmlns:a16="http://schemas.microsoft.com/office/drawing/2014/main" id="{41C6006F-EE7B-11ED-4C01-435425F24344}"/>
              </a:ext>
            </a:extLst>
          </p:cNvPr>
          <p:cNvGraphicFramePr/>
          <p:nvPr/>
        </p:nvGraphicFramePr>
        <p:xfrm>
          <a:off x="6570206" y="1111753"/>
          <a:ext cx="5057396" cy="46282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9" name="Picture 6" descr="Faculty of Engineering Bar-Ilan University">
            <a:extLst>
              <a:ext uri="{FF2B5EF4-FFF2-40B4-BE49-F238E27FC236}">
                <a16:creationId xmlns:a16="http://schemas.microsoft.com/office/drawing/2014/main" id="{F4C77DFB-1EBB-03B7-081D-94BFED98113E}"/>
              </a:ext>
            </a:extLst>
          </p:cNvPr>
          <p:cNvPicPr/>
          <p:nvPr/>
        </p:nvPicPr>
        <p:blipFill>
          <a:blip r:embed="rId7">
            <a:extLst>
              <a:ext uri="{28A0092B-C50C-407E-A947-70E740481C1C}">
                <a14:useLocalDpi xmlns:a14="http://schemas.microsoft.com/office/drawing/2010/main" val="0"/>
              </a:ext>
            </a:extLst>
          </a:blip>
          <a:stretch>
            <a:fillRect/>
          </a:stretch>
        </p:blipFill>
        <p:spPr bwMode="auto">
          <a:xfrm>
            <a:off x="91074" y="6367558"/>
            <a:ext cx="2023476" cy="5513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83323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25EF4CD-5C1D-350B-D629-98A371930AEE}"/>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4209E65A-F4D9-DC66-9A65-A5498910F4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16067" y="3583136"/>
            <a:ext cx="5410586" cy="3059211"/>
          </a:xfrm>
          <a:prstGeom prst="rect">
            <a:avLst/>
          </a:prstGeom>
        </p:spPr>
      </p:pic>
      <p:sp>
        <p:nvSpPr>
          <p:cNvPr id="8" name="כותרת 1">
            <a:extLst>
              <a:ext uri="{FF2B5EF4-FFF2-40B4-BE49-F238E27FC236}">
                <a16:creationId xmlns:a16="http://schemas.microsoft.com/office/drawing/2014/main" id="{12C41B02-74E0-AD40-CDCB-EED0FEC9D8B6}"/>
              </a:ext>
            </a:extLst>
          </p:cNvPr>
          <p:cNvSpPr>
            <a:spLocks noGrp="1"/>
          </p:cNvSpPr>
          <p:nvPr>
            <p:ph type="title"/>
          </p:nvPr>
        </p:nvSpPr>
        <p:spPr>
          <a:xfrm>
            <a:off x="411734" y="38101"/>
            <a:ext cx="3200400" cy="1968500"/>
          </a:xfrm>
        </p:spPr>
        <p:txBody>
          <a:bodyPr/>
          <a:lstStyle/>
          <a:p>
            <a:r>
              <a:rPr lang="en-US" dirty="0">
                <a:solidFill>
                  <a:schemeClr val="bg1"/>
                </a:solidFill>
              </a:rPr>
              <a:t>PaLS-iSCOS</a:t>
            </a:r>
            <a:br>
              <a:rPr lang="en-US" dirty="0">
                <a:solidFill>
                  <a:schemeClr val="bg1"/>
                </a:solidFill>
              </a:rPr>
            </a:br>
            <a:r>
              <a:rPr lang="en-US" dirty="0">
                <a:solidFill>
                  <a:schemeClr val="bg1"/>
                </a:solidFill>
              </a:rPr>
              <a:t>vs Gated SCOS</a:t>
            </a:r>
            <a:br>
              <a:rPr lang="en-US" dirty="0">
                <a:solidFill>
                  <a:schemeClr val="bg1"/>
                </a:solidFill>
              </a:rPr>
            </a:br>
            <a:r>
              <a:rPr lang="en-US" dirty="0">
                <a:solidFill>
                  <a:schemeClr val="bg1"/>
                </a:solidFill>
              </a:rPr>
              <a:t>Experiment Setup</a:t>
            </a:r>
            <a:endParaRPr lang="he-IL" dirty="0">
              <a:solidFill>
                <a:schemeClr val="bg1"/>
              </a:solidFill>
            </a:endParaRPr>
          </a:p>
        </p:txBody>
      </p:sp>
      <p:sp>
        <p:nvSpPr>
          <p:cNvPr id="9" name="מציין מיקום טקסט 3">
            <a:extLst>
              <a:ext uri="{FF2B5EF4-FFF2-40B4-BE49-F238E27FC236}">
                <a16:creationId xmlns:a16="http://schemas.microsoft.com/office/drawing/2014/main" id="{6959D835-D8A8-73A8-2F85-4FF8E6453793}"/>
              </a:ext>
            </a:extLst>
          </p:cNvPr>
          <p:cNvSpPr>
            <a:spLocks noGrp="1"/>
          </p:cNvSpPr>
          <p:nvPr>
            <p:ph type="body" sz="half" idx="2"/>
          </p:nvPr>
        </p:nvSpPr>
        <p:spPr>
          <a:xfrm>
            <a:off x="465139" y="2072420"/>
            <a:ext cx="3399183" cy="4267199"/>
          </a:xfrm>
        </p:spPr>
        <p:txBody>
          <a:bodyPr>
            <a:normAutofit/>
          </a:bodyPr>
          <a:lstStyle/>
          <a:p>
            <a:pPr algn="l" rtl="0"/>
            <a:r>
              <a:rPr lang="en-US" sz="2000" b="1" dirty="0">
                <a:solidFill>
                  <a:schemeClr val="bg1"/>
                </a:solidFill>
              </a:rPr>
              <a:t>Camera: </a:t>
            </a:r>
            <a:r>
              <a:rPr lang="en-US" sz="2000" dirty="0">
                <a:solidFill>
                  <a:schemeClr val="bg1"/>
                </a:solidFill>
              </a:rPr>
              <a:t>SPAD512 from PI-Imaging</a:t>
            </a:r>
          </a:p>
          <a:p>
            <a:pPr algn="l" rtl="0"/>
            <a:r>
              <a:rPr lang="en-US" sz="2000" dirty="0">
                <a:solidFill>
                  <a:schemeClr val="bg1"/>
                </a:solidFill>
              </a:rPr>
              <a:t>SPAD = </a:t>
            </a:r>
            <a:r>
              <a:rPr lang="en-US" sz="2000" b="1" dirty="0">
                <a:solidFill>
                  <a:schemeClr val="bg1"/>
                </a:solidFill>
              </a:rPr>
              <a:t>single-photon avalanche diode</a:t>
            </a:r>
            <a:endParaRPr lang="en-US" sz="2000" dirty="0">
              <a:solidFill>
                <a:schemeClr val="bg1"/>
              </a:solidFill>
            </a:endParaRPr>
          </a:p>
          <a:p>
            <a:pPr algn="l" rtl="0"/>
            <a:r>
              <a:rPr lang="en-US" sz="2000" b="1" dirty="0">
                <a:solidFill>
                  <a:schemeClr val="bg1"/>
                </a:solidFill>
              </a:rPr>
              <a:t>Laser Source: </a:t>
            </a:r>
            <a:r>
              <a:rPr lang="en-US" sz="2000" dirty="0">
                <a:solidFill>
                  <a:schemeClr val="bg1"/>
                </a:solidFill>
              </a:rPr>
              <a:t>765nm laser pulse (FWHM ~350ps, 20MHz)</a:t>
            </a:r>
          </a:p>
          <a:p>
            <a:pPr algn="l" rtl="0"/>
            <a:r>
              <a:rPr lang="en-US" sz="2000" b="1" dirty="0">
                <a:solidFill>
                  <a:schemeClr val="bg1"/>
                </a:solidFill>
              </a:rPr>
              <a:t>Probes:</a:t>
            </a:r>
            <a:r>
              <a:rPr lang="en-US" sz="2000" dirty="0">
                <a:solidFill>
                  <a:schemeClr val="bg1"/>
                </a:solidFill>
              </a:rPr>
              <a:t> 1cm, 1.5cm,2.5cm source-detector separation (SDS)</a:t>
            </a:r>
          </a:p>
          <a:p>
            <a:pPr algn="l" rtl="0"/>
            <a:endParaRPr lang="en-US" sz="2000" dirty="0"/>
          </a:p>
        </p:txBody>
      </p:sp>
      <p:sp>
        <p:nvSpPr>
          <p:cNvPr id="3" name="Slide Number Placeholder 2">
            <a:extLst>
              <a:ext uri="{FF2B5EF4-FFF2-40B4-BE49-F238E27FC236}">
                <a16:creationId xmlns:a16="http://schemas.microsoft.com/office/drawing/2014/main" id="{2A7248B5-6F5E-E9AC-E7D3-F4F1E9FE9DE8}"/>
              </a:ext>
            </a:extLst>
          </p:cNvPr>
          <p:cNvSpPr>
            <a:spLocks noGrp="1"/>
          </p:cNvSpPr>
          <p:nvPr>
            <p:ph type="sldNum" sz="quarter" idx="12"/>
          </p:nvPr>
        </p:nvSpPr>
        <p:spPr/>
        <p:txBody>
          <a:bodyPr/>
          <a:lstStyle/>
          <a:p>
            <a:fld id="{2D11AD2F-9457-44B3-A1A5-67FB697FC1E5}" type="slidenum">
              <a:rPr lang="en-US" smtClean="0"/>
              <a:t>13</a:t>
            </a:fld>
            <a:endParaRPr lang="en-US"/>
          </a:p>
        </p:txBody>
      </p:sp>
      <p:pic>
        <p:nvPicPr>
          <p:cNvPr id="12" name="Picture 11">
            <a:extLst>
              <a:ext uri="{FF2B5EF4-FFF2-40B4-BE49-F238E27FC236}">
                <a16:creationId xmlns:a16="http://schemas.microsoft.com/office/drawing/2014/main" id="{3F78DAA7-ECB8-8A96-0DBB-1B37760595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15050" y="140999"/>
            <a:ext cx="5460906" cy="3379124"/>
          </a:xfrm>
          <a:prstGeom prst="rect">
            <a:avLst/>
          </a:prstGeom>
        </p:spPr>
      </p:pic>
      <p:pic>
        <p:nvPicPr>
          <p:cNvPr id="4" name="Picture 6" descr="Faculty of Engineering Bar-Ilan University">
            <a:extLst>
              <a:ext uri="{FF2B5EF4-FFF2-40B4-BE49-F238E27FC236}">
                <a16:creationId xmlns:a16="http://schemas.microsoft.com/office/drawing/2014/main" id="{7A5DB7E1-6132-A0FF-A0D6-F2594838E59A}"/>
              </a:ext>
            </a:extLst>
          </p:cNvPr>
          <p:cNvPicPr/>
          <p:nvPr/>
        </p:nvPicPr>
        <p:blipFill>
          <a:blip r:embed="rId4">
            <a:extLst>
              <a:ext uri="{28A0092B-C50C-407E-A947-70E740481C1C}">
                <a14:useLocalDpi xmlns:a14="http://schemas.microsoft.com/office/drawing/2010/main" val="0"/>
              </a:ext>
            </a:extLst>
          </a:blip>
          <a:stretch>
            <a:fillRect/>
          </a:stretch>
        </p:blipFill>
        <p:spPr bwMode="auto">
          <a:xfrm>
            <a:off x="91074" y="6367558"/>
            <a:ext cx="2023476" cy="55139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Table 1">
            <a:extLst>
              <a:ext uri="{FF2B5EF4-FFF2-40B4-BE49-F238E27FC236}">
                <a16:creationId xmlns:a16="http://schemas.microsoft.com/office/drawing/2014/main" id="{33F4F0E1-C452-A35E-8742-27A1DE7E9330}"/>
              </a:ext>
            </a:extLst>
          </p:cNvPr>
          <p:cNvGraphicFramePr>
            <a:graphicFrameLocks noGrp="1"/>
          </p:cNvGraphicFramePr>
          <p:nvPr>
            <p:extLst>
              <p:ext uri="{D42A27DB-BD31-4B8C-83A1-F6EECF244321}">
                <p14:modId xmlns:p14="http://schemas.microsoft.com/office/powerpoint/2010/main" val="956271623"/>
              </p:ext>
            </p:extLst>
          </p:nvPr>
        </p:nvGraphicFramePr>
        <p:xfrm>
          <a:off x="4351711" y="261190"/>
          <a:ext cx="1829332" cy="2754220"/>
        </p:xfrm>
        <a:graphic>
          <a:graphicData uri="http://schemas.openxmlformats.org/drawingml/2006/table">
            <a:tbl>
              <a:tblPr firstRow="1" bandRow="1">
                <a:tableStyleId>{5C22544A-7EE6-4342-B048-85BDC9FD1C3A}</a:tableStyleId>
              </a:tblPr>
              <a:tblGrid>
                <a:gridCol w="914666">
                  <a:extLst>
                    <a:ext uri="{9D8B030D-6E8A-4147-A177-3AD203B41FA5}">
                      <a16:colId xmlns:a16="http://schemas.microsoft.com/office/drawing/2014/main" val="2845579904"/>
                    </a:ext>
                  </a:extLst>
                </a:gridCol>
                <a:gridCol w="914666">
                  <a:extLst>
                    <a:ext uri="{9D8B030D-6E8A-4147-A177-3AD203B41FA5}">
                      <a16:colId xmlns:a16="http://schemas.microsoft.com/office/drawing/2014/main" val="189399800"/>
                    </a:ext>
                  </a:extLst>
                </a:gridCol>
              </a:tblGrid>
              <a:tr h="338028">
                <a:tc gridSpan="2">
                  <a:txBody>
                    <a:bodyPr/>
                    <a:lstStyle/>
                    <a:p>
                      <a:r>
                        <a:rPr lang="en-US" dirty="0"/>
                        <a:t>Laser Power</a:t>
                      </a:r>
                    </a:p>
                  </a:txBody>
                  <a:tcPr/>
                </a:tc>
                <a:tc hMerge="1">
                  <a:txBody>
                    <a:bodyPr/>
                    <a:lstStyle/>
                    <a:p>
                      <a:endParaRPr lang="en-US" dirty="0"/>
                    </a:p>
                  </a:txBody>
                  <a:tcPr/>
                </a:tc>
                <a:extLst>
                  <a:ext uri="{0D108BD9-81ED-4DB2-BD59-A6C34878D82A}">
                    <a16:rowId xmlns:a16="http://schemas.microsoft.com/office/drawing/2014/main" val="358455893"/>
                  </a:ext>
                </a:extLst>
              </a:tr>
              <a:tr h="338028">
                <a:tc>
                  <a:txBody>
                    <a:bodyPr/>
                    <a:lstStyle/>
                    <a:p>
                      <a:r>
                        <a:rPr lang="en-US" dirty="0"/>
                        <a:t>%</a:t>
                      </a:r>
                    </a:p>
                  </a:txBody>
                  <a:tcPr/>
                </a:tc>
                <a:tc>
                  <a:txBody>
                    <a:bodyPr/>
                    <a:lstStyle/>
                    <a:p>
                      <a:r>
                        <a:rPr lang="en-US" dirty="0" err="1"/>
                        <a:t>mW</a:t>
                      </a:r>
                      <a:endParaRPr lang="en-US" dirty="0"/>
                    </a:p>
                  </a:txBody>
                  <a:tcPr/>
                </a:tc>
                <a:extLst>
                  <a:ext uri="{0D108BD9-81ED-4DB2-BD59-A6C34878D82A}">
                    <a16:rowId xmlns:a16="http://schemas.microsoft.com/office/drawing/2014/main" val="3691584750"/>
                  </a:ext>
                </a:extLst>
              </a:tr>
              <a:tr h="404540">
                <a:tc>
                  <a:txBody>
                    <a:bodyPr/>
                    <a:lstStyle/>
                    <a:p>
                      <a:r>
                        <a:rPr lang="en-US" dirty="0"/>
                        <a:t>30</a:t>
                      </a:r>
                    </a:p>
                  </a:txBody>
                  <a:tcPr/>
                </a:tc>
                <a:tc>
                  <a:txBody>
                    <a:bodyPr/>
                    <a:lstStyle/>
                    <a:p>
                      <a:r>
                        <a:rPr lang="en-US" dirty="0"/>
                        <a:t>3</a:t>
                      </a:r>
                    </a:p>
                  </a:txBody>
                  <a:tcPr/>
                </a:tc>
                <a:extLst>
                  <a:ext uri="{0D108BD9-81ED-4DB2-BD59-A6C34878D82A}">
                    <a16:rowId xmlns:a16="http://schemas.microsoft.com/office/drawing/2014/main" val="2736333565"/>
                  </a:ext>
                </a:extLst>
              </a:tr>
              <a:tr h="404540">
                <a:tc>
                  <a:txBody>
                    <a:bodyPr/>
                    <a:lstStyle/>
                    <a:p>
                      <a:r>
                        <a:rPr lang="en-US" dirty="0"/>
                        <a:t>35</a:t>
                      </a:r>
                    </a:p>
                  </a:txBody>
                  <a:tcPr/>
                </a:tc>
                <a:tc>
                  <a:txBody>
                    <a:bodyPr/>
                    <a:lstStyle/>
                    <a:p>
                      <a:r>
                        <a:rPr lang="en-US" dirty="0"/>
                        <a:t>6</a:t>
                      </a:r>
                    </a:p>
                  </a:txBody>
                  <a:tcPr/>
                </a:tc>
                <a:extLst>
                  <a:ext uri="{0D108BD9-81ED-4DB2-BD59-A6C34878D82A}">
                    <a16:rowId xmlns:a16="http://schemas.microsoft.com/office/drawing/2014/main" val="4083812465"/>
                  </a:ext>
                </a:extLst>
              </a:tr>
              <a:tr h="404540">
                <a:tc>
                  <a:txBody>
                    <a:bodyPr/>
                    <a:lstStyle/>
                    <a:p>
                      <a:r>
                        <a:rPr lang="en-US" dirty="0"/>
                        <a:t>40</a:t>
                      </a:r>
                    </a:p>
                  </a:txBody>
                  <a:tcPr/>
                </a:tc>
                <a:tc>
                  <a:txBody>
                    <a:bodyPr/>
                    <a:lstStyle/>
                    <a:p>
                      <a:r>
                        <a:rPr lang="en-US" dirty="0"/>
                        <a:t>12</a:t>
                      </a:r>
                    </a:p>
                  </a:txBody>
                  <a:tcPr/>
                </a:tc>
                <a:extLst>
                  <a:ext uri="{0D108BD9-81ED-4DB2-BD59-A6C34878D82A}">
                    <a16:rowId xmlns:a16="http://schemas.microsoft.com/office/drawing/2014/main" val="3491476825"/>
                  </a:ext>
                </a:extLst>
              </a:tr>
              <a:tr h="404540">
                <a:tc>
                  <a:txBody>
                    <a:bodyPr/>
                    <a:lstStyle/>
                    <a:p>
                      <a:r>
                        <a:rPr lang="en-US" dirty="0"/>
                        <a:t>45</a:t>
                      </a:r>
                    </a:p>
                  </a:txBody>
                  <a:tcPr/>
                </a:tc>
                <a:tc>
                  <a:txBody>
                    <a:bodyPr/>
                    <a:lstStyle/>
                    <a:p>
                      <a:r>
                        <a:rPr lang="en-US" dirty="0"/>
                        <a:t>15</a:t>
                      </a:r>
                    </a:p>
                  </a:txBody>
                  <a:tcPr/>
                </a:tc>
                <a:extLst>
                  <a:ext uri="{0D108BD9-81ED-4DB2-BD59-A6C34878D82A}">
                    <a16:rowId xmlns:a16="http://schemas.microsoft.com/office/drawing/2014/main" val="3694896463"/>
                  </a:ext>
                </a:extLst>
              </a:tr>
              <a:tr h="404540">
                <a:tc>
                  <a:txBody>
                    <a:bodyPr/>
                    <a:lstStyle/>
                    <a:p>
                      <a:r>
                        <a:rPr lang="en-US" dirty="0"/>
                        <a:t>55</a:t>
                      </a:r>
                    </a:p>
                  </a:txBody>
                  <a:tcPr/>
                </a:tc>
                <a:tc>
                  <a:txBody>
                    <a:bodyPr/>
                    <a:lstStyle/>
                    <a:p>
                      <a:r>
                        <a:rPr lang="en-US" dirty="0"/>
                        <a:t>27</a:t>
                      </a:r>
                    </a:p>
                  </a:txBody>
                  <a:tcPr/>
                </a:tc>
                <a:extLst>
                  <a:ext uri="{0D108BD9-81ED-4DB2-BD59-A6C34878D82A}">
                    <a16:rowId xmlns:a16="http://schemas.microsoft.com/office/drawing/2014/main" val="2298028805"/>
                  </a:ext>
                </a:extLst>
              </a:tr>
            </a:tbl>
          </a:graphicData>
        </a:graphic>
      </p:graphicFrame>
    </p:spTree>
    <p:extLst>
      <p:ext uri="{BB962C8B-B14F-4D97-AF65-F5344CB8AC3E}">
        <p14:creationId xmlns:p14="http://schemas.microsoft.com/office/powerpoint/2010/main" val="2769076508"/>
      </p:ext>
    </p:extLst>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551A5-E07E-D7AF-56EE-264619E4B8D0}"/>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F72987D9-A479-3F06-993E-0EC0E05A1334}"/>
              </a:ext>
            </a:extLst>
          </p:cNvPr>
          <p:cNvSpPr>
            <a:spLocks noGrp="1"/>
          </p:cNvSpPr>
          <p:nvPr>
            <p:ph type="title"/>
          </p:nvPr>
        </p:nvSpPr>
        <p:spPr>
          <a:xfrm>
            <a:off x="457200" y="594359"/>
            <a:ext cx="3200400" cy="1580818"/>
          </a:xfrm>
        </p:spPr>
        <p:txBody>
          <a:bodyPr>
            <a:normAutofit/>
          </a:bodyPr>
          <a:lstStyle/>
          <a:p>
            <a:r>
              <a:rPr lang="en-US"/>
              <a:t>TPSF Measurement With Long Gate</a:t>
            </a:r>
            <a:endParaRPr lang="he-IL"/>
          </a:p>
        </p:txBody>
      </p:sp>
      <p:sp>
        <p:nvSpPr>
          <p:cNvPr id="4" name="מציין מיקום טקסט 3">
            <a:extLst>
              <a:ext uri="{FF2B5EF4-FFF2-40B4-BE49-F238E27FC236}">
                <a16:creationId xmlns:a16="http://schemas.microsoft.com/office/drawing/2014/main" id="{49819BB7-D971-F874-77BE-C0F0E5C9B433}"/>
              </a:ext>
            </a:extLst>
          </p:cNvPr>
          <p:cNvSpPr>
            <a:spLocks noGrp="1"/>
          </p:cNvSpPr>
          <p:nvPr>
            <p:ph type="body" sz="half" idx="2"/>
          </p:nvPr>
        </p:nvSpPr>
        <p:spPr>
          <a:xfrm>
            <a:off x="457200" y="2380343"/>
            <a:ext cx="3200400" cy="3924861"/>
          </a:xfrm>
        </p:spPr>
        <p:txBody>
          <a:bodyPr>
            <a:normAutofit/>
          </a:bodyPr>
          <a:lstStyle/>
          <a:p>
            <a:pPr algn="l" rtl="0"/>
            <a:r>
              <a:rPr lang="en-US" sz="2400" b="1"/>
              <a:t>Challenge: </a:t>
            </a:r>
            <a:r>
              <a:rPr lang="en-US" sz="2400"/>
              <a:t>camera gate (6ns) is wider than IRF/TPSF FWHM (350ps to 700ps)</a:t>
            </a:r>
          </a:p>
          <a:p>
            <a:pPr algn="l" rtl="0"/>
            <a:r>
              <a:rPr lang="en-US" sz="2400" b="1"/>
              <a:t>Solution: </a:t>
            </a:r>
            <a:r>
              <a:rPr lang="en-US" sz="2400"/>
              <a:t>Richardson-Lucy Algorithm, an iterative solution to compute the TPSF</a:t>
            </a:r>
          </a:p>
          <a:p>
            <a:pPr algn="l" rtl="0"/>
            <a:r>
              <a:rPr lang="en-US" sz="2400" b="1"/>
              <a:t>Stopping point: </a:t>
            </a:r>
            <a:r>
              <a:rPr lang="en-US" sz="2400"/>
              <a:t>minimum MSE</a:t>
            </a:r>
            <a:endParaRPr lang="he-IL" sz="2400"/>
          </a:p>
        </p:txBody>
      </p:sp>
      <p:sp>
        <p:nvSpPr>
          <p:cNvPr id="5" name="מציין מיקום של מספר שקופית 4">
            <a:extLst>
              <a:ext uri="{FF2B5EF4-FFF2-40B4-BE49-F238E27FC236}">
                <a16:creationId xmlns:a16="http://schemas.microsoft.com/office/drawing/2014/main" id="{DD76B9FB-B832-0A16-B6F0-4084BECE9A98}"/>
              </a:ext>
            </a:extLst>
          </p:cNvPr>
          <p:cNvSpPr>
            <a:spLocks noGrp="1"/>
          </p:cNvSpPr>
          <p:nvPr>
            <p:ph type="sldNum" sz="quarter" idx="12"/>
          </p:nvPr>
        </p:nvSpPr>
        <p:spPr/>
        <p:txBody>
          <a:bodyPr/>
          <a:lstStyle/>
          <a:p>
            <a:fld id="{46CBA923-8050-40EC-91A3-2E6F60A68F37}" type="slidenum">
              <a:rPr lang="he-IL" smtClean="0"/>
              <a:t>14</a:t>
            </a:fld>
            <a:endParaRPr lang="he-IL"/>
          </a:p>
        </p:txBody>
      </p:sp>
      <p:pic>
        <p:nvPicPr>
          <p:cNvPr id="6" name="Picture 6" descr="Faculty of Engineering Bar-Ilan University">
            <a:extLst>
              <a:ext uri="{FF2B5EF4-FFF2-40B4-BE49-F238E27FC236}">
                <a16:creationId xmlns:a16="http://schemas.microsoft.com/office/drawing/2014/main" id="{21803506-4D95-2D6B-8754-C0D50C07C7AA}"/>
              </a:ext>
            </a:extLst>
          </p:cNvPr>
          <p:cNvPicPr/>
          <p:nvPr/>
        </p:nvPicPr>
        <p:blipFill>
          <a:blip r:embed="rId2">
            <a:extLst>
              <a:ext uri="{28A0092B-C50C-407E-A947-70E740481C1C}">
                <a14:useLocalDpi xmlns:a14="http://schemas.microsoft.com/office/drawing/2010/main" val="0"/>
              </a:ext>
            </a:extLst>
          </a:blip>
          <a:stretch>
            <a:fillRect/>
          </a:stretch>
        </p:blipFill>
        <p:spPr bwMode="auto">
          <a:xfrm>
            <a:off x="91074" y="6367558"/>
            <a:ext cx="2023476" cy="551397"/>
          </a:xfrm>
          <a:prstGeom prst="rect">
            <a:avLst/>
          </a:prstGeom>
          <a:noFill/>
          <a:extLst>
            <a:ext uri="{909E8E84-426E-40DD-AFC4-6F175D3DCCD1}">
              <a14:hiddenFill xmlns:a14="http://schemas.microsoft.com/office/drawing/2010/main">
                <a:solidFill>
                  <a:srgbClr val="FFFFFF"/>
                </a:solidFill>
              </a14:hiddenFill>
            </a:ext>
          </a:extLst>
        </p:spPr>
      </p:pic>
      <p:cxnSp>
        <p:nvCxnSpPr>
          <p:cNvPr id="9" name="מחבר חץ ישר 8">
            <a:extLst>
              <a:ext uri="{FF2B5EF4-FFF2-40B4-BE49-F238E27FC236}">
                <a16:creationId xmlns:a16="http://schemas.microsoft.com/office/drawing/2014/main" id="{63339377-251D-4341-4657-BC31824862E4}"/>
              </a:ext>
            </a:extLst>
          </p:cNvPr>
          <p:cNvCxnSpPr>
            <a:cxnSpLocks/>
            <a:endCxn id="10" idx="0"/>
          </p:cNvCxnSpPr>
          <p:nvPr/>
        </p:nvCxnSpPr>
        <p:spPr>
          <a:xfrm>
            <a:off x="5977183" y="1448903"/>
            <a:ext cx="118817" cy="7262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תיבת טקסט 9">
            <a:extLst>
              <a:ext uri="{FF2B5EF4-FFF2-40B4-BE49-F238E27FC236}">
                <a16:creationId xmlns:a16="http://schemas.microsoft.com/office/drawing/2014/main" id="{5BCAF7C9-2002-DD10-6D28-08750006B96C}"/>
              </a:ext>
            </a:extLst>
          </p:cNvPr>
          <p:cNvSpPr txBox="1"/>
          <p:nvPr/>
        </p:nvSpPr>
        <p:spPr>
          <a:xfrm>
            <a:off x="5410931" y="2175177"/>
            <a:ext cx="1370138" cy="338554"/>
          </a:xfrm>
          <a:prstGeom prst="rect">
            <a:avLst/>
          </a:prstGeom>
          <a:noFill/>
        </p:spPr>
        <p:txBody>
          <a:bodyPr wrap="square" rtlCol="1">
            <a:spAutoFit/>
          </a:bodyPr>
          <a:lstStyle/>
          <a:p>
            <a:r>
              <a:rPr lang="en-US" sz="1600" dirty="0"/>
              <a:t>True TPSF/IRF</a:t>
            </a:r>
            <a:endParaRPr lang="he-IL" sz="1600" dirty="0"/>
          </a:p>
        </p:txBody>
      </p:sp>
      <p:sp>
        <p:nvSpPr>
          <p:cNvPr id="14" name="תיבת טקסט 13">
            <a:extLst>
              <a:ext uri="{FF2B5EF4-FFF2-40B4-BE49-F238E27FC236}">
                <a16:creationId xmlns:a16="http://schemas.microsoft.com/office/drawing/2014/main" id="{F4000542-0DD8-0A72-22CD-69B882F34888}"/>
              </a:ext>
            </a:extLst>
          </p:cNvPr>
          <p:cNvSpPr txBox="1"/>
          <p:nvPr/>
        </p:nvSpPr>
        <p:spPr>
          <a:xfrm>
            <a:off x="7192505" y="2124291"/>
            <a:ext cx="1110452" cy="830997"/>
          </a:xfrm>
          <a:prstGeom prst="rect">
            <a:avLst/>
          </a:prstGeom>
          <a:noFill/>
        </p:spPr>
        <p:txBody>
          <a:bodyPr wrap="square" rtlCol="1">
            <a:spAutoFit/>
          </a:bodyPr>
          <a:lstStyle/>
          <a:p>
            <a:r>
              <a:rPr lang="en-US" sz="1600"/>
              <a:t>SPAD gate (smearing effect)</a:t>
            </a:r>
            <a:endParaRPr lang="he-IL" sz="1600"/>
          </a:p>
        </p:txBody>
      </p:sp>
      <p:cxnSp>
        <p:nvCxnSpPr>
          <p:cNvPr id="15" name="מחבר חץ ישר 14">
            <a:extLst>
              <a:ext uri="{FF2B5EF4-FFF2-40B4-BE49-F238E27FC236}">
                <a16:creationId xmlns:a16="http://schemas.microsoft.com/office/drawing/2014/main" id="{0747E6CD-9685-1CE8-4CC0-0FD5A4306E17}"/>
              </a:ext>
            </a:extLst>
          </p:cNvPr>
          <p:cNvCxnSpPr>
            <a:cxnSpLocks/>
            <a:endCxn id="14" idx="0"/>
          </p:cNvCxnSpPr>
          <p:nvPr/>
        </p:nvCxnSpPr>
        <p:spPr>
          <a:xfrm>
            <a:off x="6503456" y="1405420"/>
            <a:ext cx="1244275" cy="7188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תיבת טקסט 20">
            <a:extLst>
              <a:ext uri="{FF2B5EF4-FFF2-40B4-BE49-F238E27FC236}">
                <a16:creationId xmlns:a16="http://schemas.microsoft.com/office/drawing/2014/main" id="{6B76EF2B-C167-9767-832E-ADAC8FB1A7FC}"/>
              </a:ext>
            </a:extLst>
          </p:cNvPr>
          <p:cNvSpPr txBox="1"/>
          <p:nvPr/>
        </p:nvSpPr>
        <p:spPr>
          <a:xfrm>
            <a:off x="4455295" y="1928955"/>
            <a:ext cx="1110452" cy="830997"/>
          </a:xfrm>
          <a:prstGeom prst="rect">
            <a:avLst/>
          </a:prstGeom>
          <a:noFill/>
        </p:spPr>
        <p:txBody>
          <a:bodyPr wrap="square" rtlCol="1">
            <a:spAutoFit/>
          </a:bodyPr>
          <a:lstStyle/>
          <a:p>
            <a:r>
              <a:rPr lang="en-US" sz="1600"/>
              <a:t>Image captured by SPAD</a:t>
            </a:r>
            <a:endParaRPr lang="he-IL" sz="1600"/>
          </a:p>
        </p:txBody>
      </p:sp>
      <p:cxnSp>
        <p:nvCxnSpPr>
          <p:cNvPr id="22" name="מחבר חץ ישר 21">
            <a:extLst>
              <a:ext uri="{FF2B5EF4-FFF2-40B4-BE49-F238E27FC236}">
                <a16:creationId xmlns:a16="http://schemas.microsoft.com/office/drawing/2014/main" id="{9589B8FD-C11A-C732-674A-74D19573315F}"/>
              </a:ext>
            </a:extLst>
          </p:cNvPr>
          <p:cNvCxnSpPr>
            <a:cxnSpLocks/>
            <a:endCxn id="21" idx="0"/>
          </p:cNvCxnSpPr>
          <p:nvPr/>
        </p:nvCxnSpPr>
        <p:spPr>
          <a:xfrm flipH="1">
            <a:off x="5010521" y="1405420"/>
            <a:ext cx="78977" cy="5235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5143B6A-EF67-3EEF-BE24-9C93181BE1E6}"/>
                  </a:ext>
                </a:extLst>
              </p:cNvPr>
              <p:cNvSpPr txBox="1"/>
              <p:nvPr/>
            </p:nvSpPr>
            <p:spPr>
              <a:xfrm>
                <a:off x="4558090" y="526596"/>
                <a:ext cx="6305442" cy="1205523"/>
              </a:xfrm>
              <a:prstGeom prst="rect">
                <a:avLst/>
              </a:prstGeom>
              <a:noFill/>
            </p:spPr>
            <p:txBody>
              <a:bodyPr wrap="square">
                <a:spAutoFit/>
              </a:bodyPr>
              <a:lstStyle/>
              <a:p>
                <a:pPr/>
                <a14:m>
                  <m:oMathPara xmlns:m="http://schemas.openxmlformats.org/officeDocument/2006/math">
                    <m:oMath>
                      <m:r>
                        <a:rPr lang="en-US" sz="2400" b="0" i="1" smtClean="0">
                          <a:latin typeface="Cambria Math" panose="02040503050406030204" pitchFamily="18" charset="0"/>
                        </a:rPr>
                        <m:t>𝑚</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𝑡</m:t>
                          </m:r>
                        </m:e>
                      </m:d>
                      <m:r>
                        <a:rPr lang="en-US" sz="2400" b="0" i="1" smtClean="0">
                          <a:latin typeface="Cambria Math" panose="02040503050406030204" pitchFamily="18" charset="0"/>
                        </a:rPr>
                        <m:t>=</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ℎ</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𝑔</m:t>
                              </m:r>
                            </m:e>
                            <m:sub>
                              <m:r>
                                <a:rPr lang="en-US" sz="2400" b="0" i="1" smtClean="0">
                                  <a:latin typeface="Cambria Math" panose="02040503050406030204" pitchFamily="18" charset="0"/>
                                </a:rPr>
                                <m:t>𝑟𝑒𝑣</m:t>
                              </m:r>
                            </m:sub>
                          </m:sSub>
                        </m:e>
                      </m:d>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𝑡</m:t>
                          </m:r>
                        </m:e>
                      </m:d>
                      <m:r>
                        <a:rPr lang="en-US" sz="2400" b="0" i="1" smtClean="0">
                          <a:latin typeface="Cambria Math" panose="02040503050406030204" pitchFamily="18" charset="0"/>
                        </a:rPr>
                        <m:t>=</m:t>
                      </m:r>
                      <m:nary>
                        <m:naryPr>
                          <m:limLoc m:val="undOvr"/>
                          <m:ctrlPr>
                            <a:rPr lang="en-US" sz="2400" b="0" i="1" smtClean="0">
                              <a:latin typeface="Cambria Math" panose="02040503050406030204" pitchFamily="18" charset="0"/>
                            </a:rPr>
                          </m:ctrlPr>
                        </m:naryPr>
                        <m:sub>
                          <m:r>
                            <m:rPr>
                              <m:brk m:alnAt="24"/>
                            </m:rPr>
                            <a:rPr lang="en-US" sz="2400" b="0" i="1" smtClean="0">
                              <a:latin typeface="Cambria Math" panose="02040503050406030204" pitchFamily="18" charset="0"/>
                            </a:rPr>
                            <m:t>0</m:t>
                          </m:r>
                        </m:sub>
                        <m:sup>
                          <m:r>
                            <a:rPr lang="en-US" sz="2400" b="0" i="1" smtClean="0">
                              <a:latin typeface="Cambria Math" panose="02040503050406030204" pitchFamily="18" charset="0"/>
                            </a:rPr>
                            <m:t>𝑊</m:t>
                          </m:r>
                        </m:sup>
                        <m:e>
                          <m:r>
                            <a:rPr lang="en-US" sz="2400" b="0" i="1" smtClean="0">
                              <a:latin typeface="Cambria Math" panose="02040503050406030204" pitchFamily="18" charset="0"/>
                            </a:rPr>
                            <m:t>ℎ</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𝑡</m:t>
                              </m:r>
                              <m:r>
                                <a:rPr lang="en-US" sz="2400" b="0" i="1" smtClean="0">
                                  <a:latin typeface="Cambria Math" panose="02040503050406030204" pitchFamily="18" charset="0"/>
                                </a:rPr>
                                <m:t>−</m:t>
                              </m:r>
                              <m:r>
                                <a:rPr lang="en-US" sz="2400" b="0" i="1" smtClean="0">
                                  <a:latin typeface="Cambria Math" panose="02040503050406030204" pitchFamily="18" charset="0"/>
                                </a:rPr>
                                <m:t>𝜏</m:t>
                              </m:r>
                            </m:e>
                          </m:d>
                          <m:r>
                            <a:rPr lang="en-US" sz="2400" b="0" i="1" smtClean="0">
                              <a:latin typeface="Cambria Math" panose="02040503050406030204" pitchFamily="18" charset="0"/>
                            </a:rPr>
                            <m:t>𝑔</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𝑊</m:t>
                              </m:r>
                              <m:r>
                                <a:rPr lang="en-US" sz="2400" b="0" i="1" smtClean="0">
                                  <a:latin typeface="Cambria Math" panose="02040503050406030204" pitchFamily="18" charset="0"/>
                                </a:rPr>
                                <m:t>−</m:t>
                              </m:r>
                              <m:r>
                                <a:rPr lang="en-US" sz="2400" b="0" i="1" smtClean="0">
                                  <a:latin typeface="Cambria Math" panose="02040503050406030204" pitchFamily="18" charset="0"/>
                                </a:rPr>
                                <m:t>𝜏</m:t>
                              </m:r>
                            </m:e>
                          </m:d>
                          <m:r>
                            <a:rPr lang="en-US" sz="2400" b="0" i="1" smtClean="0">
                              <a:latin typeface="Cambria Math" panose="02040503050406030204" pitchFamily="18" charset="0"/>
                            </a:rPr>
                            <m:t>𝑑</m:t>
                          </m:r>
                          <m:r>
                            <a:rPr lang="en-US" sz="2400" b="0" i="1" smtClean="0">
                              <a:latin typeface="Cambria Math" panose="02040503050406030204" pitchFamily="18" charset="0"/>
                            </a:rPr>
                            <m:t>𝜏</m:t>
                          </m:r>
                        </m:e>
                      </m:nary>
                    </m:oMath>
                  </m:oMathPara>
                </a14:m>
                <a:endParaRPr lang="en-US" dirty="0"/>
              </a:p>
            </p:txBody>
          </p:sp>
        </mc:Choice>
        <mc:Fallback xmlns="">
          <p:sp>
            <p:nvSpPr>
              <p:cNvPr id="8" name="TextBox 7">
                <a:extLst>
                  <a:ext uri="{FF2B5EF4-FFF2-40B4-BE49-F238E27FC236}">
                    <a16:creationId xmlns:a16="http://schemas.microsoft.com/office/drawing/2014/main" id="{25143B6A-EF67-3EEF-BE24-9C93181BE1E6}"/>
                  </a:ext>
                </a:extLst>
              </p:cNvPr>
              <p:cNvSpPr txBox="1">
                <a:spLocks noRot="1" noChangeAspect="1" noMove="1" noResize="1" noEditPoints="1" noAdjustHandles="1" noChangeArrowheads="1" noChangeShapeType="1" noTextEdit="1"/>
              </p:cNvSpPr>
              <p:nvPr/>
            </p:nvSpPr>
            <p:spPr>
              <a:xfrm>
                <a:off x="4558090" y="526596"/>
                <a:ext cx="6305442" cy="1205523"/>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3D81DC9-AE12-D9E3-56CB-2B1552C8993B}"/>
                  </a:ext>
                </a:extLst>
              </p:cNvPr>
              <p:cNvSpPr txBox="1"/>
              <p:nvPr/>
            </p:nvSpPr>
            <p:spPr>
              <a:xfrm>
                <a:off x="4351231" y="3554358"/>
                <a:ext cx="6096000" cy="914225"/>
              </a:xfrm>
              <a:prstGeom prst="rect">
                <a:avLst/>
              </a:prstGeom>
              <a:noFill/>
            </p:spPr>
            <p:txBody>
              <a:bodyPr wrap="square">
                <a:spAutoFit/>
              </a:bodyPr>
              <a:lstStyle/>
              <a:p>
                <a:pPr/>
                <a14:m>
                  <m:oMathPara xmlns:m="http://schemas.openxmlformats.org/officeDocument/2006/math">
                    <m:o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ℎ</m:t>
                          </m:r>
                        </m:e>
                        <m:sub>
                          <m:r>
                            <a:rPr lang="en-US" sz="2400" b="0" i="1" smtClean="0">
                              <a:latin typeface="Cambria Math" panose="02040503050406030204" pitchFamily="18" charset="0"/>
                            </a:rPr>
                            <m:t>𝑛</m:t>
                          </m:r>
                          <m:r>
                            <a:rPr lang="en-US" sz="2400" b="0" i="1" smtClean="0">
                              <a:latin typeface="Cambria Math" panose="02040503050406030204" pitchFamily="18" charset="0"/>
                            </a:rPr>
                            <m:t>+1</m:t>
                          </m:r>
                        </m:sub>
                      </m:sSub>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𝑡</m:t>
                          </m:r>
                        </m:e>
                      </m:d>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ℎ</m:t>
                          </m:r>
                        </m:e>
                        <m:sub>
                          <m:r>
                            <a:rPr lang="en-US" sz="2400" b="0" i="1" smtClean="0">
                              <a:latin typeface="Cambria Math" panose="02040503050406030204" pitchFamily="18" charset="0"/>
                            </a:rPr>
                            <m:t>𝑛</m:t>
                          </m:r>
                        </m:sub>
                      </m:sSub>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𝑡</m:t>
                          </m:r>
                        </m:e>
                      </m:d>
                      <m:r>
                        <a:rPr lang="en-US" sz="2400" b="0" i="1" smtClean="0">
                          <a:latin typeface="Cambria Math" panose="02040503050406030204" pitchFamily="18" charset="0"/>
                        </a:rPr>
                        <m:t>⋅</m:t>
                      </m:r>
                      <m:d>
                        <m:dPr>
                          <m:begChr m:val="["/>
                          <m:endChr m:val="]"/>
                          <m:ctrlPr>
                            <a:rPr lang="en-US" sz="2400" b="0" i="1" smtClean="0">
                              <a:latin typeface="Cambria Math" panose="02040503050406030204" pitchFamily="18" charset="0"/>
                            </a:rPr>
                          </m:ctrlPr>
                        </m:dPr>
                        <m:e>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𝑚</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𝑡</m:t>
                                  </m:r>
                                </m:e>
                              </m:d>
                            </m:num>
                            <m:den>
                              <m:d>
                                <m:dPr>
                                  <m:ctrlPr>
                                    <a:rPr lang="en-US" sz="2400" b="0" i="1" smtClean="0">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ℎ</m:t>
                                      </m:r>
                                    </m:e>
                                    <m:sub>
                                      <m:r>
                                        <a:rPr lang="en-US" sz="2400" b="0" i="1" smtClean="0">
                                          <a:latin typeface="Cambria Math" panose="02040503050406030204" pitchFamily="18" charset="0"/>
                                        </a:rPr>
                                        <m:t>𝑛</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𝑔</m:t>
                                      </m:r>
                                    </m:e>
                                    <m:sub>
                                      <m:r>
                                        <a:rPr lang="en-US" sz="2400" i="1">
                                          <a:latin typeface="Cambria Math" panose="02040503050406030204" pitchFamily="18" charset="0"/>
                                        </a:rPr>
                                        <m:t>𝑟𝑒𝑣</m:t>
                                      </m:r>
                                    </m:sub>
                                  </m:sSub>
                                </m:e>
                              </m:d>
                              <m:d>
                                <m:dPr>
                                  <m:ctrlPr>
                                    <a:rPr lang="en-US" sz="2400" i="1">
                                      <a:latin typeface="Cambria Math" panose="02040503050406030204" pitchFamily="18" charset="0"/>
                                    </a:rPr>
                                  </m:ctrlPr>
                                </m:dPr>
                                <m:e>
                                  <m:r>
                                    <a:rPr lang="en-US" sz="2400" i="1">
                                      <a:latin typeface="Cambria Math" panose="02040503050406030204" pitchFamily="18" charset="0"/>
                                    </a:rPr>
                                    <m:t>𝑡</m:t>
                                  </m:r>
                                </m:e>
                              </m:d>
                            </m:den>
                          </m:f>
                        </m:e>
                      </m:d>
                      <m:r>
                        <a:rPr lang="en-US" sz="2400" b="0" i="1" smtClean="0">
                          <a:latin typeface="Cambria Math" panose="02040503050406030204" pitchFamily="18" charset="0"/>
                        </a:rPr>
                        <m:t>∗</m:t>
                      </m:r>
                      <m:r>
                        <a:rPr lang="en-US" sz="2400" b="0" i="1" smtClean="0">
                          <a:latin typeface="Cambria Math" panose="02040503050406030204" pitchFamily="18" charset="0"/>
                        </a:rPr>
                        <m:t>𝑔</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m:oMathPara>
                </a14:m>
                <a:endParaRPr lang="en-US" dirty="0"/>
              </a:p>
            </p:txBody>
          </p:sp>
        </mc:Choice>
        <mc:Fallback xmlns="">
          <p:sp>
            <p:nvSpPr>
              <p:cNvPr id="7" name="TextBox 6">
                <a:extLst>
                  <a:ext uri="{FF2B5EF4-FFF2-40B4-BE49-F238E27FC236}">
                    <a16:creationId xmlns:a16="http://schemas.microsoft.com/office/drawing/2014/main" id="{B3D81DC9-AE12-D9E3-56CB-2B1552C8993B}"/>
                  </a:ext>
                </a:extLst>
              </p:cNvPr>
              <p:cNvSpPr txBox="1">
                <a:spLocks noRot="1" noChangeAspect="1" noMove="1" noResize="1" noEditPoints="1" noAdjustHandles="1" noChangeArrowheads="1" noChangeShapeType="1" noTextEdit="1"/>
              </p:cNvSpPr>
              <p:nvPr/>
            </p:nvSpPr>
            <p:spPr>
              <a:xfrm>
                <a:off x="4351231" y="3554358"/>
                <a:ext cx="6096000" cy="91422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CC4A227-D88F-5AF2-6B39-38D79B3C1428}"/>
                  </a:ext>
                </a:extLst>
              </p:cNvPr>
              <p:cNvSpPr txBox="1"/>
              <p:nvPr/>
            </p:nvSpPr>
            <p:spPr>
              <a:xfrm>
                <a:off x="4351231" y="4879280"/>
                <a:ext cx="6096000" cy="1169807"/>
              </a:xfrm>
              <a:prstGeom prst="rect">
                <a:avLst/>
              </a:prstGeom>
              <a:noFill/>
            </p:spPr>
            <p:txBody>
              <a:bodyPr wrap="square">
                <a:spAutoFit/>
              </a:bodyPr>
              <a:lstStyle/>
              <a:p>
                <a:pPr/>
                <a14:m>
                  <m:oMathPara xmlns:m="http://schemas.openxmlformats.org/officeDocument/2006/math">
                    <m:oMath>
                      <m:r>
                        <a:rPr lang="en-US" sz="2400" b="0" i="1" smtClean="0">
                          <a:latin typeface="Cambria Math" panose="02040503050406030204" pitchFamily="18" charset="0"/>
                        </a:rPr>
                        <m:t>𝑀𝑆</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𝐸</m:t>
                          </m:r>
                        </m:e>
                        <m:sub>
                          <m:r>
                            <a:rPr lang="en-US" sz="2400" b="0" i="1" smtClean="0">
                              <a:latin typeface="Cambria Math" panose="02040503050406030204" pitchFamily="18" charset="0"/>
                            </a:rPr>
                            <m:t>𝑛</m:t>
                          </m:r>
                        </m:sub>
                      </m:sSub>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𝑁</m:t>
                          </m:r>
                        </m:den>
                      </m:f>
                      <m:nary>
                        <m:naryPr>
                          <m:chr m:val="∑"/>
                          <m:ctrlPr>
                            <a:rPr lang="en-US" sz="2400" b="0" i="1" smtClean="0">
                              <a:latin typeface="Cambria Math" panose="02040503050406030204" pitchFamily="18" charset="0"/>
                            </a:rPr>
                          </m:ctrlPr>
                        </m:naryPr>
                        <m:sub>
                          <m:r>
                            <m:rPr>
                              <m:brk m:alnAt="23"/>
                            </m:rPr>
                            <a:rPr lang="en-US" sz="2400" b="0" i="1" smtClean="0">
                              <a:latin typeface="Cambria Math" panose="02040503050406030204" pitchFamily="18" charset="0"/>
                            </a:rPr>
                            <m:t>𝑖</m:t>
                          </m:r>
                          <m:r>
                            <a:rPr lang="en-US" sz="2400" b="0" i="1" smtClean="0">
                              <a:latin typeface="Cambria Math" panose="02040503050406030204" pitchFamily="18" charset="0"/>
                            </a:rPr>
                            <m:t>=</m:t>
                          </m:r>
                          <m:r>
                            <m:rPr>
                              <m:brk m:alnAt="23"/>
                            </m:rPr>
                            <a:rPr lang="en-US" sz="2400" b="0" i="1" smtClean="0">
                              <a:latin typeface="Cambria Math" panose="02040503050406030204" pitchFamily="18" charset="0"/>
                            </a:rPr>
                            <m:t>1</m:t>
                          </m:r>
                        </m:sub>
                        <m:sup>
                          <m:r>
                            <a:rPr lang="en-US" sz="2400" b="0" i="1" smtClean="0">
                              <a:latin typeface="Cambria Math" panose="02040503050406030204" pitchFamily="18" charset="0"/>
                            </a:rPr>
                            <m:t>𝑁</m:t>
                          </m:r>
                        </m:sup>
                        <m:e>
                          <m:sSup>
                            <m:sSupPr>
                              <m:ctrlPr>
                                <a:rPr lang="en-US" sz="2400" b="0" i="1" smtClean="0">
                                  <a:latin typeface="Cambria Math" panose="02040503050406030204" pitchFamily="18" charset="0"/>
                                </a:rPr>
                              </m:ctrlPr>
                            </m:sSupPr>
                            <m:e>
                              <m:d>
                                <m:dPr>
                                  <m:ctrlPr>
                                    <a:rPr lang="en-US" sz="2400" b="0" i="1" smtClean="0">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𝑚</m:t>
                                      </m:r>
                                    </m:e>
                                    <m:sub>
                                      <m:r>
                                        <a:rPr lang="en-US" sz="2400" b="0" i="1" smtClean="0">
                                          <a:latin typeface="Cambria Math" panose="02040503050406030204" pitchFamily="18" charset="0"/>
                                        </a:rPr>
                                        <m:t>𝑖</m:t>
                                      </m:r>
                                    </m:sub>
                                  </m:sSub>
                                  <m:d>
                                    <m:dPr>
                                      <m:ctrlPr>
                                        <a:rPr lang="en-US" sz="2400" b="0" i="1" smtClean="0">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𝑡</m:t>
                                          </m:r>
                                        </m:e>
                                        <m:sub>
                                          <m:r>
                                            <a:rPr lang="en-US" sz="2400" b="0" i="1" smtClean="0">
                                              <a:latin typeface="Cambria Math" panose="02040503050406030204" pitchFamily="18" charset="0"/>
                                            </a:rPr>
                                            <m:t>𝑖</m:t>
                                          </m:r>
                                        </m:sub>
                                      </m:sSub>
                                    </m:e>
                                  </m:d>
                                  <m:r>
                                    <a:rPr lang="en-US" sz="2400" b="0" i="1" smtClean="0">
                                      <a:latin typeface="Cambria Math" panose="02040503050406030204" pitchFamily="18" charset="0"/>
                                    </a:rPr>
                                    <m:t>−</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ℎ</m:t>
                                          </m:r>
                                        </m:e>
                                        <m:sub>
                                          <m:r>
                                            <a:rPr lang="en-US" sz="2400" i="1">
                                              <a:latin typeface="Cambria Math" panose="02040503050406030204" pitchFamily="18" charset="0"/>
                                            </a:rPr>
                                            <m:t>𝑛</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𝑔</m:t>
                                          </m:r>
                                        </m:e>
                                        <m:sub>
                                          <m:r>
                                            <a:rPr lang="en-US" sz="2400" i="1">
                                              <a:latin typeface="Cambria Math" panose="02040503050406030204" pitchFamily="18" charset="0"/>
                                            </a:rPr>
                                            <m:t>𝑟𝑒𝑣</m:t>
                                          </m:r>
                                        </m:sub>
                                      </m:sSub>
                                    </m:e>
                                  </m:d>
                                  <m:d>
                                    <m:dPr>
                                      <m:ctrlPr>
                                        <a:rPr lang="en-US" sz="2400" b="0" i="1" smtClean="0">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𝑡</m:t>
                                          </m:r>
                                        </m:e>
                                        <m:sub>
                                          <m:r>
                                            <a:rPr lang="en-US" sz="2400" b="0" i="1" smtClean="0">
                                              <a:latin typeface="Cambria Math" panose="02040503050406030204" pitchFamily="18" charset="0"/>
                                            </a:rPr>
                                            <m:t>𝑖</m:t>
                                          </m:r>
                                        </m:sub>
                                      </m:sSub>
                                    </m:e>
                                  </m:d>
                                </m:e>
                              </m:d>
                            </m:e>
                            <m:sup>
                              <m:r>
                                <a:rPr lang="en-US" sz="2400" b="0" i="1" smtClean="0">
                                  <a:latin typeface="Cambria Math" panose="02040503050406030204" pitchFamily="18" charset="0"/>
                                </a:rPr>
                                <m:t>2</m:t>
                              </m:r>
                            </m:sup>
                          </m:sSup>
                        </m:e>
                      </m:nary>
                    </m:oMath>
                  </m:oMathPara>
                </a14:m>
                <a:endParaRPr lang="en-US" dirty="0"/>
              </a:p>
            </p:txBody>
          </p:sp>
        </mc:Choice>
        <mc:Fallback xmlns="">
          <p:sp>
            <p:nvSpPr>
              <p:cNvPr id="12" name="TextBox 11">
                <a:extLst>
                  <a:ext uri="{FF2B5EF4-FFF2-40B4-BE49-F238E27FC236}">
                    <a16:creationId xmlns:a16="http://schemas.microsoft.com/office/drawing/2014/main" id="{7CC4A227-D88F-5AF2-6B39-38D79B3C1428}"/>
                  </a:ext>
                </a:extLst>
              </p:cNvPr>
              <p:cNvSpPr txBox="1">
                <a:spLocks noRot="1" noChangeAspect="1" noMove="1" noResize="1" noEditPoints="1" noAdjustHandles="1" noChangeArrowheads="1" noChangeShapeType="1" noTextEdit="1"/>
              </p:cNvSpPr>
              <p:nvPr/>
            </p:nvSpPr>
            <p:spPr>
              <a:xfrm>
                <a:off x="4351231" y="4879280"/>
                <a:ext cx="6096000" cy="1169807"/>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131627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4" grpId="0"/>
      <p:bldP spid="21" grpId="0"/>
      <p:bldP spid="8" grpId="0"/>
      <p:bldP spid="7" grpId="0"/>
      <p:bldP spid="1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F2B08A9-0A3C-9BEC-9053-06D7F2D75DB7}"/>
              </a:ext>
            </a:extLst>
          </p:cNvPr>
          <p:cNvSpPr>
            <a:spLocks noGrp="1"/>
          </p:cNvSpPr>
          <p:nvPr>
            <p:ph type="sldNum" sz="quarter" idx="12"/>
          </p:nvPr>
        </p:nvSpPr>
        <p:spPr/>
        <p:txBody>
          <a:bodyPr/>
          <a:lstStyle/>
          <a:p>
            <a:fld id="{2D11AD2F-9457-44B3-A1A5-67FB697FC1E5}" type="slidenum">
              <a:rPr lang="en-US" smtClean="0"/>
              <a:t>15</a:t>
            </a:fld>
            <a:endParaRPr lang="en-US"/>
          </a:p>
        </p:txBody>
      </p:sp>
      <p:sp>
        <p:nvSpPr>
          <p:cNvPr id="5" name="תיבת טקסט 6">
            <a:extLst>
              <a:ext uri="{FF2B5EF4-FFF2-40B4-BE49-F238E27FC236}">
                <a16:creationId xmlns:a16="http://schemas.microsoft.com/office/drawing/2014/main" id="{289CF20F-004E-4F7E-ED4E-CB6136AE09BF}"/>
              </a:ext>
            </a:extLst>
          </p:cNvPr>
          <p:cNvSpPr txBox="1"/>
          <p:nvPr/>
        </p:nvSpPr>
        <p:spPr>
          <a:xfrm>
            <a:off x="6394633" y="2893131"/>
            <a:ext cx="1714500" cy="646331"/>
          </a:xfrm>
          <a:prstGeom prst="rect">
            <a:avLst/>
          </a:prstGeom>
          <a:noFill/>
        </p:spPr>
        <p:txBody>
          <a:bodyPr wrap="square" rtlCol="1">
            <a:spAutoFit/>
          </a:bodyPr>
          <a:lstStyle/>
          <a:p>
            <a:pPr algn="ctr"/>
            <a:r>
              <a:rPr lang="en-US" dirty="0"/>
              <a:t>Doesn’t exist in SPAD</a:t>
            </a:r>
            <a:endParaRPr lang="he-IL" dirty="0"/>
          </a:p>
        </p:txBody>
      </p:sp>
      <p:sp>
        <p:nvSpPr>
          <p:cNvPr id="9" name="סוגר מסולסל שמאלי 5">
            <a:extLst>
              <a:ext uri="{FF2B5EF4-FFF2-40B4-BE49-F238E27FC236}">
                <a16:creationId xmlns:a16="http://schemas.microsoft.com/office/drawing/2014/main" id="{42177440-557C-D1BB-1254-F749EDF271A2}"/>
              </a:ext>
            </a:extLst>
          </p:cNvPr>
          <p:cNvSpPr/>
          <p:nvPr/>
        </p:nvSpPr>
        <p:spPr>
          <a:xfrm rot="16200000">
            <a:off x="7041636" y="1895208"/>
            <a:ext cx="420495" cy="1575351"/>
          </a:xfrm>
          <a:prstGeom prst="leftBrace">
            <a:avLst/>
          </a:prstGeom>
        </p:spPr>
        <p:style>
          <a:lnRef idx="3">
            <a:schemeClr val="dk1"/>
          </a:lnRef>
          <a:fillRef idx="0">
            <a:schemeClr val="dk1"/>
          </a:fillRef>
          <a:effectRef idx="2">
            <a:schemeClr val="dk1"/>
          </a:effectRef>
          <a:fontRef idx="minor">
            <a:schemeClr val="tx1"/>
          </a:fontRef>
        </p:style>
        <p:txBody>
          <a:bodyPr rtlCol="1" anchor="ctr"/>
          <a:lstStyle/>
          <a:p>
            <a:pPr algn="ctr"/>
            <a:endParaRPr lang="he-IL"/>
          </a:p>
        </p:txBody>
      </p:sp>
      <p:sp>
        <p:nvSpPr>
          <p:cNvPr id="20" name="כותרת 1">
            <a:extLst>
              <a:ext uri="{FF2B5EF4-FFF2-40B4-BE49-F238E27FC236}">
                <a16:creationId xmlns:a16="http://schemas.microsoft.com/office/drawing/2014/main" id="{D90C9F8B-5ED1-A4AC-066C-A86B28C7488C}"/>
              </a:ext>
            </a:extLst>
          </p:cNvPr>
          <p:cNvSpPr>
            <a:spLocks noGrp="1"/>
          </p:cNvSpPr>
          <p:nvPr>
            <p:ph type="title"/>
          </p:nvPr>
        </p:nvSpPr>
        <p:spPr>
          <a:xfrm>
            <a:off x="1141413" y="618518"/>
            <a:ext cx="9905998" cy="772337"/>
          </a:xfrm>
        </p:spPr>
        <p:txBody>
          <a:bodyPr/>
          <a:lstStyle/>
          <a:p>
            <a:r>
              <a:rPr lang="en-US" dirty="0"/>
              <a:t>SCOS Noise Model</a:t>
            </a:r>
            <a:endParaRPr lang="he-IL" dirty="0"/>
          </a:p>
        </p:txBody>
      </p:sp>
      <p:pic>
        <p:nvPicPr>
          <p:cNvPr id="22" name="Picture 6" descr="Faculty of Engineering Bar-Ilan University">
            <a:extLst>
              <a:ext uri="{FF2B5EF4-FFF2-40B4-BE49-F238E27FC236}">
                <a16:creationId xmlns:a16="http://schemas.microsoft.com/office/drawing/2014/main" id="{89E48746-58E5-D59E-8991-BF4030D9559D}"/>
              </a:ext>
            </a:extLst>
          </p:cNvPr>
          <p:cNvPicPr/>
          <p:nvPr/>
        </p:nvPicPr>
        <p:blipFill>
          <a:blip r:embed="rId3">
            <a:extLst>
              <a:ext uri="{28A0092B-C50C-407E-A947-70E740481C1C}">
                <a14:useLocalDpi xmlns:a14="http://schemas.microsoft.com/office/drawing/2010/main" val="0"/>
              </a:ext>
            </a:extLst>
          </a:blip>
          <a:stretch>
            <a:fillRect/>
          </a:stretch>
        </p:blipFill>
        <p:spPr bwMode="auto">
          <a:xfrm>
            <a:off x="91074" y="6367558"/>
            <a:ext cx="2023476" cy="55139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46B6E8F-5A07-5B58-3D9B-D56846B70CE7}"/>
                  </a:ext>
                </a:extLst>
              </p:cNvPr>
              <p:cNvSpPr txBox="1"/>
              <p:nvPr/>
            </p:nvSpPr>
            <p:spPr>
              <a:xfrm>
                <a:off x="2211037" y="1976564"/>
                <a:ext cx="6096000" cy="645561"/>
              </a:xfrm>
              <a:prstGeom prst="rect">
                <a:avLst/>
              </a:prstGeom>
              <a:noFill/>
            </p:spPr>
            <p:txBody>
              <a:bodyPr wrap="square">
                <a:spAutoFit/>
              </a:bodyPr>
              <a:lstStyle/>
              <a:p>
                <a:pPr/>
                <a14:m>
                  <m:oMathPara xmlns:m="http://schemas.openxmlformats.org/officeDocument/2006/math">
                    <m:oMath>
                      <m:sSubSup>
                        <m:sSubSupPr>
                          <m:ctrlPr>
                            <a:rPr lang="en-US" sz="3200" b="0" i="1" smtClean="0">
                              <a:latin typeface="Cambria Math" panose="02040503050406030204" pitchFamily="18" charset="0"/>
                            </a:rPr>
                          </m:ctrlPr>
                        </m:sSubSupPr>
                        <m:e>
                          <m:r>
                            <a:rPr lang="en-US" sz="3200" b="0" i="1" smtClean="0">
                              <a:latin typeface="Cambria Math" panose="02040503050406030204" pitchFamily="18" charset="0"/>
                            </a:rPr>
                            <m:t>𝐾</m:t>
                          </m:r>
                        </m:e>
                        <m:sub>
                          <m:r>
                            <a:rPr lang="en-US" sz="3200" b="0" i="1" smtClean="0">
                              <a:latin typeface="Cambria Math" panose="02040503050406030204" pitchFamily="18" charset="0"/>
                            </a:rPr>
                            <m:t>𝐶</m:t>
                          </m:r>
                        </m:sub>
                        <m:sup>
                          <m:r>
                            <a:rPr lang="en-US" sz="3200" b="0" i="1" smtClean="0">
                              <a:latin typeface="Cambria Math" panose="02040503050406030204" pitchFamily="18" charset="0"/>
                            </a:rPr>
                            <m:t>2</m:t>
                          </m:r>
                        </m:sup>
                      </m:sSubSup>
                      <m:r>
                        <a:rPr lang="en-US" sz="3200" b="0" i="1" smtClean="0">
                          <a:latin typeface="Cambria Math" panose="02040503050406030204" pitchFamily="18" charset="0"/>
                        </a:rPr>
                        <m:t>=</m:t>
                      </m:r>
                      <m:sSubSup>
                        <m:sSubSupPr>
                          <m:ctrlPr>
                            <a:rPr lang="en-US" sz="3200" b="0" i="1" smtClean="0">
                              <a:latin typeface="Cambria Math" panose="02040503050406030204" pitchFamily="18" charset="0"/>
                            </a:rPr>
                          </m:ctrlPr>
                        </m:sSubSupPr>
                        <m:e>
                          <m:r>
                            <a:rPr lang="en-US" sz="3200" b="0" i="1" smtClean="0">
                              <a:latin typeface="Cambria Math" panose="02040503050406030204" pitchFamily="18" charset="0"/>
                            </a:rPr>
                            <m:t>𝐾</m:t>
                          </m:r>
                        </m:e>
                        <m:sub>
                          <m:r>
                            <a:rPr lang="en-US" sz="3200" b="0" i="1" smtClean="0">
                              <a:latin typeface="Cambria Math" panose="02040503050406030204" pitchFamily="18" charset="0"/>
                            </a:rPr>
                            <m:t>𝑚</m:t>
                          </m:r>
                        </m:sub>
                        <m:sup>
                          <m:r>
                            <a:rPr lang="en-US" sz="3200" b="0" i="1" smtClean="0">
                              <a:latin typeface="Cambria Math" panose="02040503050406030204" pitchFamily="18" charset="0"/>
                            </a:rPr>
                            <m:t>2</m:t>
                          </m:r>
                        </m:sup>
                      </m:sSubSup>
                      <m:r>
                        <a:rPr lang="en-US" sz="3200" b="0" i="1" smtClean="0">
                          <a:latin typeface="Cambria Math" panose="02040503050406030204" pitchFamily="18" charset="0"/>
                        </a:rPr>
                        <m:t>−</m:t>
                      </m:r>
                      <m:sSubSup>
                        <m:sSubSupPr>
                          <m:ctrlPr>
                            <a:rPr lang="en-US" sz="3200" b="0" i="1" smtClean="0">
                              <a:latin typeface="Cambria Math" panose="02040503050406030204" pitchFamily="18" charset="0"/>
                            </a:rPr>
                          </m:ctrlPr>
                        </m:sSubSupPr>
                        <m:e>
                          <m:r>
                            <a:rPr lang="en-US" sz="3200" b="0" i="1" smtClean="0">
                              <a:latin typeface="Cambria Math" panose="02040503050406030204" pitchFamily="18" charset="0"/>
                            </a:rPr>
                            <m:t>𝐾</m:t>
                          </m:r>
                        </m:e>
                        <m:sub>
                          <m:r>
                            <a:rPr lang="en-US" sz="3200" b="0" i="1" smtClean="0">
                              <a:latin typeface="Cambria Math" panose="02040503050406030204" pitchFamily="18" charset="0"/>
                            </a:rPr>
                            <m:t>𝑠</m:t>
                          </m:r>
                        </m:sub>
                        <m:sup>
                          <m:r>
                            <a:rPr lang="en-US" sz="3200" b="0" i="1" smtClean="0">
                              <a:latin typeface="Cambria Math" panose="02040503050406030204" pitchFamily="18" charset="0"/>
                            </a:rPr>
                            <m:t>2</m:t>
                          </m:r>
                        </m:sup>
                      </m:sSubSup>
                      <m:r>
                        <a:rPr lang="en-US" sz="3200" b="0" i="1" smtClean="0">
                          <a:latin typeface="Cambria Math" panose="02040503050406030204" pitchFamily="18" charset="0"/>
                        </a:rPr>
                        <m:t>−</m:t>
                      </m:r>
                      <m:sSubSup>
                        <m:sSubSupPr>
                          <m:ctrlPr>
                            <a:rPr lang="en-US" sz="3200" b="0" i="1" smtClean="0">
                              <a:latin typeface="Cambria Math" panose="02040503050406030204" pitchFamily="18" charset="0"/>
                            </a:rPr>
                          </m:ctrlPr>
                        </m:sSubSupPr>
                        <m:e>
                          <m:r>
                            <a:rPr lang="en-US" sz="3200" b="0" i="1" smtClean="0">
                              <a:latin typeface="Cambria Math" panose="02040503050406030204" pitchFamily="18" charset="0"/>
                            </a:rPr>
                            <m:t>𝐾</m:t>
                          </m:r>
                        </m:e>
                        <m:sub>
                          <m:r>
                            <a:rPr lang="en-US" sz="3200" b="0" i="1" smtClean="0">
                              <a:latin typeface="Cambria Math" panose="02040503050406030204" pitchFamily="18" charset="0"/>
                            </a:rPr>
                            <m:t>𝑑</m:t>
                          </m:r>
                        </m:sub>
                        <m:sup>
                          <m:r>
                            <a:rPr lang="en-US" sz="3200" b="0" i="1" smtClean="0">
                              <a:latin typeface="Cambria Math" panose="02040503050406030204" pitchFamily="18" charset="0"/>
                            </a:rPr>
                            <m:t>2</m:t>
                          </m:r>
                        </m:sup>
                      </m:sSubSup>
                      <m:r>
                        <a:rPr lang="en-US" sz="3200" b="0" i="1" smtClean="0">
                          <a:latin typeface="Cambria Math" panose="02040503050406030204" pitchFamily="18" charset="0"/>
                        </a:rPr>
                        <m:t>−</m:t>
                      </m:r>
                      <m:sSubSup>
                        <m:sSubSupPr>
                          <m:ctrlPr>
                            <a:rPr lang="en-US" sz="3200" b="0" i="1" smtClean="0">
                              <a:latin typeface="Cambria Math" panose="02040503050406030204" pitchFamily="18" charset="0"/>
                            </a:rPr>
                          </m:ctrlPr>
                        </m:sSubSupPr>
                        <m:e>
                          <m:r>
                            <a:rPr lang="en-US" sz="3200" b="0" i="1" smtClean="0">
                              <a:latin typeface="Cambria Math" panose="02040503050406030204" pitchFamily="18" charset="0"/>
                            </a:rPr>
                            <m:t>𝐾</m:t>
                          </m:r>
                        </m:e>
                        <m:sub>
                          <m:r>
                            <a:rPr lang="en-US" sz="3200" b="0" i="1" smtClean="0">
                              <a:latin typeface="Cambria Math" panose="02040503050406030204" pitchFamily="18" charset="0"/>
                            </a:rPr>
                            <m:t>𝑟</m:t>
                          </m:r>
                        </m:sub>
                        <m:sup>
                          <m:r>
                            <a:rPr lang="en-US" sz="3200" b="0" i="1" smtClean="0">
                              <a:latin typeface="Cambria Math" panose="02040503050406030204" pitchFamily="18" charset="0"/>
                            </a:rPr>
                            <m:t>2</m:t>
                          </m:r>
                        </m:sup>
                      </m:sSubSup>
                      <m:r>
                        <a:rPr lang="en-US" sz="3200" b="0" i="1" smtClean="0">
                          <a:latin typeface="Cambria Math" panose="02040503050406030204" pitchFamily="18" charset="0"/>
                        </a:rPr>
                        <m:t>−</m:t>
                      </m:r>
                      <m:sSubSup>
                        <m:sSubSupPr>
                          <m:ctrlPr>
                            <a:rPr lang="en-US" sz="3200" b="0" i="1" smtClean="0">
                              <a:latin typeface="Cambria Math" panose="02040503050406030204" pitchFamily="18" charset="0"/>
                            </a:rPr>
                          </m:ctrlPr>
                        </m:sSubSupPr>
                        <m:e>
                          <m:r>
                            <a:rPr lang="en-US" sz="3200" b="0" i="1" smtClean="0">
                              <a:latin typeface="Cambria Math" panose="02040503050406030204" pitchFamily="18" charset="0"/>
                            </a:rPr>
                            <m:t>𝐾</m:t>
                          </m:r>
                        </m:e>
                        <m:sub>
                          <m:r>
                            <a:rPr lang="en-US" sz="3200" b="0" i="1" smtClean="0">
                              <a:latin typeface="Cambria Math" panose="02040503050406030204" pitchFamily="18" charset="0"/>
                            </a:rPr>
                            <m:t>𝑞</m:t>
                          </m:r>
                        </m:sub>
                        <m:sup>
                          <m:r>
                            <a:rPr lang="en-US" sz="3200" b="0" i="1" smtClean="0">
                              <a:latin typeface="Cambria Math" panose="02040503050406030204" pitchFamily="18" charset="0"/>
                            </a:rPr>
                            <m:t>2</m:t>
                          </m:r>
                        </m:sup>
                      </m:sSubSup>
                    </m:oMath>
                  </m:oMathPara>
                </a14:m>
                <a:endParaRPr lang="en-US" dirty="0"/>
              </a:p>
            </p:txBody>
          </p:sp>
        </mc:Choice>
        <mc:Fallback xmlns="">
          <p:sp>
            <p:nvSpPr>
              <p:cNvPr id="4" name="TextBox 3">
                <a:extLst>
                  <a:ext uri="{FF2B5EF4-FFF2-40B4-BE49-F238E27FC236}">
                    <a16:creationId xmlns:a16="http://schemas.microsoft.com/office/drawing/2014/main" id="{246B6E8F-5A07-5B58-3D9B-D56846B70CE7}"/>
                  </a:ext>
                </a:extLst>
              </p:cNvPr>
              <p:cNvSpPr txBox="1">
                <a:spLocks noRot="1" noChangeAspect="1" noMove="1" noResize="1" noEditPoints="1" noAdjustHandles="1" noChangeArrowheads="1" noChangeShapeType="1" noTextEdit="1"/>
              </p:cNvSpPr>
              <p:nvPr/>
            </p:nvSpPr>
            <p:spPr>
              <a:xfrm>
                <a:off x="2211037" y="1976564"/>
                <a:ext cx="6096000" cy="645561"/>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0B7B75C-599D-0C3B-145D-165F24586C50}"/>
                  </a:ext>
                </a:extLst>
              </p:cNvPr>
              <p:cNvSpPr txBox="1"/>
              <p:nvPr/>
            </p:nvSpPr>
            <p:spPr>
              <a:xfrm>
                <a:off x="739963" y="2886108"/>
                <a:ext cx="6096000" cy="3315844"/>
              </a:xfrm>
              <a:prstGeom prst="rect">
                <a:avLst/>
              </a:prstGeom>
              <a:noFill/>
            </p:spPr>
            <p:txBody>
              <a:bodyPr wrap="square">
                <a:spAutoFit/>
              </a:bodyPr>
              <a:lstStyle/>
              <a:p>
                <a:pPr>
                  <a:lnSpc>
                    <a:spcPct val="150000"/>
                  </a:lnSpc>
                </a:pPr>
                <a14:m>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𝐾</m:t>
                        </m:r>
                      </m:e>
                      <m:sub>
                        <m:r>
                          <a:rPr lang="en-US" sz="2800" b="0" i="1" smtClean="0">
                            <a:latin typeface="Cambria Math" panose="02040503050406030204" pitchFamily="18" charset="0"/>
                          </a:rPr>
                          <m:t>𝑚</m:t>
                        </m:r>
                      </m:sub>
                    </m:sSub>
                  </m:oMath>
                </a14:m>
                <a:r>
                  <a:rPr lang="en-US" sz="2800" dirty="0"/>
                  <a:t> - The measured contrast</a:t>
                </a:r>
              </a:p>
              <a:p>
                <a:pPr>
                  <a:lnSpc>
                    <a:spcPct val="150000"/>
                  </a:lnSpc>
                </a:pPr>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𝐾</m:t>
                        </m:r>
                      </m:e>
                      <m:sub>
                        <m:r>
                          <a:rPr lang="en-US" sz="2800" b="0" i="1" smtClean="0">
                            <a:latin typeface="Cambria Math" panose="02040503050406030204" pitchFamily="18" charset="0"/>
                          </a:rPr>
                          <m:t>𝑠</m:t>
                        </m:r>
                      </m:sub>
                    </m:sSub>
                  </m:oMath>
                </a14:m>
                <a:r>
                  <a:rPr lang="en-US" sz="2800" dirty="0"/>
                  <a:t> - Shot noise</a:t>
                </a:r>
              </a:p>
              <a:p>
                <a:pPr>
                  <a:lnSpc>
                    <a:spcPct val="150000"/>
                  </a:lnSpc>
                </a:pPr>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𝐾</m:t>
                        </m:r>
                      </m:e>
                      <m:sub>
                        <m:r>
                          <a:rPr lang="en-US" sz="2800" b="0" i="1" smtClean="0">
                            <a:latin typeface="Cambria Math" panose="02040503050406030204" pitchFamily="18" charset="0"/>
                          </a:rPr>
                          <m:t>𝑟</m:t>
                        </m:r>
                      </m:sub>
                    </m:sSub>
                  </m:oMath>
                </a14:m>
                <a:r>
                  <a:rPr lang="en-US" sz="2800" dirty="0"/>
                  <a:t> - Read-out noise</a:t>
                </a:r>
              </a:p>
              <a:p>
                <a:pPr>
                  <a:lnSpc>
                    <a:spcPct val="150000"/>
                  </a:lnSpc>
                </a:pPr>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𝐾</m:t>
                        </m:r>
                      </m:e>
                      <m:sub>
                        <m:r>
                          <a:rPr lang="en-US" sz="2800" b="0" i="1" smtClean="0">
                            <a:latin typeface="Cambria Math" panose="02040503050406030204" pitchFamily="18" charset="0"/>
                          </a:rPr>
                          <m:t>𝑑</m:t>
                        </m:r>
                      </m:sub>
                    </m:sSub>
                  </m:oMath>
                </a14:m>
                <a:r>
                  <a:rPr lang="en-US" sz="2800" dirty="0"/>
                  <a:t> - Dark current noise</a:t>
                </a:r>
              </a:p>
              <a:p>
                <a:pPr>
                  <a:lnSpc>
                    <a:spcPct val="150000"/>
                  </a:lnSpc>
                </a:pPr>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𝐾</m:t>
                        </m:r>
                      </m:e>
                      <m:sub>
                        <m:r>
                          <a:rPr lang="en-US" sz="2800" b="0" i="1" smtClean="0">
                            <a:latin typeface="Cambria Math" panose="02040503050406030204" pitchFamily="18" charset="0"/>
                          </a:rPr>
                          <m:t>𝑞</m:t>
                        </m:r>
                      </m:sub>
                    </m:sSub>
                  </m:oMath>
                </a14:m>
                <a:r>
                  <a:rPr lang="en-US" sz="2800" dirty="0"/>
                  <a:t> - Quantization noise</a:t>
                </a:r>
              </a:p>
            </p:txBody>
          </p:sp>
        </mc:Choice>
        <mc:Fallback xmlns="">
          <p:sp>
            <p:nvSpPr>
              <p:cNvPr id="8" name="TextBox 7">
                <a:extLst>
                  <a:ext uri="{FF2B5EF4-FFF2-40B4-BE49-F238E27FC236}">
                    <a16:creationId xmlns:a16="http://schemas.microsoft.com/office/drawing/2014/main" id="{60B7B75C-599D-0C3B-145D-165F24586C50}"/>
                  </a:ext>
                </a:extLst>
              </p:cNvPr>
              <p:cNvSpPr txBox="1">
                <a:spLocks noRot="1" noChangeAspect="1" noMove="1" noResize="1" noEditPoints="1" noAdjustHandles="1" noChangeArrowheads="1" noChangeShapeType="1" noTextEdit="1"/>
              </p:cNvSpPr>
              <p:nvPr/>
            </p:nvSpPr>
            <p:spPr>
              <a:xfrm>
                <a:off x="739963" y="2886108"/>
                <a:ext cx="6096000" cy="3315844"/>
              </a:xfrm>
              <a:prstGeom prst="rect">
                <a:avLst/>
              </a:prstGeom>
              <a:blipFill>
                <a:blip r:embed="rId5"/>
                <a:stretch>
                  <a:fillRect b="-3493"/>
                </a:stretch>
              </a:blipFill>
            </p:spPr>
            <p:txBody>
              <a:bodyPr/>
              <a:lstStyle/>
              <a:p>
                <a:r>
                  <a:rPr lang="en-US">
                    <a:noFill/>
                  </a:rPr>
                  <a:t> </a:t>
                </a:r>
              </a:p>
            </p:txBody>
          </p:sp>
        </mc:Fallback>
      </mc:AlternateContent>
    </p:spTree>
    <p:extLst>
      <p:ext uri="{BB962C8B-B14F-4D97-AF65-F5344CB8AC3E}">
        <p14:creationId xmlns:p14="http://schemas.microsoft.com/office/powerpoint/2010/main" val="777722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animBg="1"/>
    </p:bldLst>
  </p:timing>
  <p:extLst>
    <p:ext uri="{6950BFC3-D8DA-4A85-94F7-54DA5524770B}">
      <p188:commentRel xmlns:p188="http://schemas.microsoft.com/office/powerpoint/2018/8/main" r:id="rId2"/>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A92AC-42B2-9D9F-9822-910BE26451FF}"/>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AA01141-09B0-30E0-3564-96FB2990373F}"/>
              </a:ext>
            </a:extLst>
          </p:cNvPr>
          <p:cNvSpPr>
            <a:spLocks noGrp="1"/>
          </p:cNvSpPr>
          <p:nvPr>
            <p:ph type="sldNum" sz="quarter" idx="12"/>
          </p:nvPr>
        </p:nvSpPr>
        <p:spPr/>
        <p:txBody>
          <a:bodyPr/>
          <a:lstStyle/>
          <a:p>
            <a:fld id="{2D11AD2F-9457-44B3-A1A5-67FB697FC1E5}" type="slidenum">
              <a:rPr lang="en-US" smtClean="0"/>
              <a:t>16</a:t>
            </a:fld>
            <a:endParaRPr lang="en-US"/>
          </a:p>
        </p:txBody>
      </p:sp>
      <p:pic>
        <p:nvPicPr>
          <p:cNvPr id="22" name="Picture 6" descr="Faculty of Engineering Bar-Ilan University">
            <a:extLst>
              <a:ext uri="{FF2B5EF4-FFF2-40B4-BE49-F238E27FC236}">
                <a16:creationId xmlns:a16="http://schemas.microsoft.com/office/drawing/2014/main" id="{E94232DD-E91F-472D-5E66-01CB285F1282}"/>
              </a:ext>
            </a:extLst>
          </p:cNvPr>
          <p:cNvPicPr/>
          <p:nvPr/>
        </p:nvPicPr>
        <p:blipFill>
          <a:blip r:embed="rId2">
            <a:extLst>
              <a:ext uri="{28A0092B-C50C-407E-A947-70E740481C1C}">
                <a14:useLocalDpi xmlns:a14="http://schemas.microsoft.com/office/drawing/2010/main" val="0"/>
              </a:ext>
            </a:extLst>
          </a:blip>
          <a:stretch>
            <a:fillRect/>
          </a:stretch>
        </p:blipFill>
        <p:spPr bwMode="auto">
          <a:xfrm>
            <a:off x="91074" y="6367558"/>
            <a:ext cx="2023476" cy="551397"/>
          </a:xfrm>
          <a:prstGeom prst="rect">
            <a:avLst/>
          </a:prstGeom>
          <a:noFill/>
          <a:extLst>
            <a:ext uri="{909E8E84-426E-40DD-AFC4-6F175D3DCCD1}">
              <a14:hiddenFill xmlns:a14="http://schemas.microsoft.com/office/drawing/2010/main">
                <a:solidFill>
                  <a:srgbClr val="FFFFFF"/>
                </a:solidFill>
              </a14:hiddenFill>
            </a:ext>
          </a:extLst>
        </p:spPr>
      </p:pic>
      <p:sp>
        <p:nvSpPr>
          <p:cNvPr id="6" name="Title 3">
            <a:extLst>
              <a:ext uri="{FF2B5EF4-FFF2-40B4-BE49-F238E27FC236}">
                <a16:creationId xmlns:a16="http://schemas.microsoft.com/office/drawing/2014/main" id="{94EAEF5D-A8DE-B727-5AD8-696A7080DF95}"/>
              </a:ext>
            </a:extLst>
          </p:cNvPr>
          <p:cNvSpPr>
            <a:spLocks noGrp="1"/>
          </p:cNvSpPr>
          <p:nvPr>
            <p:ph type="title"/>
          </p:nvPr>
        </p:nvSpPr>
        <p:spPr>
          <a:xfrm>
            <a:off x="1146705" y="609601"/>
            <a:ext cx="5811937" cy="847843"/>
          </a:xfrm>
        </p:spPr>
        <p:txBody>
          <a:bodyPr>
            <a:normAutofit/>
          </a:bodyPr>
          <a:lstStyle/>
          <a:p>
            <a:r>
              <a:rPr lang="en-US" dirty="0"/>
              <a:t>Added SPAD Noise</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CF1649E-1D49-F897-53D3-1601D584A28B}"/>
                  </a:ext>
                </a:extLst>
              </p:cNvPr>
              <p:cNvSpPr txBox="1"/>
              <p:nvPr/>
            </p:nvSpPr>
            <p:spPr>
              <a:xfrm>
                <a:off x="1146705" y="2093853"/>
                <a:ext cx="7974563" cy="584775"/>
              </a:xfrm>
              <a:prstGeom prst="rect">
                <a:avLst/>
              </a:prstGeom>
              <a:noFill/>
            </p:spPr>
            <p:txBody>
              <a:bodyPr wrap="square">
                <a:spAutoFit/>
              </a:bodyPr>
              <a:lstStyle/>
              <a:p>
                <a:pPr/>
                <a14:m>
                  <m:oMathPara xmlns:m="http://schemas.openxmlformats.org/officeDocument/2006/math">
                    <m:o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𝐼</m:t>
                          </m:r>
                        </m:e>
                        <m:sub>
                          <m:r>
                            <a:rPr lang="en-US" sz="3200" b="0" i="1" smtClean="0">
                              <a:latin typeface="Cambria Math" panose="02040503050406030204" pitchFamily="18" charset="0"/>
                            </a:rPr>
                            <m:t>𝑆𝑃𝐴𝐷</m:t>
                          </m:r>
                        </m:sub>
                      </m:sSub>
                      <m:r>
                        <a:rPr lang="en-US" sz="3200" b="0" i="1" smtClean="0">
                          <a:latin typeface="Cambria Math" panose="02040503050406030204" pitchFamily="18" charset="0"/>
                        </a:rPr>
                        <m:t>&gt;</m:t>
                      </m:r>
                      <m:d>
                        <m:dPr>
                          <m:begChr m:val="⟨"/>
                          <m:endChr m:val="⟩"/>
                          <m:ctrlPr>
                            <a:rPr lang="en-US" sz="3200" b="0" i="1" smtClean="0">
                              <a:latin typeface="Cambria Math" panose="02040503050406030204" pitchFamily="18" charset="0"/>
                            </a:rPr>
                          </m:ctrlPr>
                        </m:dPr>
                        <m:e>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𝐼</m:t>
                              </m:r>
                            </m:e>
                            <m:sub>
                              <m:r>
                                <a:rPr lang="en-US" sz="3200" b="0" i="1" smtClean="0">
                                  <a:latin typeface="Cambria Math" panose="02040503050406030204" pitchFamily="18" charset="0"/>
                                </a:rPr>
                                <m:t>𝑆𝑃𝐴𝐷</m:t>
                              </m:r>
                            </m:sub>
                          </m:sSub>
                        </m:e>
                      </m:d>
                      <m:r>
                        <a:rPr lang="en-US" sz="3200" b="0" i="1" smtClean="0">
                          <a:latin typeface="Cambria Math" panose="02040503050406030204" pitchFamily="18" charset="0"/>
                        </a:rPr>
                        <m:t>+3⋅</m:t>
                      </m:r>
                      <m:sSub>
                        <m:sSubPr>
                          <m:ctrlPr>
                            <a:rPr lang="en-US" sz="3200" b="0" i="1" smtClean="0">
                              <a:latin typeface="Cambria Math" panose="02040503050406030204" pitchFamily="18" charset="0"/>
                              <a:ea typeface="Cambria Math" panose="02040503050406030204" pitchFamily="18" charset="0"/>
                            </a:rPr>
                          </m:ctrlPr>
                        </m:sSubPr>
                        <m:e>
                          <m:r>
                            <a:rPr lang="en-US" sz="3200" b="0" i="1" smtClean="0">
                              <a:latin typeface="Cambria Math" panose="02040503050406030204" pitchFamily="18" charset="0"/>
                              <a:ea typeface="Cambria Math" panose="02040503050406030204" pitchFamily="18" charset="0"/>
                            </a:rPr>
                            <m:t>𝜎</m:t>
                          </m:r>
                        </m:e>
                        <m:sub>
                          <m:r>
                            <a:rPr lang="en-US" sz="3200" b="0" i="1" smtClean="0">
                              <a:latin typeface="Cambria Math" panose="02040503050406030204" pitchFamily="18" charset="0"/>
                              <a:ea typeface="Cambria Math" panose="02040503050406030204" pitchFamily="18" charset="0"/>
                            </a:rPr>
                            <m:t>𝑅𝑂𝐼</m:t>
                          </m:r>
                        </m:sub>
                      </m:sSub>
                      <m:r>
                        <a:rPr lang="en-US" sz="3200" b="0" i="1" smtClean="0">
                          <a:latin typeface="Cambria Math" panose="02040503050406030204" pitchFamily="18" charset="0"/>
                          <a:ea typeface="Cambria Math" panose="02040503050406030204" pitchFamily="18" charset="0"/>
                        </a:rPr>
                        <m:t>⇒</m:t>
                      </m:r>
                      <m:sSub>
                        <m:sSubPr>
                          <m:ctrlPr>
                            <a:rPr lang="en-US" sz="3200" b="0" i="1" smtClean="0">
                              <a:latin typeface="Cambria Math" panose="02040503050406030204" pitchFamily="18" charset="0"/>
                              <a:ea typeface="Cambria Math" panose="02040503050406030204" pitchFamily="18" charset="0"/>
                            </a:rPr>
                          </m:ctrlPr>
                        </m:sSubPr>
                        <m:e>
                          <m:r>
                            <a:rPr lang="en-US" sz="3200" b="0" i="1" smtClean="0">
                              <a:latin typeface="Cambria Math" panose="02040503050406030204" pitchFamily="18" charset="0"/>
                              <a:ea typeface="Cambria Math" panose="02040503050406030204" pitchFamily="18" charset="0"/>
                            </a:rPr>
                            <m:t>𝐼</m:t>
                          </m:r>
                        </m:e>
                        <m:sub>
                          <m:r>
                            <a:rPr lang="en-US" sz="3200" b="0" i="1" smtClean="0">
                              <a:latin typeface="Cambria Math" panose="02040503050406030204" pitchFamily="18" charset="0"/>
                              <a:ea typeface="Cambria Math" panose="02040503050406030204" pitchFamily="18" charset="0"/>
                            </a:rPr>
                            <m:t>𝑆𝑃𝐴𝐷</m:t>
                          </m:r>
                        </m:sub>
                      </m:sSub>
                      <m:r>
                        <a:rPr lang="en-US" sz="3200" b="0" i="1" smtClean="0">
                          <a:latin typeface="Cambria Math" panose="02040503050406030204" pitchFamily="18" charset="0"/>
                          <a:ea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𝑁𝑎𝑁</m:t>
                      </m:r>
                    </m:oMath>
                  </m:oMathPara>
                </a14:m>
                <a:endParaRPr lang="en-US" dirty="0"/>
              </a:p>
            </p:txBody>
          </p:sp>
        </mc:Choice>
        <mc:Fallback xmlns="">
          <p:sp>
            <p:nvSpPr>
              <p:cNvPr id="4" name="TextBox 3">
                <a:extLst>
                  <a:ext uri="{FF2B5EF4-FFF2-40B4-BE49-F238E27FC236}">
                    <a16:creationId xmlns:a16="http://schemas.microsoft.com/office/drawing/2014/main" id="{1CF1649E-1D49-F897-53D3-1601D584A28B}"/>
                  </a:ext>
                </a:extLst>
              </p:cNvPr>
              <p:cNvSpPr txBox="1">
                <a:spLocks noRot="1" noChangeAspect="1" noMove="1" noResize="1" noEditPoints="1" noAdjustHandles="1" noChangeArrowheads="1" noChangeShapeType="1" noTextEdit="1"/>
              </p:cNvSpPr>
              <p:nvPr/>
            </p:nvSpPr>
            <p:spPr>
              <a:xfrm>
                <a:off x="1146705" y="2093853"/>
                <a:ext cx="7974563" cy="584775"/>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5DB102C-36A9-4A4A-FAA8-BF6B21753CCE}"/>
                  </a:ext>
                </a:extLst>
              </p:cNvPr>
              <p:cNvSpPr txBox="1"/>
              <p:nvPr/>
            </p:nvSpPr>
            <p:spPr>
              <a:xfrm>
                <a:off x="807489" y="3631923"/>
                <a:ext cx="6096000" cy="523220"/>
              </a:xfrm>
              <a:prstGeom prst="rect">
                <a:avLst/>
              </a:prstGeom>
              <a:noFill/>
            </p:spPr>
            <p:txBody>
              <a:bodyPr wrap="square">
                <a:spAutoFit/>
              </a:bodyPr>
              <a:lstStyle/>
              <a:p>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𝐼</m:t>
                        </m:r>
                      </m:e>
                      <m:sub>
                        <m:r>
                          <a:rPr lang="en-US" sz="2400" b="0" i="1" smtClean="0">
                            <a:latin typeface="Cambria Math" panose="02040503050406030204" pitchFamily="18" charset="0"/>
                          </a:rPr>
                          <m:t>𝑆𝑃𝐴𝐷</m:t>
                        </m:r>
                      </m:sub>
                    </m:sSub>
                  </m:oMath>
                </a14:m>
                <a:r>
                  <a:rPr lang="en-US" sz="2800" dirty="0"/>
                  <a:t>-Intensity at one pixel (Dark)</a:t>
                </a:r>
              </a:p>
            </p:txBody>
          </p:sp>
        </mc:Choice>
        <mc:Fallback xmlns="">
          <p:sp>
            <p:nvSpPr>
              <p:cNvPr id="7" name="TextBox 6">
                <a:extLst>
                  <a:ext uri="{FF2B5EF4-FFF2-40B4-BE49-F238E27FC236}">
                    <a16:creationId xmlns:a16="http://schemas.microsoft.com/office/drawing/2014/main" id="{65DB102C-36A9-4A4A-FAA8-BF6B21753CCE}"/>
                  </a:ext>
                </a:extLst>
              </p:cNvPr>
              <p:cNvSpPr txBox="1">
                <a:spLocks noRot="1" noChangeAspect="1" noMove="1" noResize="1" noEditPoints="1" noAdjustHandles="1" noChangeArrowheads="1" noChangeShapeType="1" noTextEdit="1"/>
              </p:cNvSpPr>
              <p:nvPr/>
            </p:nvSpPr>
            <p:spPr>
              <a:xfrm>
                <a:off x="807489" y="3631923"/>
                <a:ext cx="6096000" cy="523220"/>
              </a:xfrm>
              <a:prstGeom prst="rect">
                <a:avLst/>
              </a:prstGeom>
              <a:blipFill>
                <a:blip r:embed="rId4"/>
                <a:stretch>
                  <a:fillRect t="-11628" b="-325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760B04A2-F474-BBEC-A364-DBA06FFB2FC0}"/>
                  </a:ext>
                </a:extLst>
              </p:cNvPr>
              <p:cNvSpPr txBox="1"/>
              <p:nvPr/>
            </p:nvSpPr>
            <p:spPr>
              <a:xfrm>
                <a:off x="807489" y="4234649"/>
                <a:ext cx="8989654" cy="954107"/>
              </a:xfrm>
              <a:prstGeom prst="rect">
                <a:avLst/>
              </a:prstGeom>
              <a:noFill/>
            </p:spPr>
            <p:txBody>
              <a:bodyPr wrap="square">
                <a:spAutoFit/>
              </a:bodyPr>
              <a:lstStyle/>
              <a:p>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𝜎</m:t>
                        </m:r>
                      </m:e>
                      <m:sub>
                        <m:r>
                          <a:rPr lang="en-US" sz="2400" b="0" i="1" smtClean="0">
                            <a:latin typeface="Cambria Math" panose="02040503050406030204" pitchFamily="18" charset="0"/>
                          </a:rPr>
                          <m:t>𝑅𝑂𝐼</m:t>
                        </m:r>
                      </m:sub>
                    </m:sSub>
                  </m:oMath>
                </a14:m>
                <a:r>
                  <a:rPr lang="en-US" sz="2800" dirty="0"/>
                  <a:t>-Standard deviation in pixel intensities in the image Region of Interest (ROI)</a:t>
                </a:r>
              </a:p>
            </p:txBody>
          </p:sp>
        </mc:Choice>
        <mc:Fallback xmlns="">
          <p:sp>
            <p:nvSpPr>
              <p:cNvPr id="11" name="TextBox 10">
                <a:extLst>
                  <a:ext uri="{FF2B5EF4-FFF2-40B4-BE49-F238E27FC236}">
                    <a16:creationId xmlns:a16="http://schemas.microsoft.com/office/drawing/2014/main" id="{760B04A2-F474-BBEC-A364-DBA06FFB2FC0}"/>
                  </a:ext>
                </a:extLst>
              </p:cNvPr>
              <p:cNvSpPr txBox="1">
                <a:spLocks noRot="1" noChangeAspect="1" noMove="1" noResize="1" noEditPoints="1" noAdjustHandles="1" noChangeArrowheads="1" noChangeShapeType="1" noTextEdit="1"/>
              </p:cNvSpPr>
              <p:nvPr/>
            </p:nvSpPr>
            <p:spPr>
              <a:xfrm>
                <a:off x="807489" y="4234649"/>
                <a:ext cx="8989654" cy="954107"/>
              </a:xfrm>
              <a:prstGeom prst="rect">
                <a:avLst/>
              </a:prstGeom>
              <a:blipFill>
                <a:blip r:embed="rId5"/>
                <a:stretch>
                  <a:fillRect l="-1356" t="-6410" b="-17949"/>
                </a:stretch>
              </a:blipFill>
            </p:spPr>
            <p:txBody>
              <a:bodyPr/>
              <a:lstStyle/>
              <a:p>
                <a:r>
                  <a:rPr lang="en-US">
                    <a:noFill/>
                  </a:rPr>
                  <a:t> </a:t>
                </a:r>
              </a:p>
            </p:txBody>
          </p:sp>
        </mc:Fallback>
      </mc:AlternateContent>
      <p:sp>
        <p:nvSpPr>
          <p:cNvPr id="13" name="סוגר מסולסל שמאלי 5">
            <a:extLst>
              <a:ext uri="{FF2B5EF4-FFF2-40B4-BE49-F238E27FC236}">
                <a16:creationId xmlns:a16="http://schemas.microsoft.com/office/drawing/2014/main" id="{F5E34327-8D2A-4915-1AE7-6E3BD95BF180}"/>
              </a:ext>
            </a:extLst>
          </p:cNvPr>
          <p:cNvSpPr/>
          <p:nvPr/>
        </p:nvSpPr>
        <p:spPr>
          <a:xfrm rot="16200000">
            <a:off x="5062741" y="2033401"/>
            <a:ext cx="318586" cy="1524000"/>
          </a:xfrm>
          <a:prstGeom prst="leftBrace">
            <a:avLst>
              <a:gd name="adj1" fmla="val 8333"/>
              <a:gd name="adj2" fmla="val 49599"/>
            </a:avLst>
          </a:prstGeom>
        </p:spPr>
        <p:style>
          <a:lnRef idx="3">
            <a:schemeClr val="dk1"/>
          </a:lnRef>
          <a:fillRef idx="0">
            <a:schemeClr val="dk1"/>
          </a:fillRef>
          <a:effectRef idx="2">
            <a:schemeClr val="dk1"/>
          </a:effectRef>
          <a:fontRef idx="minor">
            <a:schemeClr val="tx1"/>
          </a:fontRef>
        </p:style>
        <p:txBody>
          <a:bodyPr rtlCol="1" anchor="ctr"/>
          <a:lstStyle/>
          <a:p>
            <a:pPr algn="ctr"/>
            <a:endParaRPr lang="he-IL" dirty="0"/>
          </a:p>
        </p:txBody>
      </p:sp>
      <p:sp>
        <p:nvSpPr>
          <p:cNvPr id="14" name="תיבת טקסט 6">
            <a:extLst>
              <a:ext uri="{FF2B5EF4-FFF2-40B4-BE49-F238E27FC236}">
                <a16:creationId xmlns:a16="http://schemas.microsoft.com/office/drawing/2014/main" id="{094EF063-D748-C594-F526-96EEBACD4627}"/>
              </a:ext>
            </a:extLst>
          </p:cNvPr>
          <p:cNvSpPr txBox="1"/>
          <p:nvPr/>
        </p:nvSpPr>
        <p:spPr>
          <a:xfrm>
            <a:off x="4445066" y="2970143"/>
            <a:ext cx="1714500" cy="646331"/>
          </a:xfrm>
          <a:prstGeom prst="rect">
            <a:avLst/>
          </a:prstGeom>
          <a:noFill/>
        </p:spPr>
        <p:txBody>
          <a:bodyPr wrap="square" rtlCol="1">
            <a:spAutoFit/>
          </a:bodyPr>
          <a:lstStyle/>
          <a:p>
            <a:pPr algn="ctr"/>
            <a:r>
              <a:rPr lang="en-US" dirty="0"/>
              <a:t>Hot pixels threshold</a:t>
            </a:r>
            <a:endParaRPr lang="he-IL" dirty="0"/>
          </a:p>
        </p:txBody>
      </p:sp>
    </p:spTree>
    <p:extLst>
      <p:ext uri="{BB962C8B-B14F-4D97-AF65-F5344CB8AC3E}">
        <p14:creationId xmlns:p14="http://schemas.microsoft.com/office/powerpoint/2010/main" val="34610218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54438-3578-EEED-1ECF-5D1460F5FBEA}"/>
              </a:ext>
            </a:extLst>
          </p:cNvPr>
          <p:cNvSpPr>
            <a:spLocks noGrp="1"/>
          </p:cNvSpPr>
          <p:nvPr>
            <p:ph type="title"/>
          </p:nvPr>
        </p:nvSpPr>
        <p:spPr/>
        <p:txBody>
          <a:bodyPr/>
          <a:lstStyle/>
          <a:p>
            <a:r>
              <a:rPr lang="en-US" dirty="0"/>
              <a:t>Metrics</a:t>
            </a:r>
          </a:p>
        </p:txBody>
      </p:sp>
      <p:sp>
        <p:nvSpPr>
          <p:cNvPr id="3" name="Text Placeholder 2">
            <a:extLst>
              <a:ext uri="{FF2B5EF4-FFF2-40B4-BE49-F238E27FC236}">
                <a16:creationId xmlns:a16="http://schemas.microsoft.com/office/drawing/2014/main" id="{DFD00315-D81D-DFF0-5048-A196A08677B8}"/>
              </a:ext>
            </a:extLst>
          </p:cNvPr>
          <p:cNvSpPr>
            <a:spLocks noGrp="1"/>
          </p:cNvSpPr>
          <p:nvPr>
            <p:ph type="body" idx="1"/>
          </p:nvPr>
        </p:nvSpPr>
        <p:spPr>
          <a:xfrm>
            <a:off x="484782" y="1845007"/>
            <a:ext cx="3583577" cy="736282"/>
          </a:xfrm>
        </p:spPr>
        <p:txBody>
          <a:bodyPr/>
          <a:lstStyle/>
          <a:p>
            <a:r>
              <a:rPr lang="en-US" dirty="0"/>
              <a:t>Signal to Noise Ratio (SNR)</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39538CF4-E293-1519-188B-7CED6CDC703C}"/>
                  </a:ext>
                </a:extLst>
              </p:cNvPr>
              <p:cNvSpPr>
                <a:spLocks noGrp="1"/>
              </p:cNvSpPr>
              <p:nvPr>
                <p:ph sz="half" idx="2"/>
              </p:nvPr>
            </p:nvSpPr>
            <p:spPr>
              <a:xfrm>
                <a:off x="412213" y="2582333"/>
                <a:ext cx="3782423" cy="3496413"/>
              </a:xfrm>
            </p:spPr>
            <p:txBody>
              <a:bodyPr>
                <a:normAutofit/>
              </a:bodyPr>
              <a:lstStyle/>
              <a:p>
                <a:pPr marL="0" indent="0">
                  <a:buNone/>
                </a:pPr>
                <a:r>
                  <a:rPr lang="en-US" dirty="0">
                    <a:solidFill>
                      <a:schemeClr val="tx1"/>
                    </a:solidFill>
                  </a:rPr>
                  <a:t>Measures the quality of the signal</a:t>
                </a:r>
              </a:p>
              <a:p>
                <a:pPr marL="0" indent="0">
                  <a:buClr>
                    <a:schemeClr val="bg1"/>
                  </a:buClr>
                  <a:buNone/>
                </a:pPr>
                <a:r>
                  <a:rPr lang="en-US" dirty="0">
                    <a:solidFill>
                      <a:schemeClr val="tx1"/>
                    </a:solidFill>
                  </a:rPr>
                  <a:t>Sound – amplitude of peak frequency in 0.5Hz to 2.5 Hz</a:t>
                </a:r>
              </a:p>
              <a:p>
                <a:pPr marL="0" indent="0">
                  <a:buClr>
                    <a:schemeClr val="bg1"/>
                  </a:buClr>
                  <a:buNone/>
                </a:pPr>
                <a:r>
                  <a:rPr lang="en-US" dirty="0">
                    <a:solidFill>
                      <a:schemeClr val="tx1"/>
                    </a:solidFill>
                  </a:rPr>
                  <a:t>Noise – median amplitude of frequencies in 0.5Hz to 2.5 Hz</a:t>
                </a:r>
              </a:p>
              <a:p>
                <a:pPr marL="0" indent="0">
                  <a:buClr>
                    <a:schemeClr val="bg1"/>
                  </a:buClr>
                  <a:buNone/>
                </a:pPr>
                <a:endParaRPr lang="en-US" dirty="0">
                  <a:solidFill>
                    <a:schemeClr val="tx1"/>
                  </a:solidFill>
                </a:endParaRPr>
              </a:p>
              <a:p>
                <a:pPr marL="0" indent="0">
                  <a:buClr>
                    <a:schemeClr val="bg1"/>
                  </a:buClr>
                  <a:buNone/>
                </a:pPr>
                <a:endParaRPr lang="en-US" dirty="0">
                  <a:solidFill>
                    <a:schemeClr val="tx1"/>
                  </a:solidFill>
                </a:endParaRPr>
              </a:p>
              <a:p>
                <a14:m>
                  <m:oMath xmlns:m="http://schemas.openxmlformats.org/officeDocument/2006/math">
                    <m:r>
                      <a:rPr lang="en-US" b="0" i="1" smtClean="0">
                        <a:solidFill>
                          <a:schemeClr val="tx1"/>
                        </a:solidFill>
                        <a:latin typeface="Cambria Math" panose="02040503050406030204" pitchFamily="18" charset="0"/>
                      </a:rPr>
                      <m:t>𝑆𝑁</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𝑅</m:t>
                        </m:r>
                      </m:e>
                      <m:sub>
                        <m:r>
                          <a:rPr lang="en-US" b="0" i="1" smtClean="0">
                            <a:solidFill>
                              <a:schemeClr val="tx1"/>
                            </a:solidFill>
                            <a:latin typeface="Cambria Math" panose="02040503050406030204" pitchFamily="18" charset="0"/>
                          </a:rPr>
                          <m:t>𝑑𝑏</m:t>
                        </m:r>
                      </m:sub>
                    </m:sSub>
                    <m:r>
                      <a:rPr lang="en-US" b="0" i="1" smtClean="0">
                        <a:solidFill>
                          <a:schemeClr val="tx1"/>
                        </a:solidFill>
                        <a:latin typeface="Cambria Math" panose="02040503050406030204" pitchFamily="18" charset="0"/>
                      </a:rPr>
                      <m:t>=20</m:t>
                    </m:r>
                    <m:func>
                      <m:funcPr>
                        <m:ctrlPr>
                          <a:rPr lang="en-US" b="0" i="1" smtClean="0">
                            <a:solidFill>
                              <a:schemeClr val="tx1"/>
                            </a:solidFill>
                            <a:latin typeface="Cambria Math" panose="02040503050406030204" pitchFamily="18" charset="0"/>
                          </a:rPr>
                        </m:ctrlPr>
                      </m:funcPr>
                      <m:fName>
                        <m:sSub>
                          <m:sSubPr>
                            <m:ctrlPr>
                              <a:rPr lang="en-US" b="0" i="0" smtClean="0">
                                <a:solidFill>
                                  <a:schemeClr val="tx1"/>
                                </a:solidFill>
                                <a:latin typeface="Cambria Math" panose="02040503050406030204" pitchFamily="18" charset="0"/>
                              </a:rPr>
                            </m:ctrlPr>
                          </m:sSubPr>
                          <m:e>
                            <m:r>
                              <m:rPr>
                                <m:sty m:val="p"/>
                              </m:rPr>
                              <a:rPr lang="en-US" b="0" i="0" smtClean="0">
                                <a:solidFill>
                                  <a:schemeClr val="tx1"/>
                                </a:solidFill>
                                <a:latin typeface="Cambria Math" panose="02040503050406030204" pitchFamily="18" charset="0"/>
                              </a:rPr>
                              <m:t>log</m:t>
                            </m:r>
                          </m:e>
                          <m:sub>
                            <m:r>
                              <a:rPr lang="en-US" b="0" i="1" smtClean="0">
                                <a:solidFill>
                                  <a:schemeClr val="tx1"/>
                                </a:solidFill>
                                <a:latin typeface="Cambria Math" panose="02040503050406030204" pitchFamily="18" charset="0"/>
                              </a:rPr>
                              <m:t>10</m:t>
                            </m:r>
                          </m:sub>
                        </m:sSub>
                      </m:fName>
                      <m:e>
                        <m:f>
                          <m:fPr>
                            <m:ctrlPr>
                              <a:rPr lang="en-US" i="1">
                                <a:solidFill>
                                  <a:schemeClr val="tx1"/>
                                </a:solidFill>
                                <a:latin typeface="Cambria Math" panose="02040503050406030204" pitchFamily="18" charset="0"/>
                              </a:rPr>
                            </m:ctrlPr>
                          </m:fPr>
                          <m:num>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𝑃</m:t>
                                </m:r>
                              </m:e>
                              <m:sub>
                                <m:r>
                                  <a:rPr lang="en-US" i="1">
                                    <a:solidFill>
                                      <a:schemeClr val="tx1"/>
                                    </a:solidFill>
                                    <a:latin typeface="Cambria Math" panose="02040503050406030204" pitchFamily="18" charset="0"/>
                                  </a:rPr>
                                  <m:t>𝑠𝑖𝑔𝑛𝑎𝑙</m:t>
                                </m:r>
                              </m:sub>
                            </m:sSub>
                          </m:num>
                          <m:den>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𝑃</m:t>
                                </m:r>
                              </m:e>
                              <m:sub>
                                <m:r>
                                  <a:rPr lang="en-US" i="1">
                                    <a:solidFill>
                                      <a:schemeClr val="tx1"/>
                                    </a:solidFill>
                                    <a:latin typeface="Cambria Math" panose="02040503050406030204" pitchFamily="18" charset="0"/>
                                  </a:rPr>
                                  <m:t>𝑛𝑜𝑖𝑠𝑒</m:t>
                                </m:r>
                              </m:sub>
                            </m:sSub>
                          </m:den>
                        </m:f>
                      </m:e>
                    </m:func>
                  </m:oMath>
                </a14:m>
                <a:endParaRPr lang="en-US" dirty="0">
                  <a:solidFill>
                    <a:schemeClr val="tx1"/>
                  </a:solidFill>
                </a:endParaRPr>
              </a:p>
            </p:txBody>
          </p:sp>
        </mc:Choice>
        <mc:Fallback xmlns="">
          <p:sp>
            <p:nvSpPr>
              <p:cNvPr id="4" name="Content Placeholder 3">
                <a:extLst>
                  <a:ext uri="{FF2B5EF4-FFF2-40B4-BE49-F238E27FC236}">
                    <a16:creationId xmlns:a16="http://schemas.microsoft.com/office/drawing/2014/main" id="{39538CF4-E293-1519-188B-7CED6CDC703C}"/>
                  </a:ext>
                </a:extLst>
              </p:cNvPr>
              <p:cNvSpPr>
                <a:spLocks noGrp="1" noRot="1" noChangeAspect="1" noMove="1" noResize="1" noEditPoints="1" noAdjustHandles="1" noChangeArrowheads="1" noChangeShapeType="1" noTextEdit="1"/>
              </p:cNvSpPr>
              <p:nvPr>
                <p:ph sz="half" idx="2"/>
              </p:nvPr>
            </p:nvSpPr>
            <p:spPr>
              <a:xfrm>
                <a:off x="412213" y="2582333"/>
                <a:ext cx="3782423" cy="3496413"/>
              </a:xfrm>
              <a:blipFill>
                <a:blip r:embed="rId3"/>
                <a:stretch>
                  <a:fillRect l="-4194" t="-1920"/>
                </a:stretch>
              </a:blipFill>
            </p:spPr>
            <p:txBody>
              <a:bodyPr/>
              <a:lstStyle/>
              <a:p>
                <a:r>
                  <a:rPr lang="en-US">
                    <a:noFill/>
                  </a:rPr>
                  <a:t> </a:t>
                </a:r>
              </a:p>
            </p:txBody>
          </p:sp>
        </mc:Fallback>
      </mc:AlternateContent>
      <p:sp>
        <p:nvSpPr>
          <p:cNvPr id="5" name="Text Placeholder 4">
            <a:extLst>
              <a:ext uri="{FF2B5EF4-FFF2-40B4-BE49-F238E27FC236}">
                <a16:creationId xmlns:a16="http://schemas.microsoft.com/office/drawing/2014/main" id="{D678CCF2-2854-4BC5-D8AA-0546782C1BCF}"/>
              </a:ext>
            </a:extLst>
          </p:cNvPr>
          <p:cNvSpPr>
            <a:spLocks noGrp="1"/>
          </p:cNvSpPr>
          <p:nvPr>
            <p:ph type="body" sz="quarter" idx="3"/>
          </p:nvPr>
        </p:nvSpPr>
        <p:spPr>
          <a:xfrm>
            <a:off x="4226570" y="1846052"/>
            <a:ext cx="2773680" cy="736282"/>
          </a:xfrm>
        </p:spPr>
        <p:txBody>
          <a:bodyPr/>
          <a:lstStyle/>
          <a:p>
            <a:r>
              <a:rPr lang="en-US" dirty="0"/>
              <a:t>BPM Accuracy</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1B25B823-8ACD-A07D-FE6E-8CB2900EF8B0}"/>
                  </a:ext>
                </a:extLst>
              </p:cNvPr>
              <p:cNvSpPr>
                <a:spLocks noGrp="1"/>
              </p:cNvSpPr>
              <p:nvPr>
                <p:ph sz="quarter" idx="4"/>
              </p:nvPr>
            </p:nvSpPr>
            <p:spPr>
              <a:xfrm>
                <a:off x="4132227" y="2582333"/>
                <a:ext cx="3872408" cy="3378200"/>
              </a:xfrm>
            </p:spPr>
            <p:txBody>
              <a:bodyPr>
                <a:noAutofit/>
              </a:bodyPr>
              <a:lstStyle/>
              <a:p>
                <a:r>
                  <a:rPr lang="en-US" dirty="0"/>
                  <a:t>Measures the accuracy of the BPM detection with no reference</a:t>
                </a:r>
              </a:p>
              <a:p>
                <a:r>
                  <a:rPr lang="en-US" dirty="0"/>
                  <a:t>Additional measure of stability using Coefficient of Variation</a:t>
                </a:r>
              </a:p>
              <a:p>
                <a:r>
                  <a:rPr lang="en-US" dirty="0"/>
                  <a:t>Mean and variance are of the detected BPM</a:t>
                </a:r>
              </a:p>
              <a:p>
                <a:pPr marL="0" indent="0">
                  <a:buNone/>
                </a:pPr>
                <a:endParaRPr lang="en-US" sz="3600" dirty="0"/>
              </a:p>
              <a:p>
                <a14:m>
                  <m:oMath xmlns:m="http://schemas.openxmlformats.org/officeDocument/2006/math">
                    <m:r>
                      <a:rPr lang="en-US" b="0" i="1" smtClean="0">
                        <a:latin typeface="Cambria Math" panose="02040503050406030204" pitchFamily="18" charset="0"/>
                      </a:rPr>
                      <m:t>𝐶𝑉</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𝜎</m:t>
                        </m:r>
                      </m:num>
                      <m:den>
                        <m:r>
                          <a:rPr lang="en-US" b="0" i="1" smtClean="0">
                            <a:latin typeface="Cambria Math" panose="02040503050406030204" pitchFamily="18" charset="0"/>
                          </a:rPr>
                          <m:t>𝜇</m:t>
                        </m:r>
                      </m:den>
                    </m:f>
                  </m:oMath>
                </a14:m>
                <a:endParaRPr lang="en-US" dirty="0"/>
              </a:p>
            </p:txBody>
          </p:sp>
        </mc:Choice>
        <mc:Fallback xmlns="">
          <p:sp>
            <p:nvSpPr>
              <p:cNvPr id="6" name="Content Placeholder 5">
                <a:extLst>
                  <a:ext uri="{FF2B5EF4-FFF2-40B4-BE49-F238E27FC236}">
                    <a16:creationId xmlns:a16="http://schemas.microsoft.com/office/drawing/2014/main" id="{1B25B823-8ACD-A07D-FE6E-8CB2900EF8B0}"/>
                  </a:ext>
                </a:extLst>
              </p:cNvPr>
              <p:cNvSpPr>
                <a:spLocks noGrp="1" noRot="1" noChangeAspect="1" noMove="1" noResize="1" noEditPoints="1" noAdjustHandles="1" noChangeArrowheads="1" noChangeShapeType="1" noTextEdit="1"/>
              </p:cNvSpPr>
              <p:nvPr>
                <p:ph sz="quarter" idx="4"/>
              </p:nvPr>
            </p:nvSpPr>
            <p:spPr>
              <a:xfrm>
                <a:off x="4132227" y="2582333"/>
                <a:ext cx="3872408" cy="3378200"/>
              </a:xfrm>
              <a:blipFill>
                <a:blip r:embed="rId4"/>
                <a:stretch>
                  <a:fillRect l="-4094" t="-1986" r="-4882"/>
                </a:stretch>
              </a:blipFill>
            </p:spPr>
            <p:txBody>
              <a:bodyPr/>
              <a:lstStyle/>
              <a:p>
                <a:r>
                  <a:rPr lang="en-US">
                    <a:noFill/>
                  </a:rPr>
                  <a:t> </a:t>
                </a:r>
              </a:p>
            </p:txBody>
          </p:sp>
        </mc:Fallback>
      </mc:AlternateContent>
      <p:sp>
        <p:nvSpPr>
          <p:cNvPr id="7" name="Slide Number Placeholder 6">
            <a:extLst>
              <a:ext uri="{FF2B5EF4-FFF2-40B4-BE49-F238E27FC236}">
                <a16:creationId xmlns:a16="http://schemas.microsoft.com/office/drawing/2014/main" id="{FDD5CA2C-3889-2765-73C9-02EBB7BE27F4}"/>
              </a:ext>
            </a:extLst>
          </p:cNvPr>
          <p:cNvSpPr>
            <a:spLocks noGrp="1"/>
          </p:cNvSpPr>
          <p:nvPr>
            <p:ph type="sldNum" sz="quarter" idx="12"/>
          </p:nvPr>
        </p:nvSpPr>
        <p:spPr/>
        <p:txBody>
          <a:bodyPr/>
          <a:lstStyle/>
          <a:p>
            <a:fld id="{2D11AD2F-9457-44B3-A1A5-67FB697FC1E5}" type="slidenum">
              <a:rPr lang="en-US" smtClean="0"/>
              <a:t>17</a:t>
            </a:fld>
            <a:endParaRPr lang="en-US"/>
          </a:p>
        </p:txBody>
      </p:sp>
      <p:pic>
        <p:nvPicPr>
          <p:cNvPr id="9" name="Picture 6" descr="Faculty of Engineering Bar-Ilan University">
            <a:extLst>
              <a:ext uri="{FF2B5EF4-FFF2-40B4-BE49-F238E27FC236}">
                <a16:creationId xmlns:a16="http://schemas.microsoft.com/office/drawing/2014/main" id="{C3F5440D-F99B-BAD5-093E-81C477CCEB13}"/>
              </a:ext>
            </a:extLst>
          </p:cNvPr>
          <p:cNvPicPr/>
          <p:nvPr/>
        </p:nvPicPr>
        <p:blipFill>
          <a:blip r:embed="rId5">
            <a:extLst>
              <a:ext uri="{28A0092B-C50C-407E-A947-70E740481C1C}">
                <a14:useLocalDpi xmlns:a14="http://schemas.microsoft.com/office/drawing/2010/main" val="0"/>
              </a:ext>
            </a:extLst>
          </a:blip>
          <a:stretch>
            <a:fillRect/>
          </a:stretch>
        </p:blipFill>
        <p:spPr bwMode="auto">
          <a:xfrm>
            <a:off x="91074" y="6367558"/>
            <a:ext cx="2023476" cy="551397"/>
          </a:xfrm>
          <a:prstGeom prst="rect">
            <a:avLst/>
          </a:prstGeom>
          <a:noFill/>
          <a:extLst>
            <a:ext uri="{909E8E84-426E-40DD-AFC4-6F175D3DCCD1}">
              <a14:hiddenFill xmlns:a14="http://schemas.microsoft.com/office/drawing/2010/main">
                <a:solidFill>
                  <a:srgbClr val="FFFFFF"/>
                </a:solidFill>
              </a14:hiddenFill>
            </a:ext>
          </a:extLst>
        </p:spPr>
      </p:pic>
      <p:sp>
        <p:nvSpPr>
          <p:cNvPr id="10" name="Text Placeholder 4">
            <a:extLst>
              <a:ext uri="{FF2B5EF4-FFF2-40B4-BE49-F238E27FC236}">
                <a16:creationId xmlns:a16="http://schemas.microsoft.com/office/drawing/2014/main" id="{4BD3FA1E-B04A-F99D-F699-1B9CBFA85662}"/>
              </a:ext>
            </a:extLst>
          </p:cNvPr>
          <p:cNvSpPr txBox="1">
            <a:spLocks/>
          </p:cNvSpPr>
          <p:nvPr/>
        </p:nvSpPr>
        <p:spPr>
          <a:xfrm>
            <a:off x="8157033" y="1869515"/>
            <a:ext cx="2773680" cy="736282"/>
          </a:xfrm>
          <a:prstGeom prst="rect">
            <a:avLst/>
          </a:prstGeom>
        </p:spPr>
        <p:txBody>
          <a:bodyPr vert="horz" lIns="91440" tIns="45720" rIns="91440" bIns="45720" rtlCol="0" anchor="ctr">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None/>
              <a:defRPr sz="2000" b="0" kern="1200" cap="all" baseline="0">
                <a:solidFill>
                  <a:schemeClr val="tx2"/>
                </a:solidFill>
                <a:latin typeface="+mn-lt"/>
                <a:ea typeface="+mn-ea"/>
                <a:cs typeface="+mn-cs"/>
              </a:defRPr>
            </a:lvl1pPr>
            <a:lvl2pPr marL="457200" indent="0" algn="l" defTabSz="914400" rtl="0" eaLnBrk="1" latinLnBrk="0" hangingPunct="1">
              <a:lnSpc>
                <a:spcPct val="90000"/>
              </a:lnSpc>
              <a:spcBef>
                <a:spcPts val="200"/>
              </a:spcBef>
              <a:spcAft>
                <a:spcPts val="400"/>
              </a:spcAft>
              <a:buClr>
                <a:schemeClr val="accent1"/>
              </a:buClr>
              <a:buFont typeface="Calibri" pitchFamily="34" charset="0"/>
              <a:buNone/>
              <a:defRPr sz="2000" b="1" kern="1200">
                <a:solidFill>
                  <a:schemeClr val="tx1">
                    <a:lumMod val="75000"/>
                    <a:lumOff val="25000"/>
                  </a:schemeClr>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Calibri" pitchFamily="34" charset="0"/>
              <a:buNone/>
              <a:defRPr sz="1800" b="1" kern="1200">
                <a:solidFill>
                  <a:schemeClr val="tx1">
                    <a:lumMod val="75000"/>
                    <a:lumOff val="25000"/>
                  </a:schemeClr>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Calibri" pitchFamily="34" charset="0"/>
              <a:buNone/>
              <a:defRPr sz="1600" b="1" kern="1200">
                <a:solidFill>
                  <a:schemeClr val="tx1">
                    <a:lumMod val="75000"/>
                    <a:lumOff val="25000"/>
                  </a:schemeClr>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Calibri" pitchFamily="34" charset="0"/>
              <a:buNone/>
              <a:defRPr sz="1600" b="1" kern="1200">
                <a:solidFill>
                  <a:schemeClr val="tx1">
                    <a:lumMod val="75000"/>
                    <a:lumOff val="25000"/>
                  </a:schemeClr>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Calibri" pitchFamily="34" charset="0"/>
              <a:buNone/>
              <a:defRPr sz="1600" b="1" kern="1200">
                <a:solidFill>
                  <a:schemeClr val="tx1">
                    <a:lumMod val="75000"/>
                    <a:lumOff val="25000"/>
                  </a:schemeClr>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Calibri" pitchFamily="34" charset="0"/>
              <a:buNone/>
              <a:defRPr sz="1600" b="1" kern="1200">
                <a:solidFill>
                  <a:schemeClr val="tx1">
                    <a:lumMod val="75000"/>
                    <a:lumOff val="25000"/>
                  </a:schemeClr>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Calibri" pitchFamily="34" charset="0"/>
              <a:buNone/>
              <a:defRPr sz="1600" b="1" kern="1200">
                <a:solidFill>
                  <a:schemeClr val="tx1">
                    <a:lumMod val="75000"/>
                    <a:lumOff val="25000"/>
                  </a:schemeClr>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Calibri" pitchFamily="34" charset="0"/>
              <a:buNone/>
              <a:defRPr sz="1600" b="1" kern="1200">
                <a:solidFill>
                  <a:schemeClr val="tx1">
                    <a:lumMod val="75000"/>
                    <a:lumOff val="25000"/>
                  </a:schemeClr>
                </a:solidFill>
                <a:latin typeface="+mn-lt"/>
                <a:ea typeface="+mn-ea"/>
                <a:cs typeface="+mn-cs"/>
              </a:defRPr>
            </a:lvl9pPr>
          </a:lstStyle>
          <a:p>
            <a:r>
              <a:rPr lang="en-US" dirty="0"/>
              <a:t>Sensitivity</a:t>
            </a:r>
          </a:p>
        </p:txBody>
      </p:sp>
      <mc:AlternateContent xmlns:mc="http://schemas.openxmlformats.org/markup-compatibility/2006" xmlns:a14="http://schemas.microsoft.com/office/drawing/2010/main">
        <mc:Choice Requires="a14">
          <p:sp>
            <p:nvSpPr>
              <p:cNvPr id="11" name="Content Placeholder 5">
                <a:extLst>
                  <a:ext uri="{FF2B5EF4-FFF2-40B4-BE49-F238E27FC236}">
                    <a16:creationId xmlns:a16="http://schemas.microsoft.com/office/drawing/2014/main" id="{49EFA49C-18DD-67BD-6C24-54C9B750A755}"/>
                  </a:ext>
                </a:extLst>
              </p:cNvPr>
              <p:cNvSpPr txBox="1">
                <a:spLocks/>
              </p:cNvSpPr>
              <p:nvPr/>
            </p:nvSpPr>
            <p:spPr>
              <a:xfrm>
                <a:off x="8094624" y="2581289"/>
                <a:ext cx="3782423" cy="33782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dirty="0"/>
                  <a:t>Measures the sensitivity for the superficial layer (scalp)</a:t>
                </a:r>
              </a:p>
              <a:p>
                <a:r>
                  <a:rPr lang="en-US" dirty="0"/>
                  <a:t>Baseline- control </a:t>
                </a:r>
                <a:r>
                  <a:rPr lang="en-US" dirty="0" err="1"/>
                  <a:t>rBFI</a:t>
                </a:r>
                <a:r>
                  <a:rPr lang="en-US" dirty="0"/>
                  <a:t> measurements </a:t>
                </a:r>
              </a:p>
              <a:p>
                <a:r>
                  <a:rPr lang="en-US" dirty="0"/>
                  <a:t>Occlusion- tourniquet of the scalp</a:t>
                </a:r>
              </a:p>
              <a:p>
                <a:endParaRPr lang="en-US" dirty="0"/>
              </a:p>
              <a:p>
                <a:endParaRPr lang="en-US" dirty="0"/>
              </a:p>
              <a:p>
                <a14:m>
                  <m:oMath xmlns:m="http://schemas.openxmlformats.org/officeDocument/2006/math">
                    <m:r>
                      <m:rPr>
                        <m:sty m:val="p"/>
                      </m:rPr>
                      <a:rPr lang="en-US" smtClean="0">
                        <a:solidFill>
                          <a:schemeClr val="tx1"/>
                        </a:solidFill>
                        <a:latin typeface="Cambria Math" panose="02040503050406030204" pitchFamily="18" charset="0"/>
                      </a:rPr>
                      <m:t>Δ</m:t>
                    </m:r>
                    <m:r>
                      <a:rPr lang="en-US" i="1" smtClean="0">
                        <a:solidFill>
                          <a:schemeClr val="tx1"/>
                        </a:solidFill>
                        <a:latin typeface="Cambria Math" panose="02040503050406030204" pitchFamily="18" charset="0"/>
                      </a:rPr>
                      <m:t>𝑟𝐵𝐹𝐼</m:t>
                    </m:r>
                    <m:r>
                      <a:rPr lang="en-US" i="1" smtClean="0">
                        <a:solidFill>
                          <a:schemeClr val="tx1"/>
                        </a:solidFill>
                        <a:latin typeface="Cambria Math" panose="02040503050406030204" pitchFamily="18" charset="0"/>
                      </a:rPr>
                      <m:t>%=</m:t>
                    </m:r>
                    <m:f>
                      <m:fPr>
                        <m:ctrlPr>
                          <a:rPr lang="en-US" i="1">
                            <a:solidFill>
                              <a:schemeClr val="tx1"/>
                            </a:solidFill>
                            <a:latin typeface="Cambria Math" panose="02040503050406030204" pitchFamily="18" charset="0"/>
                          </a:rPr>
                        </m:ctrlPr>
                      </m:fPr>
                      <m:num>
                        <m:r>
                          <a:rPr lang="en-US" i="1">
                            <a:solidFill>
                              <a:schemeClr val="tx1"/>
                            </a:solidFill>
                            <a:latin typeface="Cambria Math" panose="02040503050406030204" pitchFamily="18" charset="0"/>
                          </a:rPr>
                          <m:t>𝑟𝐵𝐹</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𝐼</m:t>
                            </m:r>
                          </m:e>
                          <m:sub>
                            <m:r>
                              <a:rPr lang="en-US" i="1" smtClean="0">
                                <a:solidFill>
                                  <a:schemeClr val="tx1"/>
                                </a:solidFill>
                                <a:latin typeface="Cambria Math" panose="02040503050406030204" pitchFamily="18" charset="0"/>
                              </a:rPr>
                              <m:t>𝑜𝑐𝑐𝑙𝑢𝑑𝑒</m:t>
                            </m:r>
                          </m:sub>
                        </m:sSub>
                        <m:r>
                          <a:rPr lang="en-US" b="0" i="1" smtClean="0">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𝑟𝐵𝐹</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𝐼</m:t>
                            </m:r>
                          </m:e>
                          <m:sub>
                            <m:r>
                              <a:rPr lang="en-US" i="1">
                                <a:solidFill>
                                  <a:schemeClr val="tx1"/>
                                </a:solidFill>
                                <a:latin typeface="Cambria Math" panose="02040503050406030204" pitchFamily="18" charset="0"/>
                              </a:rPr>
                              <m:t>𝑏𝑎𝑠𝑒𝑙𝑖𝑛𝑒</m:t>
                            </m:r>
                          </m:sub>
                        </m:sSub>
                      </m:num>
                      <m:den>
                        <m:r>
                          <a:rPr lang="en-US" i="1">
                            <a:solidFill>
                              <a:schemeClr val="tx1"/>
                            </a:solidFill>
                            <a:latin typeface="Cambria Math" panose="02040503050406030204" pitchFamily="18" charset="0"/>
                          </a:rPr>
                          <m:t>𝑟𝐵𝐹</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𝐼</m:t>
                            </m:r>
                          </m:e>
                          <m:sub>
                            <m:r>
                              <a:rPr lang="en-US" i="1">
                                <a:solidFill>
                                  <a:schemeClr val="tx1"/>
                                </a:solidFill>
                                <a:latin typeface="Cambria Math" panose="02040503050406030204" pitchFamily="18" charset="0"/>
                              </a:rPr>
                              <m:t>𝑏𝑎𝑠𝑒𝑙𝑖𝑛𝑒</m:t>
                            </m:r>
                          </m:sub>
                        </m:sSub>
                      </m:den>
                    </m:f>
                  </m:oMath>
                </a14:m>
                <a:endParaRPr lang="en-US" dirty="0"/>
              </a:p>
            </p:txBody>
          </p:sp>
        </mc:Choice>
        <mc:Fallback xmlns="">
          <p:sp>
            <p:nvSpPr>
              <p:cNvPr id="11" name="Content Placeholder 5">
                <a:extLst>
                  <a:ext uri="{FF2B5EF4-FFF2-40B4-BE49-F238E27FC236}">
                    <a16:creationId xmlns:a16="http://schemas.microsoft.com/office/drawing/2014/main" id="{49EFA49C-18DD-67BD-6C24-54C9B750A755}"/>
                  </a:ext>
                </a:extLst>
              </p:cNvPr>
              <p:cNvSpPr txBox="1">
                <a:spLocks noRot="1" noChangeAspect="1" noMove="1" noResize="1" noEditPoints="1" noAdjustHandles="1" noChangeArrowheads="1" noChangeShapeType="1" noTextEdit="1"/>
              </p:cNvSpPr>
              <p:nvPr/>
            </p:nvSpPr>
            <p:spPr>
              <a:xfrm>
                <a:off x="8094624" y="2581289"/>
                <a:ext cx="3782423" cy="3378200"/>
              </a:xfrm>
              <a:prstGeom prst="rect">
                <a:avLst/>
              </a:prstGeom>
              <a:blipFill>
                <a:blip r:embed="rId6"/>
                <a:stretch>
                  <a:fillRect l="-4194" t="-1802"/>
                </a:stretch>
              </a:blipFill>
            </p:spPr>
            <p:txBody>
              <a:bodyPr/>
              <a:lstStyle/>
              <a:p>
                <a:r>
                  <a:rPr lang="en-US">
                    <a:noFill/>
                  </a:rPr>
                  <a:t> </a:t>
                </a:r>
              </a:p>
            </p:txBody>
          </p:sp>
        </mc:Fallback>
      </mc:AlternateContent>
    </p:spTree>
    <p:extLst>
      <p:ext uri="{BB962C8B-B14F-4D97-AF65-F5344CB8AC3E}">
        <p14:creationId xmlns:p14="http://schemas.microsoft.com/office/powerpoint/2010/main" val="3581833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fade">
                                      <p:cBhvr>
                                        <p:cTn id="10" dur="500"/>
                                        <p:tgtEl>
                                          <p:spTgt spid="4">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Effect transition="in" filter="fade">
                                      <p:cBhvr>
                                        <p:cTn id="13" dur="500"/>
                                        <p:tgtEl>
                                          <p:spTgt spid="4">
                                            <p:txEl>
                                              <p:pRg st="1" end="1"/>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
                                            <p:txEl>
                                              <p:pRg st="2" end="2"/>
                                            </p:txEl>
                                          </p:spTgt>
                                        </p:tgtEl>
                                        <p:attrNameLst>
                                          <p:attrName>style.visibility</p:attrName>
                                        </p:attrNameLst>
                                      </p:cBhvr>
                                      <p:to>
                                        <p:strVal val="visible"/>
                                      </p:to>
                                    </p:set>
                                    <p:animEffect transition="in" filter="fade">
                                      <p:cBhvr>
                                        <p:cTn id="16" dur="500"/>
                                        <p:tgtEl>
                                          <p:spTgt spid="4">
                                            <p:txEl>
                                              <p:pRg st="2" end="2"/>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animEffect transition="in" filter="fade">
                                      <p:cBhvr>
                                        <p:cTn id="19" dur="500"/>
                                        <p:tgtEl>
                                          <p:spTgt spid="4">
                                            <p:txEl>
                                              <p:pRg st="5" end="5"/>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5">
                                            <p:txEl>
                                              <p:pRg st="0" end="0"/>
                                            </p:txEl>
                                          </p:spTgt>
                                        </p:tgtEl>
                                        <p:attrNameLst>
                                          <p:attrName>style.visibility</p:attrName>
                                        </p:attrNameLst>
                                      </p:cBhvr>
                                      <p:to>
                                        <p:strVal val="visible"/>
                                      </p:to>
                                    </p:set>
                                    <p:animEffect transition="in" filter="fade">
                                      <p:cBhvr>
                                        <p:cTn id="24" dur="500"/>
                                        <p:tgtEl>
                                          <p:spTgt spid="5">
                                            <p:txEl>
                                              <p:pRg st="0" end="0"/>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6">
                                            <p:txEl>
                                              <p:pRg st="0" end="0"/>
                                            </p:txEl>
                                          </p:spTgt>
                                        </p:tgtEl>
                                        <p:attrNameLst>
                                          <p:attrName>style.visibility</p:attrName>
                                        </p:attrNameLst>
                                      </p:cBhvr>
                                      <p:to>
                                        <p:strVal val="visible"/>
                                      </p:to>
                                    </p:set>
                                    <p:animEffect transition="in" filter="fade">
                                      <p:cBhvr>
                                        <p:cTn id="27" dur="500"/>
                                        <p:tgtEl>
                                          <p:spTgt spid="6">
                                            <p:txEl>
                                              <p:pRg st="0" end="0"/>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6">
                                            <p:txEl>
                                              <p:pRg st="1" end="1"/>
                                            </p:txEl>
                                          </p:spTgt>
                                        </p:tgtEl>
                                        <p:attrNameLst>
                                          <p:attrName>style.visibility</p:attrName>
                                        </p:attrNameLst>
                                      </p:cBhvr>
                                      <p:to>
                                        <p:strVal val="visible"/>
                                      </p:to>
                                    </p:set>
                                    <p:animEffect transition="in" filter="fade">
                                      <p:cBhvr>
                                        <p:cTn id="30" dur="500"/>
                                        <p:tgtEl>
                                          <p:spTgt spid="6">
                                            <p:txEl>
                                              <p:pRg st="1" end="1"/>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6">
                                            <p:txEl>
                                              <p:pRg st="2" end="2"/>
                                            </p:txEl>
                                          </p:spTgt>
                                        </p:tgtEl>
                                        <p:attrNameLst>
                                          <p:attrName>style.visibility</p:attrName>
                                        </p:attrNameLst>
                                      </p:cBhvr>
                                      <p:to>
                                        <p:strVal val="visible"/>
                                      </p:to>
                                    </p:set>
                                    <p:animEffect transition="in" filter="fade">
                                      <p:cBhvr>
                                        <p:cTn id="33" dur="500"/>
                                        <p:tgtEl>
                                          <p:spTgt spid="6">
                                            <p:txEl>
                                              <p:pRg st="2" end="2"/>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6">
                                            <p:txEl>
                                              <p:pRg st="4" end="4"/>
                                            </p:txEl>
                                          </p:spTgt>
                                        </p:tgtEl>
                                        <p:attrNameLst>
                                          <p:attrName>style.visibility</p:attrName>
                                        </p:attrNameLst>
                                      </p:cBhvr>
                                      <p:to>
                                        <p:strVal val="visible"/>
                                      </p:to>
                                    </p:set>
                                    <p:animEffect transition="in" filter="fade">
                                      <p:cBhvr>
                                        <p:cTn id="36" dur="500"/>
                                        <p:tgtEl>
                                          <p:spTgt spid="6">
                                            <p:txEl>
                                              <p:pRg st="4" end="4"/>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fade">
                                      <p:cBhvr>
                                        <p:cTn id="41" dur="500"/>
                                        <p:tgtEl>
                                          <p:spTgt spid="10"/>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uiExpand="1" build="p"/>
      <p:bldP spid="5" grpId="0" build="p"/>
      <p:bldP spid="6" grpId="0" build="p"/>
      <p:bldP spid="10" grpId="0"/>
      <p:bldP spid="11" grpId="0"/>
    </p:bldLst>
  </p:timing>
  <p:extLst>
    <p:ext uri="{6950BFC3-D8DA-4A85-94F7-54DA5524770B}">
      <p188:commentRel xmlns:p188="http://schemas.microsoft.com/office/powerpoint/2018/8/main" r:id="rId2"/>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11F4E-E7B1-8F3C-B1F2-26A2270AB243}"/>
            </a:ext>
          </a:extLst>
        </p:cNvPr>
        <p:cNvGrpSpPr/>
        <p:nvPr/>
      </p:nvGrpSpPr>
      <p:grpSpPr>
        <a:xfrm>
          <a:off x="0" y="0"/>
          <a:ext cx="0" cy="0"/>
          <a:chOff x="0" y="0"/>
          <a:chExt cx="0" cy="0"/>
        </a:xfrm>
      </p:grpSpPr>
      <p:sp>
        <p:nvSpPr>
          <p:cNvPr id="99" name="כותרת 1">
            <a:extLst>
              <a:ext uri="{FF2B5EF4-FFF2-40B4-BE49-F238E27FC236}">
                <a16:creationId xmlns:a16="http://schemas.microsoft.com/office/drawing/2014/main" id="{7F92F355-F59A-7B96-11B6-BA1D50EEBB10}"/>
              </a:ext>
            </a:extLst>
          </p:cNvPr>
          <p:cNvSpPr>
            <a:spLocks noGrp="1"/>
          </p:cNvSpPr>
          <p:nvPr>
            <p:ph type="title"/>
          </p:nvPr>
        </p:nvSpPr>
        <p:spPr>
          <a:xfrm>
            <a:off x="439540" y="146050"/>
            <a:ext cx="3276597" cy="2286000"/>
          </a:xfrm>
        </p:spPr>
        <p:txBody>
          <a:bodyPr/>
          <a:lstStyle/>
          <a:p>
            <a:r>
              <a:rPr lang="en-US" dirty="0">
                <a:solidFill>
                  <a:schemeClr val="bg1"/>
                </a:solidFill>
              </a:rPr>
              <a:t>PaLS-iSCOS</a:t>
            </a:r>
            <a:br>
              <a:rPr lang="en-US" dirty="0">
                <a:solidFill>
                  <a:schemeClr val="bg1"/>
                </a:solidFill>
              </a:rPr>
            </a:br>
            <a:r>
              <a:rPr lang="en-US" dirty="0">
                <a:solidFill>
                  <a:schemeClr val="bg1"/>
                </a:solidFill>
              </a:rPr>
              <a:t>vs Gated SCOS</a:t>
            </a:r>
            <a:br>
              <a:rPr lang="en-US" dirty="0">
                <a:solidFill>
                  <a:schemeClr val="bg1"/>
                </a:solidFill>
              </a:rPr>
            </a:br>
            <a:r>
              <a:rPr lang="en-US" dirty="0">
                <a:solidFill>
                  <a:schemeClr val="bg1"/>
                </a:solidFill>
              </a:rPr>
              <a:t>SNR and BPM Experiments</a:t>
            </a:r>
            <a:endParaRPr lang="he-IL" dirty="0">
              <a:solidFill>
                <a:schemeClr val="bg1"/>
              </a:solidFill>
            </a:endParaRPr>
          </a:p>
        </p:txBody>
      </p:sp>
      <p:sp>
        <p:nvSpPr>
          <p:cNvPr id="118" name="מציין מיקום טקסט 3">
            <a:extLst>
              <a:ext uri="{FF2B5EF4-FFF2-40B4-BE49-F238E27FC236}">
                <a16:creationId xmlns:a16="http://schemas.microsoft.com/office/drawing/2014/main" id="{A7E8F63B-5D2A-6723-5A84-7576F6618624}"/>
              </a:ext>
            </a:extLst>
          </p:cNvPr>
          <p:cNvSpPr>
            <a:spLocks noGrp="1"/>
          </p:cNvSpPr>
          <p:nvPr>
            <p:ph type="body" sz="half" idx="2"/>
          </p:nvPr>
        </p:nvSpPr>
        <p:spPr>
          <a:xfrm>
            <a:off x="350059" y="2554817"/>
            <a:ext cx="3100447" cy="3379124"/>
          </a:xfrm>
        </p:spPr>
        <p:txBody>
          <a:bodyPr>
            <a:normAutofit/>
          </a:bodyPr>
          <a:lstStyle/>
          <a:p>
            <a:pPr algn="l" rtl="0"/>
            <a:r>
              <a:rPr lang="en-US" sz="2400" dirty="0">
                <a:solidFill>
                  <a:schemeClr val="bg1"/>
                </a:solidFill>
              </a:rPr>
              <a:t>Coherence gates limited by maximum reference arm length</a:t>
            </a:r>
          </a:p>
          <a:p>
            <a:pPr algn="l" rtl="0"/>
            <a:endParaRPr lang="en-US" sz="2400" dirty="0">
              <a:solidFill>
                <a:schemeClr val="bg1"/>
              </a:solidFill>
            </a:endParaRPr>
          </a:p>
        </p:txBody>
      </p:sp>
      <p:sp>
        <p:nvSpPr>
          <p:cNvPr id="3" name="Slide Number Placeholder 2">
            <a:extLst>
              <a:ext uri="{FF2B5EF4-FFF2-40B4-BE49-F238E27FC236}">
                <a16:creationId xmlns:a16="http://schemas.microsoft.com/office/drawing/2014/main" id="{39FD0FB8-2BC4-DAE3-4D04-8A68DF0B43F8}"/>
              </a:ext>
            </a:extLst>
          </p:cNvPr>
          <p:cNvSpPr>
            <a:spLocks noGrp="1"/>
          </p:cNvSpPr>
          <p:nvPr>
            <p:ph type="sldNum" sz="quarter" idx="12"/>
          </p:nvPr>
        </p:nvSpPr>
        <p:spPr/>
        <p:txBody>
          <a:bodyPr/>
          <a:lstStyle/>
          <a:p>
            <a:fld id="{2D11AD2F-9457-44B3-A1A5-67FB697FC1E5}" type="slidenum">
              <a:rPr lang="en-US" smtClean="0"/>
              <a:t>18</a:t>
            </a:fld>
            <a:endParaRPr lang="en-US"/>
          </a:p>
        </p:txBody>
      </p:sp>
      <p:pic>
        <p:nvPicPr>
          <p:cNvPr id="4" name="Picture 6" descr="Faculty of Engineering Bar-Ilan University">
            <a:extLst>
              <a:ext uri="{FF2B5EF4-FFF2-40B4-BE49-F238E27FC236}">
                <a16:creationId xmlns:a16="http://schemas.microsoft.com/office/drawing/2014/main" id="{D9354E68-B2D0-DF27-1338-153A75BABF22}"/>
              </a:ext>
            </a:extLst>
          </p:cNvPr>
          <p:cNvPicPr/>
          <p:nvPr/>
        </p:nvPicPr>
        <p:blipFill>
          <a:blip r:embed="rId2">
            <a:extLst>
              <a:ext uri="{28A0092B-C50C-407E-A947-70E740481C1C}">
                <a14:useLocalDpi xmlns:a14="http://schemas.microsoft.com/office/drawing/2010/main" val="0"/>
              </a:ext>
            </a:extLst>
          </a:blip>
          <a:stretch>
            <a:fillRect/>
          </a:stretch>
        </p:blipFill>
        <p:spPr bwMode="auto">
          <a:xfrm>
            <a:off x="91074" y="6367558"/>
            <a:ext cx="2023476" cy="55139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Table 5">
            <a:extLst>
              <a:ext uri="{FF2B5EF4-FFF2-40B4-BE49-F238E27FC236}">
                <a16:creationId xmlns:a16="http://schemas.microsoft.com/office/drawing/2014/main" id="{29F1FB48-5CAE-2B43-04B1-05CF4C0C3ABA}"/>
              </a:ext>
            </a:extLst>
          </p:cNvPr>
          <p:cNvGraphicFramePr>
            <a:graphicFrameLocks noGrp="1"/>
          </p:cNvGraphicFramePr>
          <p:nvPr>
            <p:extLst>
              <p:ext uri="{D42A27DB-BD31-4B8C-83A1-F6EECF244321}">
                <p14:modId xmlns:p14="http://schemas.microsoft.com/office/powerpoint/2010/main" val="344128260"/>
              </p:ext>
            </p:extLst>
          </p:nvPr>
        </p:nvGraphicFramePr>
        <p:xfrm>
          <a:off x="4201886" y="1575163"/>
          <a:ext cx="7777941" cy="3707673"/>
        </p:xfrm>
        <a:graphic>
          <a:graphicData uri="http://schemas.openxmlformats.org/drawingml/2006/table">
            <a:tbl>
              <a:tblPr firstRow="1" bandRow="1">
                <a:tableStyleId>{5C22544A-7EE6-4342-B048-85BDC9FD1C3A}</a:tableStyleId>
              </a:tblPr>
              <a:tblGrid>
                <a:gridCol w="1944485">
                  <a:extLst>
                    <a:ext uri="{9D8B030D-6E8A-4147-A177-3AD203B41FA5}">
                      <a16:colId xmlns:a16="http://schemas.microsoft.com/office/drawing/2014/main" val="1427042013"/>
                    </a:ext>
                  </a:extLst>
                </a:gridCol>
                <a:gridCol w="1488144">
                  <a:extLst>
                    <a:ext uri="{9D8B030D-6E8A-4147-A177-3AD203B41FA5}">
                      <a16:colId xmlns:a16="http://schemas.microsoft.com/office/drawing/2014/main" val="796449865"/>
                    </a:ext>
                  </a:extLst>
                </a:gridCol>
                <a:gridCol w="1428584">
                  <a:extLst>
                    <a:ext uri="{9D8B030D-6E8A-4147-A177-3AD203B41FA5}">
                      <a16:colId xmlns:a16="http://schemas.microsoft.com/office/drawing/2014/main" val="4218829301"/>
                    </a:ext>
                  </a:extLst>
                </a:gridCol>
                <a:gridCol w="1408958">
                  <a:extLst>
                    <a:ext uri="{9D8B030D-6E8A-4147-A177-3AD203B41FA5}">
                      <a16:colId xmlns:a16="http://schemas.microsoft.com/office/drawing/2014/main" val="4101390489"/>
                    </a:ext>
                  </a:extLst>
                </a:gridCol>
                <a:gridCol w="753885">
                  <a:extLst>
                    <a:ext uri="{9D8B030D-6E8A-4147-A177-3AD203B41FA5}">
                      <a16:colId xmlns:a16="http://schemas.microsoft.com/office/drawing/2014/main" val="3143758247"/>
                    </a:ext>
                  </a:extLst>
                </a:gridCol>
                <a:gridCol w="753885">
                  <a:extLst>
                    <a:ext uri="{9D8B030D-6E8A-4147-A177-3AD203B41FA5}">
                      <a16:colId xmlns:a16="http://schemas.microsoft.com/office/drawing/2014/main" val="1838870315"/>
                    </a:ext>
                  </a:extLst>
                </a:gridCol>
              </a:tblGrid>
              <a:tr h="640174">
                <a:tc rowSpan="3">
                  <a:txBody>
                    <a:bodyPr/>
                    <a:lstStyle/>
                    <a:p>
                      <a:r>
                        <a:rPr lang="en-US" dirty="0"/>
                        <a:t>Source Detector Separation (SDS) </a:t>
                      </a:r>
                    </a:p>
                  </a:txBody>
                  <a:tcPr/>
                </a:tc>
                <a:tc rowSpan="3">
                  <a:txBody>
                    <a:bodyPr/>
                    <a:lstStyle/>
                    <a:p>
                      <a:r>
                        <a:rPr lang="en-US" dirty="0"/>
                        <a:t>Gated SCOS time gates</a:t>
                      </a:r>
                    </a:p>
                  </a:txBody>
                  <a:tcPr/>
                </a:tc>
                <a:tc gridSpan="2">
                  <a:txBody>
                    <a:bodyPr/>
                    <a:lstStyle/>
                    <a:p>
                      <a:r>
                        <a:rPr lang="en-US" dirty="0"/>
                        <a:t>PaLS-iSCOS</a:t>
                      </a:r>
                    </a:p>
                  </a:txBody>
                  <a:tcPr/>
                </a:tc>
                <a:tc hMerge="1">
                  <a:txBody>
                    <a:bodyPr/>
                    <a:lstStyle/>
                    <a:p>
                      <a:endParaRPr lang="en-US"/>
                    </a:p>
                  </a:txBody>
                  <a:tcPr/>
                </a:tc>
                <a:tc rowSpan="2" gridSpan="2">
                  <a:txBody>
                    <a:bodyPr/>
                    <a:lstStyle/>
                    <a:p>
                      <a:r>
                        <a:rPr lang="en-US" dirty="0"/>
                        <a:t>Laser power Level</a:t>
                      </a:r>
                    </a:p>
                  </a:txBody>
                  <a:tcPr/>
                </a:tc>
                <a:tc rowSpan="2" hMerge="1">
                  <a:txBody>
                    <a:bodyPr/>
                    <a:lstStyle/>
                    <a:p>
                      <a:endParaRPr lang="en-US"/>
                    </a:p>
                  </a:txBody>
                  <a:tcPr/>
                </a:tc>
                <a:extLst>
                  <a:ext uri="{0D108BD9-81ED-4DB2-BD59-A6C34878D82A}">
                    <a16:rowId xmlns:a16="http://schemas.microsoft.com/office/drawing/2014/main" val="426664269"/>
                  </a:ext>
                </a:extLst>
              </a:tr>
              <a:tr h="240065">
                <a:tc vMerge="1">
                  <a:txBody>
                    <a:bodyPr/>
                    <a:lstStyle/>
                    <a:p>
                      <a:endParaRPr lang="en-US"/>
                    </a:p>
                  </a:txBody>
                  <a:tcPr/>
                </a:tc>
                <a:tc vMerge="1">
                  <a:txBody>
                    <a:bodyPr/>
                    <a:lstStyle/>
                    <a:p>
                      <a:endParaRPr lang="en-US"/>
                    </a:p>
                  </a:txBody>
                  <a:tcPr/>
                </a:tc>
                <a:tc rowSpan="2">
                  <a:txBody>
                    <a:bodyPr/>
                    <a:lstStyle/>
                    <a:p>
                      <a:r>
                        <a:rPr lang="en-US" dirty="0"/>
                        <a:t>Time gate</a:t>
                      </a:r>
                    </a:p>
                  </a:txBody>
                  <a:tcPr/>
                </a:tc>
                <a:tc rowSpan="2">
                  <a:txBody>
                    <a:bodyPr/>
                    <a:lstStyle/>
                    <a:p>
                      <a:r>
                        <a:rPr lang="en-US" dirty="0"/>
                        <a:t>Coherence gate</a:t>
                      </a:r>
                    </a:p>
                  </a:txBody>
                  <a:tcPr/>
                </a:tc>
                <a:tc gridSpan="2" vMerge="1">
                  <a:txBody>
                    <a:bodyPr/>
                    <a:lstStyle/>
                    <a:p>
                      <a:endParaRPr lang="en-US"/>
                    </a:p>
                  </a:txBody>
                  <a:tcPr/>
                </a:tc>
                <a:tc hMerge="1" vMerge="1">
                  <a:txBody>
                    <a:bodyPr/>
                    <a:lstStyle/>
                    <a:p>
                      <a:endParaRPr lang="en-US"/>
                    </a:p>
                  </a:txBody>
                  <a:tcPr/>
                </a:tc>
                <a:extLst>
                  <a:ext uri="{0D108BD9-81ED-4DB2-BD59-A6C34878D82A}">
                    <a16:rowId xmlns:a16="http://schemas.microsoft.com/office/drawing/2014/main" val="2427038746"/>
                  </a:ext>
                </a:extLst>
              </a:tr>
              <a:tr h="880239">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r>
                        <a:rPr lang="en-US" dirty="0"/>
                        <a:t>Gated SCOS</a:t>
                      </a:r>
                    </a:p>
                  </a:txBody>
                  <a:tcPr/>
                </a:tc>
                <a:tc>
                  <a:txBody>
                    <a:bodyPr/>
                    <a:lstStyle/>
                    <a:p>
                      <a:r>
                        <a:rPr lang="en-US" dirty="0"/>
                        <a:t>PaLS-iSCOS</a:t>
                      </a:r>
                    </a:p>
                  </a:txBody>
                  <a:tcPr/>
                </a:tc>
                <a:extLst>
                  <a:ext uri="{0D108BD9-81ED-4DB2-BD59-A6C34878D82A}">
                    <a16:rowId xmlns:a16="http://schemas.microsoft.com/office/drawing/2014/main" val="2938405442"/>
                  </a:ext>
                </a:extLst>
              </a:tr>
              <a:tr h="649065">
                <a:tc>
                  <a:txBody>
                    <a:bodyPr/>
                    <a:lstStyle/>
                    <a:p>
                      <a:r>
                        <a:rPr lang="en-US" dirty="0"/>
                        <a:t>1cm</a:t>
                      </a:r>
                    </a:p>
                  </a:txBody>
                  <a:tcPr/>
                </a:tc>
                <a:tc rowSpan="3">
                  <a:txBody>
                    <a:bodyPr/>
                    <a:lstStyle/>
                    <a:p>
                      <a:r>
                        <a:rPr lang="en-US" dirty="0"/>
                        <a:t>-300ps to 1100ps</a:t>
                      </a:r>
                    </a:p>
                  </a:txBody>
                  <a:tcPr/>
                </a:tc>
                <a:tc rowSpan="3">
                  <a:txBody>
                    <a:bodyPr/>
                    <a:lstStyle/>
                    <a:p>
                      <a:r>
                        <a:rPr lang="en-US" dirty="0"/>
                        <a:t>-300ps</a:t>
                      </a:r>
                    </a:p>
                  </a:txBody>
                  <a:tcPr/>
                </a:tc>
                <a:tc>
                  <a:txBody>
                    <a:bodyPr/>
                    <a:lstStyle/>
                    <a:p>
                      <a:r>
                        <a:rPr lang="en-US" dirty="0"/>
                        <a:t>-50ps to 900ps</a:t>
                      </a:r>
                    </a:p>
                  </a:txBody>
                  <a:tcPr/>
                </a:tc>
                <a:tc>
                  <a:txBody>
                    <a:bodyPr/>
                    <a:lstStyle/>
                    <a:p>
                      <a:r>
                        <a:rPr lang="en-US" dirty="0"/>
                        <a:t>30%, 40%</a:t>
                      </a:r>
                    </a:p>
                  </a:txBody>
                  <a:tcPr/>
                </a:tc>
                <a:tc>
                  <a:txBody>
                    <a:bodyPr/>
                    <a:lstStyle/>
                    <a:p>
                      <a:r>
                        <a:rPr lang="en-US" dirty="0"/>
                        <a:t>30%</a:t>
                      </a:r>
                    </a:p>
                  </a:txBody>
                  <a:tcPr/>
                </a:tc>
                <a:extLst>
                  <a:ext uri="{0D108BD9-81ED-4DB2-BD59-A6C34878D82A}">
                    <a16:rowId xmlns:a16="http://schemas.microsoft.com/office/drawing/2014/main" val="2739556326"/>
                  </a:ext>
                </a:extLst>
              </a:tr>
              <a:tr h="649065">
                <a:tc>
                  <a:txBody>
                    <a:bodyPr/>
                    <a:lstStyle/>
                    <a:p>
                      <a:r>
                        <a:rPr lang="en-US" dirty="0"/>
                        <a:t>1.5cm</a:t>
                      </a:r>
                    </a:p>
                  </a:txBody>
                  <a:tcPr/>
                </a:tc>
                <a:tc vMerge="1">
                  <a:txBody>
                    <a:bodyPr/>
                    <a:lstStyle/>
                    <a:p>
                      <a:endParaRPr lang="en-US" dirty="0"/>
                    </a:p>
                  </a:txBody>
                  <a:tcPr/>
                </a:tc>
                <a:tc vMerge="1">
                  <a:txBody>
                    <a:bodyPr/>
                    <a:lstStyle/>
                    <a:p>
                      <a:endParaRPr lang="en-US" dirty="0"/>
                    </a:p>
                  </a:txBody>
                  <a:tcPr/>
                </a:tc>
                <a:tc>
                  <a:txBody>
                    <a:bodyPr/>
                    <a:lstStyle/>
                    <a:p>
                      <a:r>
                        <a:rPr lang="en-US" dirty="0"/>
                        <a:t>-200ps to 750ps</a:t>
                      </a:r>
                    </a:p>
                  </a:txBody>
                  <a:tcPr/>
                </a:tc>
                <a:tc>
                  <a:txBody>
                    <a:bodyPr/>
                    <a:lstStyle/>
                    <a:p>
                      <a:r>
                        <a:rPr lang="en-US" dirty="0"/>
                        <a:t>45%,</a:t>
                      </a:r>
                    </a:p>
                    <a:p>
                      <a:r>
                        <a:rPr lang="en-US" dirty="0"/>
                        <a:t>55%</a:t>
                      </a:r>
                    </a:p>
                  </a:txBody>
                  <a:tcPr/>
                </a:tc>
                <a:tc>
                  <a:txBody>
                    <a:bodyPr/>
                    <a:lstStyle/>
                    <a:p>
                      <a:r>
                        <a:rPr lang="en-US" dirty="0"/>
                        <a:t>45%</a:t>
                      </a:r>
                    </a:p>
                  </a:txBody>
                  <a:tcPr/>
                </a:tc>
                <a:extLst>
                  <a:ext uri="{0D108BD9-81ED-4DB2-BD59-A6C34878D82A}">
                    <a16:rowId xmlns:a16="http://schemas.microsoft.com/office/drawing/2014/main" val="3631726220"/>
                  </a:ext>
                </a:extLst>
              </a:tr>
              <a:tr h="649065">
                <a:tc>
                  <a:txBody>
                    <a:bodyPr/>
                    <a:lstStyle/>
                    <a:p>
                      <a:r>
                        <a:rPr lang="en-US" dirty="0"/>
                        <a:t>2.5cm</a:t>
                      </a:r>
                    </a:p>
                  </a:txBody>
                  <a:tcPr/>
                </a:tc>
                <a:tc vMerge="1">
                  <a:txBody>
                    <a:bodyPr/>
                    <a:lstStyle/>
                    <a:p>
                      <a:endParaRPr lang="en-US" dirty="0"/>
                    </a:p>
                  </a:txBody>
                  <a:tcPr/>
                </a:tc>
                <a:tc vMerge="1">
                  <a:txBody>
                    <a:bodyPr/>
                    <a:lstStyle/>
                    <a:p>
                      <a:endParaRPr lang="en-US" dirty="0"/>
                    </a:p>
                  </a:txBody>
                  <a:tcPr/>
                </a:tc>
                <a:tc>
                  <a:txBody>
                    <a:bodyPr/>
                    <a:lstStyle/>
                    <a:p>
                      <a:r>
                        <a:rPr lang="en-US" dirty="0"/>
                        <a:t>-500ps to 400ps</a:t>
                      </a:r>
                    </a:p>
                  </a:txBody>
                  <a:tcPr/>
                </a:tc>
                <a:tc>
                  <a:txBody>
                    <a:bodyPr/>
                    <a:lstStyle/>
                    <a:p>
                      <a:r>
                        <a:rPr lang="en-US" dirty="0"/>
                        <a:t>55%</a:t>
                      </a:r>
                    </a:p>
                  </a:txBody>
                  <a:tcPr/>
                </a:tc>
                <a:tc>
                  <a:txBody>
                    <a:bodyPr/>
                    <a:lstStyle/>
                    <a:p>
                      <a:r>
                        <a:rPr lang="en-US" dirty="0"/>
                        <a:t>55%</a:t>
                      </a:r>
                    </a:p>
                  </a:txBody>
                  <a:tcPr/>
                </a:tc>
                <a:extLst>
                  <a:ext uri="{0D108BD9-81ED-4DB2-BD59-A6C34878D82A}">
                    <a16:rowId xmlns:a16="http://schemas.microsoft.com/office/drawing/2014/main" val="4186262382"/>
                  </a:ext>
                </a:extLst>
              </a:tr>
            </a:tbl>
          </a:graphicData>
        </a:graphic>
      </p:graphicFrame>
    </p:spTree>
    <p:extLst>
      <p:ext uri="{BB962C8B-B14F-4D97-AF65-F5344CB8AC3E}">
        <p14:creationId xmlns:p14="http://schemas.microsoft.com/office/powerpoint/2010/main" val="8528531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F363D-1EF2-1DC1-EE9F-E554D5DC5820}"/>
            </a:ext>
          </a:extLst>
        </p:cNvPr>
        <p:cNvGrpSpPr/>
        <p:nvPr/>
      </p:nvGrpSpPr>
      <p:grpSpPr>
        <a:xfrm>
          <a:off x="0" y="0"/>
          <a:ext cx="0" cy="0"/>
          <a:chOff x="0" y="0"/>
          <a:chExt cx="0" cy="0"/>
        </a:xfrm>
      </p:grpSpPr>
      <p:sp>
        <p:nvSpPr>
          <p:cNvPr id="99" name="כותרת 1">
            <a:extLst>
              <a:ext uri="{FF2B5EF4-FFF2-40B4-BE49-F238E27FC236}">
                <a16:creationId xmlns:a16="http://schemas.microsoft.com/office/drawing/2014/main" id="{7828C3A4-5C60-FA87-0136-DA06A842571B}"/>
              </a:ext>
            </a:extLst>
          </p:cNvPr>
          <p:cNvSpPr>
            <a:spLocks noGrp="1"/>
          </p:cNvSpPr>
          <p:nvPr>
            <p:ph type="title"/>
          </p:nvPr>
        </p:nvSpPr>
        <p:spPr>
          <a:xfrm>
            <a:off x="439540" y="146050"/>
            <a:ext cx="3276597" cy="2286000"/>
          </a:xfrm>
        </p:spPr>
        <p:txBody>
          <a:bodyPr/>
          <a:lstStyle/>
          <a:p>
            <a:r>
              <a:rPr lang="en-US" dirty="0">
                <a:solidFill>
                  <a:schemeClr val="bg1"/>
                </a:solidFill>
              </a:rPr>
              <a:t>PaLS-iSCOS</a:t>
            </a:r>
            <a:br>
              <a:rPr lang="en-US" dirty="0">
                <a:solidFill>
                  <a:schemeClr val="bg1"/>
                </a:solidFill>
              </a:rPr>
            </a:br>
            <a:r>
              <a:rPr lang="en-US" dirty="0">
                <a:solidFill>
                  <a:schemeClr val="bg1"/>
                </a:solidFill>
              </a:rPr>
              <a:t>vs Gated SCOS</a:t>
            </a:r>
            <a:br>
              <a:rPr lang="en-US" dirty="0">
                <a:solidFill>
                  <a:schemeClr val="bg1"/>
                </a:solidFill>
              </a:rPr>
            </a:br>
            <a:r>
              <a:rPr lang="en-US" dirty="0">
                <a:solidFill>
                  <a:schemeClr val="bg1"/>
                </a:solidFill>
              </a:rPr>
              <a:t>Sensitivity Experiments</a:t>
            </a:r>
            <a:endParaRPr lang="he-IL" dirty="0">
              <a:solidFill>
                <a:schemeClr val="bg1"/>
              </a:solidFill>
            </a:endParaRPr>
          </a:p>
        </p:txBody>
      </p:sp>
      <p:sp>
        <p:nvSpPr>
          <p:cNvPr id="118" name="מציין מיקום טקסט 3">
            <a:extLst>
              <a:ext uri="{FF2B5EF4-FFF2-40B4-BE49-F238E27FC236}">
                <a16:creationId xmlns:a16="http://schemas.microsoft.com/office/drawing/2014/main" id="{BB6057A8-2355-8B76-E578-BD62761A0376}"/>
              </a:ext>
            </a:extLst>
          </p:cNvPr>
          <p:cNvSpPr>
            <a:spLocks noGrp="1"/>
          </p:cNvSpPr>
          <p:nvPr>
            <p:ph type="body" sz="half" idx="2"/>
          </p:nvPr>
        </p:nvSpPr>
        <p:spPr>
          <a:xfrm>
            <a:off x="350059" y="2554817"/>
            <a:ext cx="3100447" cy="3379124"/>
          </a:xfrm>
        </p:spPr>
        <p:txBody>
          <a:bodyPr>
            <a:normAutofit/>
          </a:bodyPr>
          <a:lstStyle/>
          <a:p>
            <a:pPr algn="l" rtl="0"/>
            <a:r>
              <a:rPr lang="en-US" sz="2400" dirty="0">
                <a:solidFill>
                  <a:schemeClr val="bg1"/>
                </a:solidFill>
              </a:rPr>
              <a:t>Fewer coherence gates due to time issues</a:t>
            </a:r>
          </a:p>
          <a:p>
            <a:pPr algn="l" rtl="0"/>
            <a:r>
              <a:rPr lang="en-US" sz="2400" dirty="0">
                <a:solidFill>
                  <a:schemeClr val="bg1"/>
                </a:solidFill>
              </a:rPr>
              <a:t>3 stages (30s each):</a:t>
            </a:r>
          </a:p>
          <a:p>
            <a:pPr marL="342900" indent="-342900" algn="l" rtl="0">
              <a:buFont typeface="Arial" panose="020B0604020202020204" pitchFamily="34" charset="0"/>
              <a:buChar char="•"/>
            </a:pPr>
            <a:r>
              <a:rPr lang="en-US" sz="2400" dirty="0">
                <a:solidFill>
                  <a:schemeClr val="bg1"/>
                </a:solidFill>
              </a:rPr>
              <a:t>Baseline</a:t>
            </a:r>
          </a:p>
          <a:p>
            <a:pPr marL="342900" indent="-342900" algn="l" rtl="0">
              <a:buFont typeface="Arial" panose="020B0604020202020204" pitchFamily="34" charset="0"/>
              <a:buChar char="•"/>
            </a:pPr>
            <a:r>
              <a:rPr lang="en-US" sz="2400" dirty="0">
                <a:solidFill>
                  <a:schemeClr val="bg1"/>
                </a:solidFill>
              </a:rPr>
              <a:t>Tourniquet</a:t>
            </a:r>
          </a:p>
          <a:p>
            <a:pPr marL="342900" indent="-342900" algn="l" rtl="0">
              <a:buFont typeface="Arial" panose="020B0604020202020204" pitchFamily="34" charset="0"/>
              <a:buChar char="•"/>
            </a:pPr>
            <a:r>
              <a:rPr lang="en-US" sz="2400" dirty="0">
                <a:solidFill>
                  <a:schemeClr val="bg1"/>
                </a:solidFill>
              </a:rPr>
              <a:t>Rest (only for 1.5cm)</a:t>
            </a:r>
          </a:p>
          <a:p>
            <a:pPr algn="l" rtl="0"/>
            <a:endParaRPr lang="en-US" sz="2400" dirty="0">
              <a:solidFill>
                <a:schemeClr val="bg1"/>
              </a:solidFill>
            </a:endParaRPr>
          </a:p>
        </p:txBody>
      </p:sp>
      <p:sp>
        <p:nvSpPr>
          <p:cNvPr id="3" name="Slide Number Placeholder 2">
            <a:extLst>
              <a:ext uri="{FF2B5EF4-FFF2-40B4-BE49-F238E27FC236}">
                <a16:creationId xmlns:a16="http://schemas.microsoft.com/office/drawing/2014/main" id="{C5486D1E-9B2E-6F7C-A4BD-94B931E581AC}"/>
              </a:ext>
            </a:extLst>
          </p:cNvPr>
          <p:cNvSpPr>
            <a:spLocks noGrp="1"/>
          </p:cNvSpPr>
          <p:nvPr>
            <p:ph type="sldNum" sz="quarter" idx="12"/>
          </p:nvPr>
        </p:nvSpPr>
        <p:spPr/>
        <p:txBody>
          <a:bodyPr/>
          <a:lstStyle/>
          <a:p>
            <a:fld id="{2D11AD2F-9457-44B3-A1A5-67FB697FC1E5}" type="slidenum">
              <a:rPr lang="en-US" smtClean="0"/>
              <a:t>19</a:t>
            </a:fld>
            <a:endParaRPr lang="en-US"/>
          </a:p>
        </p:txBody>
      </p:sp>
      <p:pic>
        <p:nvPicPr>
          <p:cNvPr id="4" name="Picture 6" descr="Faculty of Engineering Bar-Ilan University">
            <a:extLst>
              <a:ext uri="{FF2B5EF4-FFF2-40B4-BE49-F238E27FC236}">
                <a16:creationId xmlns:a16="http://schemas.microsoft.com/office/drawing/2014/main" id="{E4EC8B69-A62F-CB81-031F-2732F6480C76}"/>
              </a:ext>
            </a:extLst>
          </p:cNvPr>
          <p:cNvPicPr/>
          <p:nvPr/>
        </p:nvPicPr>
        <p:blipFill>
          <a:blip r:embed="rId2">
            <a:extLst>
              <a:ext uri="{28A0092B-C50C-407E-A947-70E740481C1C}">
                <a14:useLocalDpi xmlns:a14="http://schemas.microsoft.com/office/drawing/2010/main" val="0"/>
              </a:ext>
            </a:extLst>
          </a:blip>
          <a:stretch>
            <a:fillRect/>
          </a:stretch>
        </p:blipFill>
        <p:spPr bwMode="auto">
          <a:xfrm>
            <a:off x="91074" y="6367558"/>
            <a:ext cx="2023476" cy="55139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Table 5">
            <a:extLst>
              <a:ext uri="{FF2B5EF4-FFF2-40B4-BE49-F238E27FC236}">
                <a16:creationId xmlns:a16="http://schemas.microsoft.com/office/drawing/2014/main" id="{99503DAC-1301-453F-28EB-513B760CA271}"/>
              </a:ext>
            </a:extLst>
          </p:cNvPr>
          <p:cNvGraphicFramePr>
            <a:graphicFrameLocks noGrp="1"/>
          </p:cNvGraphicFramePr>
          <p:nvPr>
            <p:extLst>
              <p:ext uri="{D42A27DB-BD31-4B8C-83A1-F6EECF244321}">
                <p14:modId xmlns:p14="http://schemas.microsoft.com/office/powerpoint/2010/main" val="4072949944"/>
              </p:ext>
            </p:extLst>
          </p:nvPr>
        </p:nvGraphicFramePr>
        <p:xfrm>
          <a:off x="4230915" y="1264898"/>
          <a:ext cx="7777942" cy="4114800"/>
        </p:xfrm>
        <a:graphic>
          <a:graphicData uri="http://schemas.openxmlformats.org/drawingml/2006/table">
            <a:tbl>
              <a:tblPr firstRow="1" bandRow="1">
                <a:tableStyleId>{5C22544A-7EE6-4342-B048-85BDC9FD1C3A}</a:tableStyleId>
              </a:tblPr>
              <a:tblGrid>
                <a:gridCol w="1427359">
                  <a:extLst>
                    <a:ext uri="{9D8B030D-6E8A-4147-A177-3AD203B41FA5}">
                      <a16:colId xmlns:a16="http://schemas.microsoft.com/office/drawing/2014/main" val="1427042013"/>
                    </a:ext>
                  </a:extLst>
                </a:gridCol>
                <a:gridCol w="1092379">
                  <a:extLst>
                    <a:ext uri="{9D8B030D-6E8A-4147-A177-3AD203B41FA5}">
                      <a16:colId xmlns:a16="http://schemas.microsoft.com/office/drawing/2014/main" val="796449865"/>
                    </a:ext>
                  </a:extLst>
                </a:gridCol>
                <a:gridCol w="1048659">
                  <a:extLst>
                    <a:ext uri="{9D8B030D-6E8A-4147-A177-3AD203B41FA5}">
                      <a16:colId xmlns:a16="http://schemas.microsoft.com/office/drawing/2014/main" val="4218829301"/>
                    </a:ext>
                  </a:extLst>
                </a:gridCol>
                <a:gridCol w="1034253">
                  <a:extLst>
                    <a:ext uri="{9D8B030D-6E8A-4147-A177-3AD203B41FA5}">
                      <a16:colId xmlns:a16="http://schemas.microsoft.com/office/drawing/2014/main" val="4101390489"/>
                    </a:ext>
                  </a:extLst>
                </a:gridCol>
                <a:gridCol w="1034253">
                  <a:extLst>
                    <a:ext uri="{9D8B030D-6E8A-4147-A177-3AD203B41FA5}">
                      <a16:colId xmlns:a16="http://schemas.microsoft.com/office/drawing/2014/main" val="1991807712"/>
                    </a:ext>
                  </a:extLst>
                </a:gridCol>
                <a:gridCol w="1034253">
                  <a:extLst>
                    <a:ext uri="{9D8B030D-6E8A-4147-A177-3AD203B41FA5}">
                      <a16:colId xmlns:a16="http://schemas.microsoft.com/office/drawing/2014/main" val="1496241444"/>
                    </a:ext>
                  </a:extLst>
                </a:gridCol>
                <a:gridCol w="1106786">
                  <a:extLst>
                    <a:ext uri="{9D8B030D-6E8A-4147-A177-3AD203B41FA5}">
                      <a16:colId xmlns:a16="http://schemas.microsoft.com/office/drawing/2014/main" val="3143758247"/>
                    </a:ext>
                  </a:extLst>
                </a:gridCol>
              </a:tblGrid>
              <a:tr h="640174">
                <a:tc rowSpan="2">
                  <a:txBody>
                    <a:bodyPr/>
                    <a:lstStyle/>
                    <a:p>
                      <a:r>
                        <a:rPr lang="en-US" dirty="0"/>
                        <a:t>Source Detector Separation (SDS) </a:t>
                      </a:r>
                    </a:p>
                  </a:txBody>
                  <a:tcPr/>
                </a:tc>
                <a:tc rowSpan="2">
                  <a:txBody>
                    <a:bodyPr/>
                    <a:lstStyle/>
                    <a:p>
                      <a:r>
                        <a:rPr lang="en-US" dirty="0"/>
                        <a:t>Gated SCOS time gates</a:t>
                      </a:r>
                    </a:p>
                  </a:txBody>
                  <a:tcPr/>
                </a:tc>
                <a:tc gridSpan="2">
                  <a:txBody>
                    <a:bodyPr/>
                    <a:lstStyle/>
                    <a:p>
                      <a:r>
                        <a:rPr lang="en-US" dirty="0" err="1"/>
                        <a:t>iSCOS</a:t>
                      </a:r>
                      <a:endParaRPr lang="en-US" dirty="0"/>
                    </a:p>
                  </a:txBody>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PaLS-iSCOS</a:t>
                      </a:r>
                    </a:p>
                    <a:p>
                      <a:endParaRPr lang="en-US" dirty="0"/>
                    </a:p>
                  </a:txBody>
                  <a:tcPr/>
                </a:tc>
                <a:tc hMerge="1">
                  <a:txBody>
                    <a:bodyPr/>
                    <a:lstStyle/>
                    <a:p>
                      <a:endParaRPr lang="en-US" dirty="0"/>
                    </a:p>
                  </a:txBody>
                  <a:tcPr/>
                </a:tc>
                <a:tc rowSpan="2">
                  <a:txBody>
                    <a:bodyPr/>
                    <a:lstStyle/>
                    <a:p>
                      <a:r>
                        <a:rPr lang="en-US" dirty="0"/>
                        <a:t>Laser power Level</a:t>
                      </a:r>
                    </a:p>
                    <a:p>
                      <a:r>
                        <a:rPr lang="en-US" dirty="0"/>
                        <a:t>Gated SCOS</a:t>
                      </a:r>
                    </a:p>
                    <a:p>
                      <a:r>
                        <a:rPr lang="en-US" dirty="0"/>
                        <a:t>PaLS-iSCOS</a:t>
                      </a:r>
                    </a:p>
                  </a:txBody>
                  <a:tcPr/>
                </a:tc>
                <a:extLst>
                  <a:ext uri="{0D108BD9-81ED-4DB2-BD59-A6C34878D82A}">
                    <a16:rowId xmlns:a16="http://schemas.microsoft.com/office/drawing/2014/main" val="426664269"/>
                  </a:ext>
                </a:extLst>
              </a:tr>
              <a:tr h="1120304">
                <a:tc vMerge="1">
                  <a:txBody>
                    <a:bodyPr/>
                    <a:lstStyle/>
                    <a:p>
                      <a:endParaRPr lang="en-US"/>
                    </a:p>
                  </a:txBody>
                  <a:tcPr/>
                </a:tc>
                <a:tc vMerge="1">
                  <a:txBody>
                    <a:bodyPr/>
                    <a:lstStyle/>
                    <a:p>
                      <a:endParaRPr lang="en-US"/>
                    </a:p>
                  </a:txBody>
                  <a:tcPr/>
                </a:tc>
                <a:tc>
                  <a:txBody>
                    <a:bodyPr/>
                    <a:lstStyle/>
                    <a:p>
                      <a:r>
                        <a:rPr lang="en-US" dirty="0"/>
                        <a:t>Time gate</a:t>
                      </a:r>
                    </a:p>
                  </a:txBody>
                  <a:tcPr/>
                </a:tc>
                <a:tc>
                  <a:txBody>
                    <a:bodyPr/>
                    <a:lstStyle/>
                    <a:p>
                      <a:r>
                        <a:rPr lang="en-US" dirty="0"/>
                        <a:t>Coherence gate</a:t>
                      </a:r>
                    </a:p>
                  </a:txBody>
                  <a:tcPr/>
                </a:tc>
                <a:tc>
                  <a:txBody>
                    <a:bodyPr/>
                    <a:lstStyle/>
                    <a:p>
                      <a:r>
                        <a:rPr lang="en-US" dirty="0"/>
                        <a:t>Time gate</a:t>
                      </a:r>
                    </a:p>
                  </a:txBody>
                  <a:tcPr/>
                </a:tc>
                <a:tc>
                  <a:txBody>
                    <a:bodyPr/>
                    <a:lstStyle/>
                    <a:p>
                      <a:r>
                        <a:rPr lang="en-US" dirty="0"/>
                        <a:t>Coherence gate</a:t>
                      </a:r>
                    </a:p>
                  </a:txBody>
                  <a:tcPr/>
                </a:tc>
                <a:tc vMerge="1">
                  <a:txBody>
                    <a:bodyPr/>
                    <a:lstStyle/>
                    <a:p>
                      <a:endParaRPr lang="en-US"/>
                    </a:p>
                  </a:txBody>
                  <a:tcPr/>
                </a:tc>
                <a:extLst>
                  <a:ext uri="{0D108BD9-81ED-4DB2-BD59-A6C34878D82A}">
                    <a16:rowId xmlns:a16="http://schemas.microsoft.com/office/drawing/2014/main" val="2427038746"/>
                  </a:ext>
                </a:extLst>
              </a:tr>
              <a:tr h="649065">
                <a:tc>
                  <a:txBody>
                    <a:bodyPr/>
                    <a:lstStyle/>
                    <a:p>
                      <a:r>
                        <a:rPr lang="en-US" dirty="0"/>
                        <a:t>1cm</a:t>
                      </a:r>
                    </a:p>
                  </a:txBody>
                  <a:tcPr/>
                </a:tc>
                <a:tc>
                  <a:txBody>
                    <a:bodyPr/>
                    <a:lstStyle/>
                    <a:p>
                      <a:r>
                        <a:rPr lang="en-US" dirty="0"/>
                        <a:t>0ps, 250ps, 500ps, 750ps</a:t>
                      </a:r>
                    </a:p>
                  </a:txBody>
                  <a:tcPr/>
                </a:tc>
                <a:tc rowSpan="2">
                  <a:txBody>
                    <a:bodyPr/>
                    <a:lstStyle/>
                    <a:p>
                      <a:r>
                        <a:rPr lang="en-US" dirty="0"/>
                        <a:t>-300ps</a:t>
                      </a:r>
                    </a:p>
                  </a:txBody>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0ps, 250ps, 500ps</a:t>
                      </a:r>
                    </a:p>
                    <a:p>
                      <a:endParaRPr lang="en-US" dirty="0"/>
                    </a:p>
                  </a:txBody>
                  <a:tcPr/>
                </a:tc>
                <a:tc rowSpan="2">
                  <a:txBody>
                    <a:bodyPr/>
                    <a:lstStyle/>
                    <a:p>
                      <a:r>
                        <a:rPr lang="en-US" dirty="0"/>
                        <a:t>-200ps of the coherence gate</a:t>
                      </a:r>
                    </a:p>
                  </a:txBody>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0ps, 250ps, 500ps</a:t>
                      </a:r>
                    </a:p>
                  </a:txBody>
                  <a:tcPr/>
                </a:tc>
                <a:tc>
                  <a:txBody>
                    <a:bodyPr/>
                    <a:lstStyle/>
                    <a:p>
                      <a:r>
                        <a:rPr lang="en-US" dirty="0"/>
                        <a:t>35%</a:t>
                      </a:r>
                    </a:p>
                  </a:txBody>
                  <a:tcPr/>
                </a:tc>
                <a:extLst>
                  <a:ext uri="{0D108BD9-81ED-4DB2-BD59-A6C34878D82A}">
                    <a16:rowId xmlns:a16="http://schemas.microsoft.com/office/drawing/2014/main" val="2739556326"/>
                  </a:ext>
                </a:extLst>
              </a:tr>
              <a:tr h="649065">
                <a:tc>
                  <a:txBody>
                    <a:bodyPr/>
                    <a:lstStyle/>
                    <a:p>
                      <a:r>
                        <a:rPr lang="en-US" dirty="0"/>
                        <a:t>1.5cm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0ps, 250ps, 500ps</a:t>
                      </a:r>
                    </a:p>
                  </a:txBody>
                  <a:tcPr/>
                </a:tc>
                <a:tc vMerge="1">
                  <a:txBody>
                    <a:bodyPr/>
                    <a:lstStyle/>
                    <a:p>
                      <a:endParaRPr lang="en-US" dirty="0"/>
                    </a:p>
                  </a:txBody>
                  <a:tcPr/>
                </a:tc>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45%</a:t>
                      </a:r>
                    </a:p>
                  </a:txBody>
                  <a:tcPr/>
                </a:tc>
                <a:extLst>
                  <a:ext uri="{0D108BD9-81ED-4DB2-BD59-A6C34878D82A}">
                    <a16:rowId xmlns:a16="http://schemas.microsoft.com/office/drawing/2014/main" val="3631726220"/>
                  </a:ext>
                </a:extLst>
              </a:tr>
            </a:tbl>
          </a:graphicData>
        </a:graphic>
      </p:graphicFrame>
    </p:spTree>
    <p:extLst>
      <p:ext uri="{BB962C8B-B14F-4D97-AF65-F5344CB8AC3E}">
        <p14:creationId xmlns:p14="http://schemas.microsoft.com/office/powerpoint/2010/main" val="26407665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2D85DBA-8AF1-CF01-BD4A-2DBDC301908C}"/>
            </a:ext>
          </a:extLst>
        </p:cNvPr>
        <p:cNvGrpSpPr/>
        <p:nvPr/>
      </p:nvGrpSpPr>
      <p:grpSpPr>
        <a:xfrm>
          <a:off x="0" y="0"/>
          <a:ext cx="0" cy="0"/>
          <a:chOff x="0" y="0"/>
          <a:chExt cx="0" cy="0"/>
        </a:xfrm>
      </p:grpSpPr>
      <p:sp>
        <p:nvSpPr>
          <p:cNvPr id="99" name="כותרת 1">
            <a:extLst>
              <a:ext uri="{FF2B5EF4-FFF2-40B4-BE49-F238E27FC236}">
                <a16:creationId xmlns:a16="http://schemas.microsoft.com/office/drawing/2014/main" id="{E1235268-F5B3-C431-0DCF-CA56E42787C2}"/>
              </a:ext>
            </a:extLst>
          </p:cNvPr>
          <p:cNvSpPr>
            <a:spLocks noGrp="1"/>
          </p:cNvSpPr>
          <p:nvPr>
            <p:ph type="title"/>
          </p:nvPr>
        </p:nvSpPr>
        <p:spPr>
          <a:xfrm>
            <a:off x="439540" y="146050"/>
            <a:ext cx="3276597" cy="2286000"/>
          </a:xfrm>
        </p:spPr>
        <p:txBody>
          <a:bodyPr/>
          <a:lstStyle/>
          <a:p>
            <a:r>
              <a:rPr lang="en-US" dirty="0">
                <a:solidFill>
                  <a:schemeClr val="bg1"/>
                </a:solidFill>
              </a:rPr>
              <a:t>PaLS-iSCOS</a:t>
            </a:r>
            <a:br>
              <a:rPr lang="en-US" dirty="0">
                <a:solidFill>
                  <a:schemeClr val="bg1"/>
                </a:solidFill>
              </a:rPr>
            </a:br>
            <a:r>
              <a:rPr lang="en-US" dirty="0">
                <a:solidFill>
                  <a:schemeClr val="bg1"/>
                </a:solidFill>
              </a:rPr>
              <a:t>vs Gated SCOS</a:t>
            </a:r>
            <a:br>
              <a:rPr lang="en-US" dirty="0">
                <a:solidFill>
                  <a:schemeClr val="bg1"/>
                </a:solidFill>
              </a:rPr>
            </a:br>
            <a:r>
              <a:rPr lang="en-US" dirty="0">
                <a:solidFill>
                  <a:schemeClr val="bg1"/>
                </a:solidFill>
              </a:rPr>
              <a:t>Experiment Pipeline</a:t>
            </a:r>
            <a:endParaRPr lang="he-IL" dirty="0">
              <a:solidFill>
                <a:schemeClr val="bg1"/>
              </a:solidFill>
            </a:endParaRPr>
          </a:p>
        </p:txBody>
      </p:sp>
      <p:sp>
        <p:nvSpPr>
          <p:cNvPr id="118" name="מציין מיקום טקסט 3">
            <a:extLst>
              <a:ext uri="{FF2B5EF4-FFF2-40B4-BE49-F238E27FC236}">
                <a16:creationId xmlns:a16="http://schemas.microsoft.com/office/drawing/2014/main" id="{32C6BDDF-E6C5-239C-D081-E0E88A3714A4}"/>
              </a:ext>
            </a:extLst>
          </p:cNvPr>
          <p:cNvSpPr>
            <a:spLocks noGrp="1"/>
          </p:cNvSpPr>
          <p:nvPr>
            <p:ph type="body" sz="half" idx="2"/>
          </p:nvPr>
        </p:nvSpPr>
        <p:spPr>
          <a:xfrm>
            <a:off x="350059" y="2554817"/>
            <a:ext cx="3100447" cy="3379124"/>
          </a:xfrm>
        </p:spPr>
        <p:txBody>
          <a:bodyPr>
            <a:normAutofit/>
          </a:bodyPr>
          <a:lstStyle/>
          <a:p>
            <a:pPr algn="l" rtl="0"/>
            <a:r>
              <a:rPr lang="en-US" sz="2400" dirty="0">
                <a:solidFill>
                  <a:schemeClr val="bg1"/>
                </a:solidFill>
              </a:rPr>
              <a:t>Measurements and calculations were handled through a custom camera GUI </a:t>
            </a:r>
          </a:p>
        </p:txBody>
      </p:sp>
      <p:sp>
        <p:nvSpPr>
          <p:cNvPr id="3" name="Slide Number Placeholder 2">
            <a:extLst>
              <a:ext uri="{FF2B5EF4-FFF2-40B4-BE49-F238E27FC236}">
                <a16:creationId xmlns:a16="http://schemas.microsoft.com/office/drawing/2014/main" id="{76707315-972D-11C8-793B-ED7993ED02F1}"/>
              </a:ext>
            </a:extLst>
          </p:cNvPr>
          <p:cNvSpPr>
            <a:spLocks noGrp="1"/>
          </p:cNvSpPr>
          <p:nvPr>
            <p:ph type="sldNum" sz="quarter" idx="12"/>
          </p:nvPr>
        </p:nvSpPr>
        <p:spPr/>
        <p:txBody>
          <a:bodyPr/>
          <a:lstStyle/>
          <a:p>
            <a:fld id="{2D11AD2F-9457-44B3-A1A5-67FB697FC1E5}" type="slidenum">
              <a:rPr lang="en-US" smtClean="0"/>
              <a:t>20</a:t>
            </a:fld>
            <a:endParaRPr lang="en-US"/>
          </a:p>
        </p:txBody>
      </p:sp>
      <p:sp>
        <p:nvSpPr>
          <p:cNvPr id="100" name="מלבן 99">
            <a:extLst>
              <a:ext uri="{FF2B5EF4-FFF2-40B4-BE49-F238E27FC236}">
                <a16:creationId xmlns:a16="http://schemas.microsoft.com/office/drawing/2014/main" id="{D36FD1C5-A5F9-E07D-6C8B-E8B81C473EDC}"/>
              </a:ext>
            </a:extLst>
          </p:cNvPr>
          <p:cNvSpPr/>
          <p:nvPr/>
        </p:nvSpPr>
        <p:spPr>
          <a:xfrm>
            <a:off x="4533589" y="1700213"/>
            <a:ext cx="1580342" cy="9525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a:t>TPSF measurement</a:t>
            </a:r>
            <a:endParaRPr lang="he-IL"/>
          </a:p>
        </p:txBody>
      </p:sp>
      <p:sp>
        <p:nvSpPr>
          <p:cNvPr id="101" name="מלבן 100">
            <a:extLst>
              <a:ext uri="{FF2B5EF4-FFF2-40B4-BE49-F238E27FC236}">
                <a16:creationId xmlns:a16="http://schemas.microsoft.com/office/drawing/2014/main" id="{D090CC29-3037-C7B7-1929-FA30980587D5}"/>
              </a:ext>
            </a:extLst>
          </p:cNvPr>
          <p:cNvSpPr/>
          <p:nvPr/>
        </p:nvSpPr>
        <p:spPr>
          <a:xfrm>
            <a:off x="6311589" y="1700213"/>
            <a:ext cx="1580342" cy="95250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1" anchor="ctr"/>
          <a:lstStyle/>
          <a:p>
            <a:pPr algn="ctr"/>
            <a:r>
              <a:rPr lang="en-US" dirty="0"/>
              <a:t>Gated SCOS measurements</a:t>
            </a:r>
            <a:endParaRPr lang="he-IL" dirty="0"/>
          </a:p>
        </p:txBody>
      </p:sp>
      <p:sp>
        <p:nvSpPr>
          <p:cNvPr id="102" name="מלבן 101">
            <a:extLst>
              <a:ext uri="{FF2B5EF4-FFF2-40B4-BE49-F238E27FC236}">
                <a16:creationId xmlns:a16="http://schemas.microsoft.com/office/drawing/2014/main" id="{4085DF6C-DBD0-3BAA-C333-F43993E264DF}"/>
              </a:ext>
            </a:extLst>
          </p:cNvPr>
          <p:cNvSpPr/>
          <p:nvPr/>
        </p:nvSpPr>
        <p:spPr>
          <a:xfrm>
            <a:off x="8089589" y="1700213"/>
            <a:ext cx="1580342" cy="9525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1" anchor="ctr"/>
          <a:lstStyle/>
          <a:p>
            <a:pPr algn="ctr"/>
            <a:r>
              <a:rPr lang="en-US" sz="1700" dirty="0"/>
              <a:t>IRF measurement and adjustment</a:t>
            </a:r>
            <a:endParaRPr lang="he-IL" sz="1700" dirty="0"/>
          </a:p>
        </p:txBody>
      </p:sp>
      <p:sp>
        <p:nvSpPr>
          <p:cNvPr id="103" name="מלבן 102">
            <a:extLst>
              <a:ext uri="{FF2B5EF4-FFF2-40B4-BE49-F238E27FC236}">
                <a16:creationId xmlns:a16="http://schemas.microsoft.com/office/drawing/2014/main" id="{0C590E23-D39F-EDA2-D814-125DE0068FDC}"/>
              </a:ext>
            </a:extLst>
          </p:cNvPr>
          <p:cNvSpPr/>
          <p:nvPr/>
        </p:nvSpPr>
        <p:spPr>
          <a:xfrm>
            <a:off x="9836647" y="1700213"/>
            <a:ext cx="1580342" cy="95250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1" anchor="ctr"/>
          <a:lstStyle/>
          <a:p>
            <a:pPr algn="ctr"/>
            <a:r>
              <a:rPr lang="en-US"/>
              <a:t>PaLS-iSCOS measurement</a:t>
            </a:r>
            <a:endParaRPr lang="he-IL"/>
          </a:p>
        </p:txBody>
      </p:sp>
      <p:sp>
        <p:nvSpPr>
          <p:cNvPr id="104" name="מלבן 103">
            <a:extLst>
              <a:ext uri="{FF2B5EF4-FFF2-40B4-BE49-F238E27FC236}">
                <a16:creationId xmlns:a16="http://schemas.microsoft.com/office/drawing/2014/main" id="{7E9BAE62-FF71-F8BE-778B-FB291D5BCAA0}"/>
              </a:ext>
            </a:extLst>
          </p:cNvPr>
          <p:cNvSpPr/>
          <p:nvPr/>
        </p:nvSpPr>
        <p:spPr>
          <a:xfrm>
            <a:off x="4533589" y="3351213"/>
            <a:ext cx="1580342" cy="1136650"/>
          </a:xfrm>
          <a:prstGeom prst="rect">
            <a:avLst/>
          </a:prstGeom>
        </p:spPr>
        <p:style>
          <a:lnRef idx="1">
            <a:schemeClr val="accent1"/>
          </a:lnRef>
          <a:fillRef idx="2">
            <a:schemeClr val="accent1"/>
          </a:fillRef>
          <a:effectRef idx="1">
            <a:schemeClr val="accent1"/>
          </a:effectRef>
          <a:fontRef idx="minor">
            <a:schemeClr val="dk1"/>
          </a:fontRef>
        </p:style>
        <p:txBody>
          <a:bodyPr rtlCol="1" anchor="ctr"/>
          <a:lstStyle/>
          <a:p>
            <a:pPr algn="ctr"/>
            <a:r>
              <a:rPr lang="en-US" dirty="0"/>
              <a:t>Measure TPSF and extract the TPSF peak</a:t>
            </a:r>
            <a:endParaRPr lang="he-IL" dirty="0"/>
          </a:p>
        </p:txBody>
      </p:sp>
      <p:sp>
        <p:nvSpPr>
          <p:cNvPr id="105" name="מלבן 104">
            <a:extLst>
              <a:ext uri="{FF2B5EF4-FFF2-40B4-BE49-F238E27FC236}">
                <a16:creationId xmlns:a16="http://schemas.microsoft.com/office/drawing/2014/main" id="{164AB61D-49CB-71DB-21C9-7F7C539590E2}"/>
              </a:ext>
            </a:extLst>
          </p:cNvPr>
          <p:cNvSpPr/>
          <p:nvPr/>
        </p:nvSpPr>
        <p:spPr>
          <a:xfrm>
            <a:off x="6311589" y="3351212"/>
            <a:ext cx="1580342" cy="1136649"/>
          </a:xfrm>
          <a:prstGeom prst="rect">
            <a:avLst/>
          </a:prstGeom>
        </p:spPr>
        <p:style>
          <a:lnRef idx="1">
            <a:schemeClr val="accent3"/>
          </a:lnRef>
          <a:fillRef idx="2">
            <a:schemeClr val="accent3"/>
          </a:fillRef>
          <a:effectRef idx="1">
            <a:schemeClr val="accent3"/>
          </a:effectRef>
          <a:fontRef idx="minor">
            <a:schemeClr val="dk1"/>
          </a:fontRef>
        </p:style>
        <p:txBody>
          <a:bodyPr rtlCol="1" anchor="ctr"/>
          <a:lstStyle/>
          <a:p>
            <a:pPr algn="ctr"/>
            <a:r>
              <a:rPr lang="en-US"/>
              <a:t>Measure SCOS and subtract noise</a:t>
            </a:r>
            <a:endParaRPr lang="he-IL"/>
          </a:p>
        </p:txBody>
      </p:sp>
      <p:sp>
        <p:nvSpPr>
          <p:cNvPr id="107" name="מלבן 106">
            <a:extLst>
              <a:ext uri="{FF2B5EF4-FFF2-40B4-BE49-F238E27FC236}">
                <a16:creationId xmlns:a16="http://schemas.microsoft.com/office/drawing/2014/main" id="{DF4F5A18-111F-87C0-BAC3-B35A9CFBC9F4}"/>
              </a:ext>
            </a:extLst>
          </p:cNvPr>
          <p:cNvSpPr/>
          <p:nvPr/>
        </p:nvSpPr>
        <p:spPr>
          <a:xfrm>
            <a:off x="8089589" y="4487860"/>
            <a:ext cx="1580342" cy="1147763"/>
          </a:xfrm>
          <a:prstGeom prst="rect">
            <a:avLst/>
          </a:prstGeom>
        </p:spPr>
        <p:style>
          <a:lnRef idx="1">
            <a:schemeClr val="accent4"/>
          </a:lnRef>
          <a:fillRef idx="2">
            <a:schemeClr val="accent4"/>
          </a:fillRef>
          <a:effectRef idx="1">
            <a:schemeClr val="accent4"/>
          </a:effectRef>
          <a:fontRef idx="minor">
            <a:schemeClr val="dk1"/>
          </a:fontRef>
        </p:style>
        <p:txBody>
          <a:bodyPr rtlCol="1" anchor="ctr"/>
          <a:lstStyle/>
          <a:p>
            <a:pPr algn="ctr"/>
            <a:r>
              <a:rPr lang="en-US"/>
              <a:t>Calculate time difference between peaks</a:t>
            </a:r>
            <a:endParaRPr lang="he-IL"/>
          </a:p>
        </p:txBody>
      </p:sp>
      <p:sp>
        <p:nvSpPr>
          <p:cNvPr id="108" name="מלבן 107">
            <a:extLst>
              <a:ext uri="{FF2B5EF4-FFF2-40B4-BE49-F238E27FC236}">
                <a16:creationId xmlns:a16="http://schemas.microsoft.com/office/drawing/2014/main" id="{E024990D-D26E-E28F-A7CB-7B9A9AEC4446}"/>
              </a:ext>
            </a:extLst>
          </p:cNvPr>
          <p:cNvSpPr/>
          <p:nvPr/>
        </p:nvSpPr>
        <p:spPr>
          <a:xfrm>
            <a:off x="9836647" y="3351212"/>
            <a:ext cx="1580342" cy="1136647"/>
          </a:xfrm>
          <a:prstGeom prst="rect">
            <a:avLst/>
          </a:prstGeom>
        </p:spPr>
        <p:style>
          <a:lnRef idx="1">
            <a:schemeClr val="accent6"/>
          </a:lnRef>
          <a:fillRef idx="2">
            <a:schemeClr val="accent6"/>
          </a:fillRef>
          <a:effectRef idx="1">
            <a:schemeClr val="accent6"/>
          </a:effectRef>
          <a:fontRef idx="minor">
            <a:schemeClr val="dk1"/>
          </a:fontRef>
        </p:style>
        <p:txBody>
          <a:bodyPr rtlCol="1" anchor="ctr"/>
          <a:lstStyle/>
          <a:p>
            <a:pPr algn="ctr"/>
            <a:r>
              <a:rPr lang="en-US"/>
              <a:t>Measure SCOS and subtract noise</a:t>
            </a:r>
            <a:endParaRPr lang="he-IL"/>
          </a:p>
        </p:txBody>
      </p:sp>
      <p:sp>
        <p:nvSpPr>
          <p:cNvPr id="109" name="חץ: ימינה 108">
            <a:extLst>
              <a:ext uri="{FF2B5EF4-FFF2-40B4-BE49-F238E27FC236}">
                <a16:creationId xmlns:a16="http://schemas.microsoft.com/office/drawing/2014/main" id="{BB1EDADA-DBDD-7D35-F6F5-EA127517340A}"/>
              </a:ext>
            </a:extLst>
          </p:cNvPr>
          <p:cNvSpPr/>
          <p:nvPr/>
        </p:nvSpPr>
        <p:spPr>
          <a:xfrm>
            <a:off x="6144873" y="1991678"/>
            <a:ext cx="127808" cy="36957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10" name="חץ: ימינה 109">
            <a:extLst>
              <a:ext uri="{FF2B5EF4-FFF2-40B4-BE49-F238E27FC236}">
                <a16:creationId xmlns:a16="http://schemas.microsoft.com/office/drawing/2014/main" id="{4856CAE8-6F2B-94E8-B25D-08A75832D48C}"/>
              </a:ext>
            </a:extLst>
          </p:cNvPr>
          <p:cNvSpPr/>
          <p:nvPr/>
        </p:nvSpPr>
        <p:spPr>
          <a:xfrm>
            <a:off x="7922873" y="1991678"/>
            <a:ext cx="127808" cy="369570"/>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1" anchor="ctr"/>
          <a:lstStyle/>
          <a:p>
            <a:pPr algn="ctr"/>
            <a:endParaRPr lang="he-IL"/>
          </a:p>
        </p:txBody>
      </p:sp>
      <p:sp>
        <p:nvSpPr>
          <p:cNvPr id="111" name="חץ: ימינה 110">
            <a:extLst>
              <a:ext uri="{FF2B5EF4-FFF2-40B4-BE49-F238E27FC236}">
                <a16:creationId xmlns:a16="http://schemas.microsoft.com/office/drawing/2014/main" id="{FDD913EC-17AB-A2A7-C8FC-8FA73F77C64C}"/>
              </a:ext>
            </a:extLst>
          </p:cNvPr>
          <p:cNvSpPr/>
          <p:nvPr/>
        </p:nvSpPr>
        <p:spPr>
          <a:xfrm>
            <a:off x="9689385" y="1991678"/>
            <a:ext cx="127808" cy="369570"/>
          </a:xfrm>
          <a:prstGeom prst="rightArrow">
            <a:avLst/>
          </a:prstGeom>
        </p:spPr>
        <p:style>
          <a:lnRef idx="2">
            <a:schemeClr val="accent4">
              <a:shade val="15000"/>
            </a:schemeClr>
          </a:lnRef>
          <a:fillRef idx="1">
            <a:schemeClr val="accent4"/>
          </a:fillRef>
          <a:effectRef idx="0">
            <a:schemeClr val="accent4"/>
          </a:effectRef>
          <a:fontRef idx="minor">
            <a:schemeClr val="lt1"/>
          </a:fontRef>
        </p:style>
        <p:txBody>
          <a:bodyPr rtlCol="1" anchor="ctr"/>
          <a:lstStyle/>
          <a:p>
            <a:pPr algn="ctr"/>
            <a:endParaRPr lang="he-IL"/>
          </a:p>
        </p:txBody>
      </p:sp>
      <p:sp>
        <p:nvSpPr>
          <p:cNvPr id="112" name="מלבן 111">
            <a:extLst>
              <a:ext uri="{FF2B5EF4-FFF2-40B4-BE49-F238E27FC236}">
                <a16:creationId xmlns:a16="http://schemas.microsoft.com/office/drawing/2014/main" id="{0AF6A4EC-7F1F-1326-2F1F-6A9B79890FC2}"/>
              </a:ext>
            </a:extLst>
          </p:cNvPr>
          <p:cNvSpPr/>
          <p:nvPr/>
        </p:nvSpPr>
        <p:spPr>
          <a:xfrm>
            <a:off x="6311589" y="4492626"/>
            <a:ext cx="1580342" cy="1136648"/>
          </a:xfrm>
          <a:prstGeom prst="rect">
            <a:avLst/>
          </a:prstGeom>
        </p:spPr>
        <p:style>
          <a:lnRef idx="1">
            <a:schemeClr val="accent3"/>
          </a:lnRef>
          <a:fillRef idx="2">
            <a:schemeClr val="accent3"/>
          </a:fillRef>
          <a:effectRef idx="1">
            <a:schemeClr val="accent3"/>
          </a:effectRef>
          <a:fontRef idx="minor">
            <a:schemeClr val="dk1"/>
          </a:fontRef>
        </p:style>
        <p:txBody>
          <a:bodyPr rtlCol="1" anchor="ctr"/>
          <a:lstStyle/>
          <a:p>
            <a:pPr algn="ctr"/>
            <a:r>
              <a:rPr lang="en-US"/>
              <a:t>Sweep around the TPSF peak for different gates</a:t>
            </a:r>
            <a:endParaRPr lang="he-IL"/>
          </a:p>
        </p:txBody>
      </p:sp>
      <p:cxnSp>
        <p:nvCxnSpPr>
          <p:cNvPr id="114" name="מחבר חץ ישר 113">
            <a:extLst>
              <a:ext uri="{FF2B5EF4-FFF2-40B4-BE49-F238E27FC236}">
                <a16:creationId xmlns:a16="http://schemas.microsoft.com/office/drawing/2014/main" id="{FD5D1B1B-B077-94C4-D862-018676A07059}"/>
              </a:ext>
            </a:extLst>
          </p:cNvPr>
          <p:cNvCxnSpPr>
            <a:cxnSpLocks/>
            <a:stCxn id="100" idx="2"/>
            <a:endCxn id="104" idx="0"/>
          </p:cNvCxnSpPr>
          <p:nvPr/>
        </p:nvCxnSpPr>
        <p:spPr>
          <a:xfrm>
            <a:off x="5323760" y="2652713"/>
            <a:ext cx="0" cy="6985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5" name="מחבר חץ ישר 114">
            <a:extLst>
              <a:ext uri="{FF2B5EF4-FFF2-40B4-BE49-F238E27FC236}">
                <a16:creationId xmlns:a16="http://schemas.microsoft.com/office/drawing/2014/main" id="{3A483AA4-0A86-599B-F9FC-88810F2C9968}"/>
              </a:ext>
            </a:extLst>
          </p:cNvPr>
          <p:cNvCxnSpPr>
            <a:cxnSpLocks/>
            <a:stCxn id="101" idx="2"/>
            <a:endCxn id="105" idx="0"/>
          </p:cNvCxnSpPr>
          <p:nvPr/>
        </p:nvCxnSpPr>
        <p:spPr>
          <a:xfrm>
            <a:off x="7101760" y="2652713"/>
            <a:ext cx="0" cy="69849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6" name="מחבר חץ ישר 115">
            <a:extLst>
              <a:ext uri="{FF2B5EF4-FFF2-40B4-BE49-F238E27FC236}">
                <a16:creationId xmlns:a16="http://schemas.microsoft.com/office/drawing/2014/main" id="{F5333E85-EC61-D7D5-DDCB-2161EFBD912A}"/>
              </a:ext>
            </a:extLst>
          </p:cNvPr>
          <p:cNvCxnSpPr>
            <a:cxnSpLocks/>
            <a:stCxn id="102" idx="2"/>
            <a:endCxn id="5" idx="0"/>
          </p:cNvCxnSpPr>
          <p:nvPr/>
        </p:nvCxnSpPr>
        <p:spPr>
          <a:xfrm>
            <a:off x="8879760" y="2652713"/>
            <a:ext cx="0" cy="69479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7" name="מחבר חץ ישר 116">
            <a:extLst>
              <a:ext uri="{FF2B5EF4-FFF2-40B4-BE49-F238E27FC236}">
                <a16:creationId xmlns:a16="http://schemas.microsoft.com/office/drawing/2014/main" id="{64AE5DC6-1A07-6AF0-8F74-61E7299B32EF}"/>
              </a:ext>
            </a:extLst>
          </p:cNvPr>
          <p:cNvCxnSpPr>
            <a:cxnSpLocks/>
            <a:stCxn id="103" idx="2"/>
            <a:endCxn id="108" idx="0"/>
          </p:cNvCxnSpPr>
          <p:nvPr/>
        </p:nvCxnSpPr>
        <p:spPr>
          <a:xfrm>
            <a:off x="10626818" y="2652713"/>
            <a:ext cx="0" cy="69849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 name="מלבן 106">
            <a:extLst>
              <a:ext uri="{FF2B5EF4-FFF2-40B4-BE49-F238E27FC236}">
                <a16:creationId xmlns:a16="http://schemas.microsoft.com/office/drawing/2014/main" id="{BDA6A266-1AFD-6D89-030E-DFCAE258B070}"/>
              </a:ext>
            </a:extLst>
          </p:cNvPr>
          <p:cNvSpPr/>
          <p:nvPr/>
        </p:nvSpPr>
        <p:spPr>
          <a:xfrm>
            <a:off x="8089589" y="3347509"/>
            <a:ext cx="1580342" cy="1147762"/>
          </a:xfrm>
          <a:prstGeom prst="rect">
            <a:avLst/>
          </a:prstGeom>
        </p:spPr>
        <p:style>
          <a:lnRef idx="1">
            <a:schemeClr val="accent4"/>
          </a:lnRef>
          <a:fillRef idx="2">
            <a:schemeClr val="accent4"/>
          </a:fillRef>
          <a:effectRef idx="1">
            <a:schemeClr val="accent4"/>
          </a:effectRef>
          <a:fontRef idx="minor">
            <a:schemeClr val="dk1"/>
          </a:fontRef>
        </p:style>
        <p:txBody>
          <a:bodyPr rtlCol="1" anchor="ctr"/>
          <a:lstStyle/>
          <a:p>
            <a:pPr algn="ctr"/>
            <a:r>
              <a:rPr lang="en-US"/>
              <a:t>Measure IRF and extract the IRF peak</a:t>
            </a:r>
            <a:endParaRPr lang="he-IL"/>
          </a:p>
        </p:txBody>
      </p:sp>
      <p:sp>
        <p:nvSpPr>
          <p:cNvPr id="14" name="Arrow: Curved Down 13">
            <a:extLst>
              <a:ext uri="{FF2B5EF4-FFF2-40B4-BE49-F238E27FC236}">
                <a16:creationId xmlns:a16="http://schemas.microsoft.com/office/drawing/2014/main" id="{007C1C71-E9C0-87C8-840B-83AF8EE8AB0C}"/>
              </a:ext>
            </a:extLst>
          </p:cNvPr>
          <p:cNvSpPr/>
          <p:nvPr/>
        </p:nvSpPr>
        <p:spPr>
          <a:xfrm flipH="1">
            <a:off x="9081730" y="1168400"/>
            <a:ext cx="1343118" cy="428626"/>
          </a:xfrm>
          <a:prstGeom prst="curvedDownArrow">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solidFill>
                <a:schemeClr val="tx1"/>
              </a:solidFill>
            </a:endParaRPr>
          </a:p>
        </p:txBody>
      </p:sp>
      <p:sp>
        <p:nvSpPr>
          <p:cNvPr id="55" name="TextBox 54">
            <a:extLst>
              <a:ext uri="{FF2B5EF4-FFF2-40B4-BE49-F238E27FC236}">
                <a16:creationId xmlns:a16="http://schemas.microsoft.com/office/drawing/2014/main" id="{69D95B36-8FB8-05A0-46E9-105D52E7CC5C}"/>
              </a:ext>
            </a:extLst>
          </p:cNvPr>
          <p:cNvSpPr txBox="1"/>
          <p:nvPr/>
        </p:nvSpPr>
        <p:spPr>
          <a:xfrm>
            <a:off x="8567807" y="545306"/>
            <a:ext cx="2443116" cy="646331"/>
          </a:xfrm>
          <a:prstGeom prst="rect">
            <a:avLst/>
          </a:prstGeom>
          <a:noFill/>
        </p:spPr>
        <p:txBody>
          <a:bodyPr wrap="square" rtlCol="0">
            <a:spAutoFit/>
          </a:bodyPr>
          <a:lstStyle/>
          <a:p>
            <a:pPr algn="ctr"/>
            <a:r>
              <a:rPr lang="en-US" dirty="0"/>
              <a:t>Repeat for different pathlengths</a:t>
            </a:r>
          </a:p>
        </p:txBody>
      </p:sp>
      <p:pic>
        <p:nvPicPr>
          <p:cNvPr id="4" name="Picture 6" descr="Faculty of Engineering Bar-Ilan University">
            <a:extLst>
              <a:ext uri="{FF2B5EF4-FFF2-40B4-BE49-F238E27FC236}">
                <a16:creationId xmlns:a16="http://schemas.microsoft.com/office/drawing/2014/main" id="{2F9BEE66-DBF8-F83A-4F04-BAEED8E234B5}"/>
              </a:ext>
            </a:extLst>
          </p:cNvPr>
          <p:cNvPicPr/>
          <p:nvPr/>
        </p:nvPicPr>
        <p:blipFill>
          <a:blip r:embed="rId2">
            <a:extLst>
              <a:ext uri="{28A0092B-C50C-407E-A947-70E740481C1C}">
                <a14:useLocalDpi xmlns:a14="http://schemas.microsoft.com/office/drawing/2010/main" val="0"/>
              </a:ext>
            </a:extLst>
          </a:blip>
          <a:stretch>
            <a:fillRect/>
          </a:stretch>
        </p:blipFill>
        <p:spPr bwMode="auto">
          <a:xfrm>
            <a:off x="91074" y="6367558"/>
            <a:ext cx="2023476" cy="5513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1347190"/>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1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1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0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1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0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1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0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1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animBg="1"/>
      <p:bldP spid="101" grpId="0" animBg="1"/>
      <p:bldP spid="102" grpId="0" animBg="1"/>
      <p:bldP spid="103" grpId="0" animBg="1"/>
      <p:bldP spid="104" grpId="0" animBg="1"/>
      <p:bldP spid="105" grpId="0" animBg="1"/>
      <p:bldP spid="107" grpId="0" animBg="1"/>
      <p:bldP spid="108" grpId="0" animBg="1"/>
      <p:bldP spid="109" grpId="0" animBg="1"/>
      <p:bldP spid="110" grpId="0" animBg="1"/>
      <p:bldP spid="111" grpId="0" animBg="1"/>
      <p:bldP spid="112" grpId="0" animBg="1"/>
      <p:bldP spid="5" grpId="0" animBg="1"/>
      <p:bldP spid="14" grpId="0" animBg="1"/>
      <p:bldP spid="55"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CFC9789-57F4-4B9C-ABAA-6F7C8BADCA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9B54F538-07DE-4652-B506-5D16E3EBBB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8" name="Straight Connector 17">
            <a:extLst>
              <a:ext uri="{FF2B5EF4-FFF2-40B4-BE49-F238E27FC236}">
                <a16:creationId xmlns:a16="http://schemas.microsoft.com/office/drawing/2014/main" id="{03D56195-A6AC-4958-8B87-F7D009353EB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BB57DD86-6833-245E-9F3A-8AFF2FBAD31D}"/>
              </a:ext>
            </a:extLst>
          </p:cNvPr>
          <p:cNvSpPr>
            <a:spLocks noGrp="1"/>
          </p:cNvSpPr>
          <p:nvPr>
            <p:ph type="sldNum" sz="quarter" idx="12"/>
          </p:nvPr>
        </p:nvSpPr>
        <p:spPr>
          <a:xfrm>
            <a:off x="9900458" y="6459785"/>
            <a:ext cx="1312025" cy="365125"/>
          </a:xfrm>
        </p:spPr>
        <p:txBody>
          <a:bodyPr vert="horz" lIns="91440" tIns="45720" rIns="91440" bIns="45720" rtlCol="0" anchor="ctr">
            <a:normAutofit/>
          </a:bodyPr>
          <a:lstStyle/>
          <a:p>
            <a:pPr defTabSz="914400">
              <a:spcAft>
                <a:spcPts val="600"/>
              </a:spcAft>
            </a:pPr>
            <a:fld id="{2D11AD2F-9457-44B3-A1A5-67FB697FC1E5}" type="slidenum">
              <a:rPr lang="en-US" smtClean="0"/>
              <a:pPr defTabSz="914400">
                <a:spcAft>
                  <a:spcPts val="600"/>
                </a:spcAft>
              </a:pPr>
              <a:t>21</a:t>
            </a:fld>
            <a:endParaRPr lang="en-US"/>
          </a:p>
        </p:txBody>
      </p:sp>
      <p:sp>
        <p:nvSpPr>
          <p:cNvPr id="10" name="מציין מיקום טקסט 3">
            <a:extLst>
              <a:ext uri="{FF2B5EF4-FFF2-40B4-BE49-F238E27FC236}">
                <a16:creationId xmlns:a16="http://schemas.microsoft.com/office/drawing/2014/main" id="{8FD81484-7D6C-677E-ED7D-539E46895334}"/>
              </a:ext>
            </a:extLst>
          </p:cNvPr>
          <p:cNvSpPr txBox="1">
            <a:spLocks/>
          </p:cNvSpPr>
          <p:nvPr/>
        </p:nvSpPr>
        <p:spPr>
          <a:xfrm>
            <a:off x="4565072" y="5071665"/>
            <a:ext cx="7467272" cy="1388120"/>
          </a:xfrm>
          <a:prstGeom prst="rect">
            <a:avLst/>
          </a:prstGeom>
        </p:spPr>
        <p:txBody>
          <a:bodyPr vert="horz" lIns="91440" tIns="0" rIns="91440" bIns="0" rtlCol="0">
            <a:normAutofit/>
          </a:bodyPr>
          <a:lstStyle>
            <a:lvl1pPr marL="0" indent="0" algn="l" defTabSz="914400" rtl="0" eaLnBrk="1" latinLnBrk="0" hangingPunct="1">
              <a:lnSpc>
                <a:spcPct val="90000"/>
              </a:lnSpc>
              <a:spcBef>
                <a:spcPts val="0"/>
              </a:spcBef>
              <a:spcAft>
                <a:spcPts val="600"/>
              </a:spcAft>
              <a:buClr>
                <a:schemeClr val="accent1"/>
              </a:buClr>
              <a:buSzPct val="100000"/>
              <a:buFont typeface="Calibri" panose="020F0502020204030204" pitchFamily="34" charset="0"/>
              <a:buNone/>
              <a:defRPr sz="1500" kern="1200">
                <a:solidFill>
                  <a:srgbClr val="FFFFFF"/>
                </a:solidFill>
                <a:latin typeface="+mn-lt"/>
                <a:ea typeface="+mn-ea"/>
                <a:cs typeface="+mn-cs"/>
              </a:defRPr>
            </a:lvl1pPr>
            <a:lvl2pPr marL="457200" indent="0" algn="l" defTabSz="914400" rtl="0" eaLnBrk="1" latinLnBrk="0" hangingPunct="1">
              <a:lnSpc>
                <a:spcPct val="90000"/>
              </a:lnSpc>
              <a:spcBef>
                <a:spcPts val="200"/>
              </a:spcBef>
              <a:spcAft>
                <a:spcPts val="400"/>
              </a:spcAft>
              <a:buClr>
                <a:schemeClr val="accent1"/>
              </a:buClr>
              <a:buFont typeface="Calibri" pitchFamily="34" charset="0"/>
              <a:buNone/>
              <a:defRPr sz="1200" kern="1200">
                <a:solidFill>
                  <a:schemeClr val="tx1">
                    <a:lumMod val="75000"/>
                    <a:lumOff val="25000"/>
                  </a:schemeClr>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Calibri" pitchFamily="34" charset="0"/>
              <a:buNone/>
              <a:defRPr sz="1000" kern="1200">
                <a:solidFill>
                  <a:schemeClr val="tx1">
                    <a:lumMod val="75000"/>
                    <a:lumOff val="25000"/>
                  </a:schemeClr>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Calibri" pitchFamily="34" charset="0"/>
              <a:buNone/>
              <a:defRPr sz="900" kern="1200">
                <a:solidFill>
                  <a:schemeClr val="tx1">
                    <a:lumMod val="75000"/>
                    <a:lumOff val="25000"/>
                  </a:schemeClr>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Calibri" pitchFamily="34" charset="0"/>
              <a:buNone/>
              <a:defRPr sz="900" kern="1200">
                <a:solidFill>
                  <a:schemeClr val="tx1">
                    <a:lumMod val="75000"/>
                    <a:lumOff val="25000"/>
                  </a:schemeClr>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Calibri" pitchFamily="34" charset="0"/>
              <a:buNone/>
              <a:defRPr sz="900" kern="1200">
                <a:solidFill>
                  <a:schemeClr val="tx1">
                    <a:lumMod val="75000"/>
                    <a:lumOff val="25000"/>
                  </a:schemeClr>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Calibri" pitchFamily="34" charset="0"/>
              <a:buNone/>
              <a:defRPr sz="900" kern="1200">
                <a:solidFill>
                  <a:schemeClr val="tx1">
                    <a:lumMod val="75000"/>
                    <a:lumOff val="25000"/>
                  </a:schemeClr>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Calibri" pitchFamily="34" charset="0"/>
              <a:buNone/>
              <a:defRPr sz="900" kern="1200">
                <a:solidFill>
                  <a:schemeClr val="tx1">
                    <a:lumMod val="75000"/>
                    <a:lumOff val="25000"/>
                  </a:schemeClr>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Calibri" pitchFamily="34" charset="0"/>
              <a:buNone/>
              <a:defRPr sz="900" kern="1200">
                <a:solidFill>
                  <a:schemeClr val="tx1">
                    <a:lumMod val="75000"/>
                    <a:lumOff val="25000"/>
                  </a:schemeClr>
                </a:solidFill>
                <a:latin typeface="+mn-lt"/>
                <a:ea typeface="+mn-ea"/>
                <a:cs typeface="+mn-cs"/>
              </a:defRPr>
            </a:lvl9pPr>
          </a:lstStyle>
          <a:p>
            <a:r>
              <a:rPr lang="en-US" sz="2400" dirty="0"/>
              <a:t>Automatic communication with camera and image taking</a:t>
            </a:r>
          </a:p>
          <a:p>
            <a:r>
              <a:rPr lang="en-US" sz="2400" dirty="0"/>
              <a:t>Automatic noise and deconvolution calculation </a:t>
            </a:r>
          </a:p>
          <a:p>
            <a:r>
              <a:rPr lang="en-US" sz="2400" dirty="0"/>
              <a:t>TPSF\IRF, SCOS, and Live intensity windows</a:t>
            </a:r>
          </a:p>
          <a:p>
            <a:endParaRPr lang="he-IL" sz="2400" dirty="0"/>
          </a:p>
        </p:txBody>
      </p:sp>
      <p:sp>
        <p:nvSpPr>
          <p:cNvPr id="11" name="כותרת 1">
            <a:extLst>
              <a:ext uri="{FF2B5EF4-FFF2-40B4-BE49-F238E27FC236}">
                <a16:creationId xmlns:a16="http://schemas.microsoft.com/office/drawing/2014/main" id="{598A15C3-1BCE-869E-AAA6-5F13DC3B1FD8}"/>
              </a:ext>
            </a:extLst>
          </p:cNvPr>
          <p:cNvSpPr txBox="1">
            <a:spLocks/>
          </p:cNvSpPr>
          <p:nvPr/>
        </p:nvSpPr>
        <p:spPr>
          <a:xfrm>
            <a:off x="609600" y="4293996"/>
            <a:ext cx="3200400" cy="1592250"/>
          </a:xfrm>
          <a:prstGeom prst="rect">
            <a:avLst/>
          </a:prstGeom>
        </p:spPr>
        <p:txBody>
          <a:bodyPr vert="horz" lIns="91440" tIns="0" rIns="91440" bIns="0" rtlCol="0" anchor="b">
            <a:noAutofit/>
          </a:bodyPr>
          <a:lstStyle>
            <a:lvl1pPr algn="l" defTabSz="914400" rtl="0" eaLnBrk="1" latinLnBrk="0" hangingPunct="1">
              <a:lnSpc>
                <a:spcPct val="85000"/>
              </a:lnSpc>
              <a:spcBef>
                <a:spcPct val="0"/>
              </a:spcBef>
              <a:buNone/>
              <a:defRPr sz="3600" b="0" kern="1200" spc="-50" baseline="0">
                <a:solidFill>
                  <a:srgbClr val="FFFFFF"/>
                </a:solidFill>
                <a:latin typeface="+mj-lt"/>
                <a:ea typeface="+mj-ea"/>
                <a:cs typeface="+mj-cs"/>
              </a:defRPr>
            </a:lvl1pPr>
          </a:lstStyle>
          <a:p>
            <a:r>
              <a:rPr lang="en-US"/>
              <a:t>GUI Build</a:t>
            </a:r>
            <a:endParaRPr lang="he-IL" dirty="0"/>
          </a:p>
        </p:txBody>
      </p:sp>
      <p:pic>
        <p:nvPicPr>
          <p:cNvPr id="13" name="Picture 12">
            <a:extLst>
              <a:ext uri="{FF2B5EF4-FFF2-40B4-BE49-F238E27FC236}">
                <a16:creationId xmlns:a16="http://schemas.microsoft.com/office/drawing/2014/main" id="{513025B7-32AB-B97F-6AC0-06052771B2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71212" y="2506142"/>
            <a:ext cx="3719945" cy="2186986"/>
          </a:xfrm>
          <a:prstGeom prst="rect">
            <a:avLst/>
          </a:prstGeom>
        </p:spPr>
      </p:pic>
      <p:pic>
        <p:nvPicPr>
          <p:cNvPr id="17" name="Picture 16">
            <a:extLst>
              <a:ext uri="{FF2B5EF4-FFF2-40B4-BE49-F238E27FC236}">
                <a16:creationId xmlns:a16="http://schemas.microsoft.com/office/drawing/2014/main" id="{AA56D721-7D2B-1380-862C-1BC54F9353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9547" y="176935"/>
            <a:ext cx="3719945" cy="2180747"/>
          </a:xfrm>
          <a:prstGeom prst="rect">
            <a:avLst/>
          </a:prstGeom>
        </p:spPr>
      </p:pic>
      <p:pic>
        <p:nvPicPr>
          <p:cNvPr id="20" name="Picture 19">
            <a:extLst>
              <a:ext uri="{FF2B5EF4-FFF2-40B4-BE49-F238E27FC236}">
                <a16:creationId xmlns:a16="http://schemas.microsoft.com/office/drawing/2014/main" id="{8153384A-D306-3CC8-E4B4-A8A5E085F66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71212" y="176935"/>
            <a:ext cx="3719945" cy="2189571"/>
          </a:xfrm>
          <a:prstGeom prst="rect">
            <a:avLst/>
          </a:prstGeom>
        </p:spPr>
      </p:pic>
      <p:pic>
        <p:nvPicPr>
          <p:cNvPr id="22" name="Picture 21">
            <a:extLst>
              <a:ext uri="{FF2B5EF4-FFF2-40B4-BE49-F238E27FC236}">
                <a16:creationId xmlns:a16="http://schemas.microsoft.com/office/drawing/2014/main" id="{6C19AEB8-0BDF-CDE5-2E3A-A5A93B7E93C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19547" y="2506142"/>
            <a:ext cx="3719945" cy="2181817"/>
          </a:xfrm>
          <a:prstGeom prst="rect">
            <a:avLst/>
          </a:prstGeom>
        </p:spPr>
      </p:pic>
      <p:sp>
        <p:nvSpPr>
          <p:cNvPr id="23" name="מלבן 99">
            <a:extLst>
              <a:ext uri="{FF2B5EF4-FFF2-40B4-BE49-F238E27FC236}">
                <a16:creationId xmlns:a16="http://schemas.microsoft.com/office/drawing/2014/main" id="{D6CA627C-5562-A0EA-77B0-12AB44FA551E}"/>
              </a:ext>
            </a:extLst>
          </p:cNvPr>
          <p:cNvSpPr/>
          <p:nvPr/>
        </p:nvSpPr>
        <p:spPr>
          <a:xfrm>
            <a:off x="4305040" y="3120800"/>
            <a:ext cx="1580342" cy="95250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1" anchor="ctr"/>
          <a:lstStyle/>
          <a:p>
            <a:pPr algn="ctr"/>
            <a:r>
              <a:rPr lang="en-US" dirty="0"/>
              <a:t>TPSF view</a:t>
            </a:r>
            <a:endParaRPr lang="he-IL" dirty="0"/>
          </a:p>
        </p:txBody>
      </p:sp>
      <p:sp>
        <p:nvSpPr>
          <p:cNvPr id="25" name="מלבן 99">
            <a:extLst>
              <a:ext uri="{FF2B5EF4-FFF2-40B4-BE49-F238E27FC236}">
                <a16:creationId xmlns:a16="http://schemas.microsoft.com/office/drawing/2014/main" id="{DD9B83D0-DD48-BC4A-5BDB-AB39F2A5A6A8}"/>
              </a:ext>
            </a:extLst>
          </p:cNvPr>
          <p:cNvSpPr/>
          <p:nvPr/>
        </p:nvSpPr>
        <p:spPr>
          <a:xfrm>
            <a:off x="6306620" y="3120800"/>
            <a:ext cx="1580342" cy="9525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1" anchor="ctr"/>
          <a:lstStyle/>
          <a:p>
            <a:pPr algn="ctr"/>
            <a:r>
              <a:rPr lang="en-US" dirty="0"/>
              <a:t>IRF view</a:t>
            </a:r>
            <a:endParaRPr lang="he-IL" dirty="0"/>
          </a:p>
        </p:txBody>
      </p:sp>
      <p:sp>
        <p:nvSpPr>
          <p:cNvPr id="26" name="מלבן 99">
            <a:extLst>
              <a:ext uri="{FF2B5EF4-FFF2-40B4-BE49-F238E27FC236}">
                <a16:creationId xmlns:a16="http://schemas.microsoft.com/office/drawing/2014/main" id="{E65C4EF0-0D5D-A9E4-9E05-0908FD0B94BE}"/>
              </a:ext>
            </a:extLst>
          </p:cNvPr>
          <p:cNvSpPr/>
          <p:nvPr/>
        </p:nvSpPr>
        <p:spPr>
          <a:xfrm>
            <a:off x="4305040" y="797883"/>
            <a:ext cx="1580342" cy="9525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Live view</a:t>
            </a:r>
            <a:endParaRPr lang="he-IL" dirty="0"/>
          </a:p>
        </p:txBody>
      </p:sp>
      <p:sp>
        <p:nvSpPr>
          <p:cNvPr id="27" name="מלבן 99">
            <a:extLst>
              <a:ext uri="{FF2B5EF4-FFF2-40B4-BE49-F238E27FC236}">
                <a16:creationId xmlns:a16="http://schemas.microsoft.com/office/drawing/2014/main" id="{04DD3B4D-5725-2DD3-1815-CA4A8783085B}"/>
              </a:ext>
            </a:extLst>
          </p:cNvPr>
          <p:cNvSpPr/>
          <p:nvPr/>
        </p:nvSpPr>
        <p:spPr>
          <a:xfrm>
            <a:off x="6306620" y="815721"/>
            <a:ext cx="1580342" cy="95250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1" anchor="ctr"/>
          <a:lstStyle/>
          <a:p>
            <a:pPr algn="ctr"/>
            <a:r>
              <a:rPr lang="en-US" dirty="0"/>
              <a:t>SCOS view</a:t>
            </a:r>
            <a:endParaRPr lang="he-IL" dirty="0"/>
          </a:p>
        </p:txBody>
      </p:sp>
      <p:cxnSp>
        <p:nvCxnSpPr>
          <p:cNvPr id="41" name="Straight Arrow Connector 40">
            <a:extLst>
              <a:ext uri="{FF2B5EF4-FFF2-40B4-BE49-F238E27FC236}">
                <a16:creationId xmlns:a16="http://schemas.microsoft.com/office/drawing/2014/main" id="{8F962402-5DA3-6A16-FE67-466E26BF7636}"/>
              </a:ext>
            </a:extLst>
          </p:cNvPr>
          <p:cNvCxnSpPr>
            <a:cxnSpLocks/>
          </p:cNvCxnSpPr>
          <p:nvPr/>
        </p:nvCxnSpPr>
        <p:spPr>
          <a:xfrm flipV="1">
            <a:off x="7096791" y="1858297"/>
            <a:ext cx="0" cy="1138575"/>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44" name="Straight Arrow Connector 43">
            <a:extLst>
              <a:ext uri="{FF2B5EF4-FFF2-40B4-BE49-F238E27FC236}">
                <a16:creationId xmlns:a16="http://schemas.microsoft.com/office/drawing/2014/main" id="{C829860B-57D3-7ADD-BE38-123C356207EA}"/>
              </a:ext>
            </a:extLst>
          </p:cNvPr>
          <p:cNvCxnSpPr>
            <a:cxnSpLocks/>
          </p:cNvCxnSpPr>
          <p:nvPr/>
        </p:nvCxnSpPr>
        <p:spPr>
          <a:xfrm flipH="1">
            <a:off x="5244526" y="1858297"/>
            <a:ext cx="1645920" cy="1138575"/>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54" name="Straight Arrow Connector 53">
            <a:extLst>
              <a:ext uri="{FF2B5EF4-FFF2-40B4-BE49-F238E27FC236}">
                <a16:creationId xmlns:a16="http://schemas.microsoft.com/office/drawing/2014/main" id="{F733243B-467A-89D1-689B-3D478E016513}"/>
              </a:ext>
            </a:extLst>
          </p:cNvPr>
          <p:cNvCxnSpPr/>
          <p:nvPr/>
        </p:nvCxnSpPr>
        <p:spPr>
          <a:xfrm flipH="1">
            <a:off x="5960315" y="1309657"/>
            <a:ext cx="26547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7893964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0" name="Rectangle 79">
            <a:extLst>
              <a:ext uri="{FF2B5EF4-FFF2-40B4-BE49-F238E27FC236}">
                <a16:creationId xmlns:a16="http://schemas.microsoft.com/office/drawing/2014/main" id="{9F5E263C-FB7E-4A3E-AD04-5140CD3D1D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82" name="Rectangle 81">
            <a:extLst>
              <a:ext uri="{FF2B5EF4-FFF2-40B4-BE49-F238E27FC236}">
                <a16:creationId xmlns:a16="http://schemas.microsoft.com/office/drawing/2014/main" id="{9E65ED8C-90F7-4EB0-ACCB-64AEF411E8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9998060C-258F-B1E7-96A0-0967B124C31E}"/>
              </a:ext>
            </a:extLst>
          </p:cNvPr>
          <p:cNvSpPr>
            <a:spLocks noGrp="1"/>
          </p:cNvSpPr>
          <p:nvPr>
            <p:ph type="title"/>
          </p:nvPr>
        </p:nvSpPr>
        <p:spPr>
          <a:xfrm>
            <a:off x="492370" y="516835"/>
            <a:ext cx="3084844" cy="5772840"/>
          </a:xfrm>
        </p:spPr>
        <p:txBody>
          <a:bodyPr anchor="ctr">
            <a:normAutofit/>
          </a:bodyPr>
          <a:lstStyle/>
          <a:p>
            <a:r>
              <a:rPr lang="en-US" sz="7200" dirty="0">
                <a:solidFill>
                  <a:srgbClr val="FFFFFF"/>
                </a:solidFill>
              </a:rPr>
              <a:t>Results</a:t>
            </a:r>
            <a:endParaRPr lang="en-US" sz="3600" dirty="0">
              <a:solidFill>
                <a:srgbClr val="FFFFFF"/>
              </a:solidFill>
            </a:endParaRPr>
          </a:p>
        </p:txBody>
      </p:sp>
      <p:sp>
        <p:nvSpPr>
          <p:cNvPr id="84" name="Rectangle 83">
            <a:extLst>
              <a:ext uri="{FF2B5EF4-FFF2-40B4-BE49-F238E27FC236}">
                <a16:creationId xmlns:a16="http://schemas.microsoft.com/office/drawing/2014/main" id="{6604E3BF-88F7-4D19-BEC9-8486966EA4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Slide Number Placeholder 2">
            <a:extLst>
              <a:ext uri="{FF2B5EF4-FFF2-40B4-BE49-F238E27FC236}">
                <a16:creationId xmlns:a16="http://schemas.microsoft.com/office/drawing/2014/main" id="{81046E84-94B2-877F-A551-ADB643D4357A}"/>
              </a:ext>
            </a:extLst>
          </p:cNvPr>
          <p:cNvSpPr>
            <a:spLocks noGrp="1"/>
          </p:cNvSpPr>
          <p:nvPr>
            <p:ph type="sldNum" sz="quarter" idx="12"/>
          </p:nvPr>
        </p:nvSpPr>
        <p:spPr>
          <a:xfrm>
            <a:off x="10123055" y="6459785"/>
            <a:ext cx="1089428" cy="365125"/>
          </a:xfrm>
        </p:spPr>
        <p:txBody>
          <a:bodyPr>
            <a:normAutofit/>
          </a:bodyPr>
          <a:lstStyle/>
          <a:p>
            <a:pPr>
              <a:spcAft>
                <a:spcPts val="600"/>
              </a:spcAft>
            </a:pPr>
            <a:fld id="{2D11AD2F-9457-44B3-A1A5-67FB697FC1E5}" type="slidenum">
              <a:rPr lang="en-US">
                <a:solidFill>
                  <a:schemeClr val="tx2"/>
                </a:solidFill>
              </a:rPr>
              <a:pPr>
                <a:spcAft>
                  <a:spcPts val="600"/>
                </a:spcAft>
              </a:pPr>
              <a:t>22</a:t>
            </a:fld>
            <a:endParaRPr lang="en-US">
              <a:solidFill>
                <a:schemeClr val="tx2"/>
              </a:solidFill>
            </a:endParaRPr>
          </a:p>
        </p:txBody>
      </p:sp>
      <p:graphicFrame>
        <p:nvGraphicFramePr>
          <p:cNvPr id="75" name="Content Placeholder 2">
            <a:extLst>
              <a:ext uri="{FF2B5EF4-FFF2-40B4-BE49-F238E27FC236}">
                <a16:creationId xmlns:a16="http://schemas.microsoft.com/office/drawing/2014/main" id="{40BD28D4-DD03-2B20-407D-E85924BF13CF}"/>
              </a:ext>
            </a:extLst>
          </p:cNvPr>
          <p:cNvGraphicFramePr>
            <a:graphicFrameLocks noGrp="1"/>
          </p:cNvGraphicFramePr>
          <p:nvPr>
            <p:ph idx="1"/>
            <p:extLst>
              <p:ext uri="{D42A27DB-BD31-4B8C-83A1-F6EECF244321}">
                <p14:modId xmlns:p14="http://schemas.microsoft.com/office/powerpoint/2010/main" val="2138485626"/>
              </p:ext>
            </p:extLst>
          </p:nvPr>
        </p:nvGraphicFramePr>
        <p:xfrm>
          <a:off x="4741863" y="639763"/>
          <a:ext cx="6797675" cy="5649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Picture 6" descr="Faculty of Engineering Bar-Ilan University">
            <a:extLst>
              <a:ext uri="{FF2B5EF4-FFF2-40B4-BE49-F238E27FC236}">
                <a16:creationId xmlns:a16="http://schemas.microsoft.com/office/drawing/2014/main" id="{6BF91A21-51DB-0F1D-3F6A-50411D2BB2C9}"/>
              </a:ext>
            </a:extLst>
          </p:cNvPr>
          <p:cNvPicPr/>
          <p:nvPr/>
        </p:nvPicPr>
        <p:blipFill>
          <a:blip r:embed="rId7">
            <a:extLst>
              <a:ext uri="{28A0092B-C50C-407E-A947-70E740481C1C}">
                <a14:useLocalDpi xmlns:a14="http://schemas.microsoft.com/office/drawing/2010/main" val="0"/>
              </a:ext>
            </a:extLst>
          </a:blip>
          <a:stretch>
            <a:fillRect/>
          </a:stretch>
        </p:blipFill>
        <p:spPr bwMode="auto">
          <a:xfrm>
            <a:off x="91074" y="6367558"/>
            <a:ext cx="2023476" cy="5513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56895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Content Placeholder 3">
            <a:extLst>
              <a:ext uri="{FF2B5EF4-FFF2-40B4-BE49-F238E27FC236}">
                <a16:creationId xmlns:a16="http://schemas.microsoft.com/office/drawing/2014/main" id="{4EE54C5A-BBBA-BBBB-E412-A4BBFEEDAB37}"/>
              </a:ext>
            </a:extLst>
          </p:cNvPr>
          <p:cNvSpPr txBox="1">
            <a:spLocks/>
          </p:cNvSpPr>
          <p:nvPr/>
        </p:nvSpPr>
        <p:spPr>
          <a:xfrm>
            <a:off x="9235978" y="2790941"/>
            <a:ext cx="2646460" cy="2717801"/>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endParaRPr lang="en-US"/>
          </a:p>
          <a:p>
            <a:pPr marL="0" indent="0">
              <a:buNone/>
            </a:pPr>
            <a:endParaRPr lang="en-US"/>
          </a:p>
        </p:txBody>
      </p:sp>
      <p:sp>
        <p:nvSpPr>
          <p:cNvPr id="2" name="Title 1">
            <a:extLst>
              <a:ext uri="{FF2B5EF4-FFF2-40B4-BE49-F238E27FC236}">
                <a16:creationId xmlns:a16="http://schemas.microsoft.com/office/drawing/2014/main" id="{FBA48AB7-64DC-0388-1E88-350D5D2BF7B6}"/>
              </a:ext>
            </a:extLst>
          </p:cNvPr>
          <p:cNvSpPr>
            <a:spLocks noGrp="1"/>
          </p:cNvSpPr>
          <p:nvPr>
            <p:ph type="title"/>
          </p:nvPr>
        </p:nvSpPr>
        <p:spPr>
          <a:xfrm>
            <a:off x="846236" y="171147"/>
            <a:ext cx="2851417" cy="1478570"/>
          </a:xfrm>
        </p:spPr>
        <p:txBody>
          <a:bodyPr vert="horz" lIns="91440" tIns="45720" rIns="91440" bIns="45720" rtlCol="0" anchor="ctr">
            <a:normAutofit/>
          </a:bodyPr>
          <a:lstStyle/>
          <a:p>
            <a:r>
              <a:rPr lang="en-US" dirty="0">
                <a:solidFill>
                  <a:schemeClr val="bg1"/>
                </a:solidFill>
              </a:rPr>
              <a:t>Results –TPSF and IRF</a:t>
            </a:r>
          </a:p>
        </p:txBody>
      </p:sp>
      <p:sp>
        <p:nvSpPr>
          <p:cNvPr id="4" name="Text Placeholder 3">
            <a:extLst>
              <a:ext uri="{FF2B5EF4-FFF2-40B4-BE49-F238E27FC236}">
                <a16:creationId xmlns:a16="http://schemas.microsoft.com/office/drawing/2014/main" id="{98027DF5-C371-DAD8-E7C0-27A0C2E08A4D}"/>
              </a:ext>
            </a:extLst>
          </p:cNvPr>
          <p:cNvSpPr>
            <a:spLocks noGrp="1"/>
          </p:cNvSpPr>
          <p:nvPr>
            <p:ph type="body" sz="half" idx="2"/>
          </p:nvPr>
        </p:nvSpPr>
        <p:spPr>
          <a:xfrm>
            <a:off x="420966" y="1516063"/>
            <a:ext cx="3549456" cy="4876800"/>
          </a:xfrm>
        </p:spPr>
        <p:txBody>
          <a:bodyPr vert="horz" lIns="91440" tIns="45720" rIns="91440" bIns="45720" rtlCol="0">
            <a:normAutofit/>
          </a:bodyPr>
          <a:lstStyle/>
          <a:p>
            <a:pPr marL="342900" indent="-342900">
              <a:buClr>
                <a:schemeClr val="bg1"/>
              </a:buClr>
              <a:buFont typeface="Wingdings" panose="05000000000000000000" pitchFamily="2" charset="2"/>
              <a:buChar char="Ø"/>
            </a:pPr>
            <a:r>
              <a:rPr lang="en-US" sz="2400" dirty="0">
                <a:solidFill>
                  <a:schemeClr val="bg1"/>
                </a:solidFill>
              </a:rPr>
              <a:t>Both TPSF and IRF were measured successfully</a:t>
            </a:r>
          </a:p>
          <a:p>
            <a:pPr marL="342900" indent="-342900">
              <a:buClr>
                <a:schemeClr val="bg1"/>
              </a:buClr>
              <a:buFont typeface="Wingdings" panose="05000000000000000000" pitchFamily="2" charset="2"/>
              <a:buChar char="Ø"/>
            </a:pPr>
            <a:r>
              <a:rPr lang="en-US" sz="2400" dirty="0">
                <a:solidFill>
                  <a:schemeClr val="bg1"/>
                </a:solidFill>
              </a:rPr>
              <a:t>FWHM of IRF matches the theoretical one (353.4ps vs ~350ps)</a:t>
            </a:r>
          </a:p>
          <a:p>
            <a:pPr marL="342900" indent="-342900">
              <a:buClr>
                <a:schemeClr val="bg1"/>
              </a:buClr>
              <a:buFont typeface="Wingdings" panose="05000000000000000000" pitchFamily="2" charset="2"/>
              <a:buChar char="Ø"/>
            </a:pPr>
            <a:r>
              <a:rPr lang="en-US" sz="2400" dirty="0">
                <a:solidFill>
                  <a:schemeClr val="bg1"/>
                </a:solidFill>
              </a:rPr>
              <a:t>FWHMs make sense</a:t>
            </a:r>
          </a:p>
          <a:p>
            <a:pPr indent="-228600">
              <a:lnSpc>
                <a:spcPct val="110000"/>
              </a:lnSpc>
              <a:buFont typeface="Arial" panose="020B0604020202020204" pitchFamily="34" charset="0"/>
              <a:buChar char="•"/>
            </a:pPr>
            <a:endParaRPr lang="en-US" sz="900" dirty="0">
              <a:solidFill>
                <a:srgbClr val="FFFFFF"/>
              </a:solidFill>
            </a:endParaRPr>
          </a:p>
          <a:p>
            <a:pPr indent="-228600">
              <a:lnSpc>
                <a:spcPct val="110000"/>
              </a:lnSpc>
              <a:buFont typeface="Arial" panose="020B0604020202020204" pitchFamily="34" charset="0"/>
              <a:buChar char="•"/>
            </a:pPr>
            <a:endParaRPr lang="en-US" sz="900" dirty="0">
              <a:solidFill>
                <a:srgbClr val="FFFFFF"/>
              </a:solidFill>
            </a:endParaRPr>
          </a:p>
        </p:txBody>
      </p:sp>
      <p:sp>
        <p:nvSpPr>
          <p:cNvPr id="56" name="מציין מיקום של מספר שקופית 55">
            <a:extLst>
              <a:ext uri="{FF2B5EF4-FFF2-40B4-BE49-F238E27FC236}">
                <a16:creationId xmlns:a16="http://schemas.microsoft.com/office/drawing/2014/main" id="{9385A9E3-E4FE-0196-41FC-5101D3DDBB53}"/>
              </a:ext>
            </a:extLst>
          </p:cNvPr>
          <p:cNvSpPr>
            <a:spLocks noGrp="1"/>
          </p:cNvSpPr>
          <p:nvPr>
            <p:ph type="sldNum" sz="quarter" idx="12"/>
          </p:nvPr>
        </p:nvSpPr>
        <p:spPr/>
        <p:txBody>
          <a:bodyPr/>
          <a:lstStyle/>
          <a:p>
            <a:fld id="{2D11AD2F-9457-44B3-A1A5-67FB697FC1E5}" type="slidenum">
              <a:rPr lang="en-US" smtClean="0"/>
              <a:t>23</a:t>
            </a:fld>
            <a:endParaRPr lang="en-US"/>
          </a:p>
        </p:txBody>
      </p:sp>
      <p:pic>
        <p:nvPicPr>
          <p:cNvPr id="9" name="תמונה 8">
            <a:extLst>
              <a:ext uri="{FF2B5EF4-FFF2-40B4-BE49-F238E27FC236}">
                <a16:creationId xmlns:a16="http://schemas.microsoft.com/office/drawing/2014/main" id="{F383A6B3-FDC7-2873-6BDB-082DBDEA2D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33476" y="280170"/>
            <a:ext cx="6004192" cy="2964095"/>
          </a:xfrm>
          <a:prstGeom prst="rect">
            <a:avLst/>
          </a:prstGeom>
        </p:spPr>
      </p:pic>
      <p:pic>
        <p:nvPicPr>
          <p:cNvPr id="54" name="תמונה 53">
            <a:extLst>
              <a:ext uri="{FF2B5EF4-FFF2-40B4-BE49-F238E27FC236}">
                <a16:creationId xmlns:a16="http://schemas.microsoft.com/office/drawing/2014/main" id="{8B21FD73-21A2-7B12-5374-F45281F6D3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33427" y="3244266"/>
            <a:ext cx="6004191" cy="2967850"/>
          </a:xfrm>
          <a:prstGeom prst="rect">
            <a:avLst/>
          </a:prstGeom>
        </p:spPr>
      </p:pic>
      <p:pic>
        <p:nvPicPr>
          <p:cNvPr id="5" name="Picture 6" descr="Faculty of Engineering Bar-Ilan University">
            <a:extLst>
              <a:ext uri="{FF2B5EF4-FFF2-40B4-BE49-F238E27FC236}">
                <a16:creationId xmlns:a16="http://schemas.microsoft.com/office/drawing/2014/main" id="{330463A2-AA58-53E5-E33E-452356A8B1CF}"/>
              </a:ext>
            </a:extLst>
          </p:cNvPr>
          <p:cNvPicPr/>
          <p:nvPr/>
        </p:nvPicPr>
        <p:blipFill>
          <a:blip r:embed="rId4">
            <a:extLst>
              <a:ext uri="{28A0092B-C50C-407E-A947-70E740481C1C}">
                <a14:useLocalDpi xmlns:a14="http://schemas.microsoft.com/office/drawing/2010/main" val="0"/>
              </a:ext>
            </a:extLst>
          </a:blip>
          <a:stretch>
            <a:fillRect/>
          </a:stretch>
        </p:blipFill>
        <p:spPr bwMode="auto">
          <a:xfrm>
            <a:off x="91074" y="6367558"/>
            <a:ext cx="2023476" cy="5513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0762409"/>
      </p:ext>
    </p:extLst>
  </p:cSld>
  <p:clrMapOvr>
    <a:overrideClrMapping bg1="lt1" tx1="dk1" bg2="lt2" tx2="dk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00A5B8B-C6B0-F808-36CD-6C3E8650CE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1D5442-6AB3-CD0B-2120-6A3D3B0CDFE8}"/>
              </a:ext>
            </a:extLst>
          </p:cNvPr>
          <p:cNvSpPr>
            <a:spLocks noGrp="1"/>
          </p:cNvSpPr>
          <p:nvPr>
            <p:ph type="title"/>
          </p:nvPr>
        </p:nvSpPr>
        <p:spPr>
          <a:xfrm>
            <a:off x="471424" y="171147"/>
            <a:ext cx="3226229" cy="1478570"/>
          </a:xfrm>
        </p:spPr>
        <p:txBody>
          <a:bodyPr vert="horz" lIns="91440" tIns="45720" rIns="91440" bIns="45720" rtlCol="0" anchor="ctr">
            <a:normAutofit/>
          </a:bodyPr>
          <a:lstStyle/>
          <a:p>
            <a:r>
              <a:rPr lang="en-US" dirty="0">
                <a:solidFill>
                  <a:schemeClr val="bg1"/>
                </a:solidFill>
              </a:rPr>
              <a:t>Results –Gated SCOS (1cm SDS)</a:t>
            </a:r>
          </a:p>
        </p:txBody>
      </p:sp>
      <p:sp>
        <p:nvSpPr>
          <p:cNvPr id="4" name="Text Placeholder 3">
            <a:extLst>
              <a:ext uri="{FF2B5EF4-FFF2-40B4-BE49-F238E27FC236}">
                <a16:creationId xmlns:a16="http://schemas.microsoft.com/office/drawing/2014/main" id="{9E2F2FDA-ED11-52E0-83A0-6BAB40FCBC27}"/>
              </a:ext>
            </a:extLst>
          </p:cNvPr>
          <p:cNvSpPr>
            <a:spLocks noGrp="1"/>
          </p:cNvSpPr>
          <p:nvPr>
            <p:ph type="body" sz="half" idx="2"/>
          </p:nvPr>
        </p:nvSpPr>
        <p:spPr>
          <a:xfrm>
            <a:off x="460773" y="1591584"/>
            <a:ext cx="3226230" cy="4876800"/>
          </a:xfrm>
        </p:spPr>
        <p:txBody>
          <a:bodyPr vert="horz" lIns="91440" tIns="45720" rIns="91440" bIns="45720" rtlCol="0">
            <a:normAutofit/>
          </a:bodyPr>
          <a:lstStyle/>
          <a:p>
            <a:pPr marL="342900" indent="-342900">
              <a:buClr>
                <a:schemeClr val="bg1"/>
              </a:buClr>
              <a:buFont typeface="Wingdings" panose="05000000000000000000" pitchFamily="2" charset="2"/>
              <a:buChar char="Ø"/>
            </a:pPr>
            <a:r>
              <a:rPr lang="en-US" sz="2400" dirty="0">
                <a:solidFill>
                  <a:schemeClr val="bg1"/>
                </a:solidFill>
              </a:rPr>
              <a:t>Laser power:40%</a:t>
            </a:r>
          </a:p>
          <a:p>
            <a:pPr marL="342900" indent="-342900">
              <a:buClr>
                <a:schemeClr val="bg1"/>
              </a:buClr>
              <a:buFont typeface="Wingdings" panose="05000000000000000000" pitchFamily="2" charset="2"/>
              <a:buChar char="Ø"/>
            </a:pPr>
            <a:r>
              <a:rPr lang="en-US" sz="2400" dirty="0">
                <a:solidFill>
                  <a:schemeClr val="bg1"/>
                </a:solidFill>
              </a:rPr>
              <a:t>Early gate has a good signal shape</a:t>
            </a:r>
          </a:p>
          <a:p>
            <a:pPr marL="342900" indent="-342900">
              <a:buClr>
                <a:schemeClr val="bg1"/>
              </a:buClr>
              <a:buFont typeface="Wingdings" panose="05000000000000000000" pitchFamily="2" charset="2"/>
              <a:buChar char="Ø"/>
            </a:pPr>
            <a:r>
              <a:rPr lang="en-US" sz="2400" dirty="0">
                <a:solidFill>
                  <a:schemeClr val="bg1"/>
                </a:solidFill>
              </a:rPr>
              <a:t>Late gates are much noisier</a:t>
            </a:r>
          </a:p>
          <a:p>
            <a:pPr marL="342900" indent="-342900">
              <a:buClr>
                <a:schemeClr val="bg1"/>
              </a:buClr>
              <a:buFont typeface="Wingdings" panose="05000000000000000000" pitchFamily="2" charset="2"/>
              <a:buChar char="Ø"/>
            </a:pPr>
            <a:r>
              <a:rPr lang="en-US" sz="2400" dirty="0">
                <a:solidFill>
                  <a:schemeClr val="bg1"/>
                </a:solidFill>
              </a:rPr>
              <a:t>SNR matches accordingly</a:t>
            </a:r>
          </a:p>
          <a:p>
            <a:pPr indent="-228600">
              <a:lnSpc>
                <a:spcPct val="110000"/>
              </a:lnSpc>
              <a:buFont typeface="Arial" panose="020B0604020202020204" pitchFamily="34" charset="0"/>
              <a:buChar char="•"/>
            </a:pPr>
            <a:endParaRPr lang="en-US" sz="900" dirty="0">
              <a:solidFill>
                <a:srgbClr val="FFFFFF"/>
              </a:solidFill>
            </a:endParaRPr>
          </a:p>
        </p:txBody>
      </p:sp>
      <p:sp>
        <p:nvSpPr>
          <p:cNvPr id="6" name="מציין מיקום של מספר שקופית 5">
            <a:extLst>
              <a:ext uri="{FF2B5EF4-FFF2-40B4-BE49-F238E27FC236}">
                <a16:creationId xmlns:a16="http://schemas.microsoft.com/office/drawing/2014/main" id="{C548F98B-2773-82EC-359C-435FF49C05D5}"/>
              </a:ext>
            </a:extLst>
          </p:cNvPr>
          <p:cNvSpPr>
            <a:spLocks noGrp="1"/>
          </p:cNvSpPr>
          <p:nvPr>
            <p:ph type="sldNum" sz="quarter" idx="12"/>
          </p:nvPr>
        </p:nvSpPr>
        <p:spPr/>
        <p:txBody>
          <a:bodyPr/>
          <a:lstStyle/>
          <a:p>
            <a:fld id="{2D11AD2F-9457-44B3-A1A5-67FB697FC1E5}" type="slidenum">
              <a:rPr lang="en-US" smtClean="0"/>
              <a:t>24</a:t>
            </a:fld>
            <a:endParaRPr lang="en-US"/>
          </a:p>
        </p:txBody>
      </p:sp>
      <p:pic>
        <p:nvPicPr>
          <p:cNvPr id="16" name="Picture 6" descr="Faculty of Engineering Bar-Ilan University">
            <a:extLst>
              <a:ext uri="{FF2B5EF4-FFF2-40B4-BE49-F238E27FC236}">
                <a16:creationId xmlns:a16="http://schemas.microsoft.com/office/drawing/2014/main" id="{9845DF88-7873-4452-A165-92E1E9DF5F00}"/>
              </a:ext>
            </a:extLst>
          </p:cNvPr>
          <p:cNvPicPr/>
          <p:nvPr/>
        </p:nvPicPr>
        <p:blipFill>
          <a:blip r:embed="rId2">
            <a:extLst>
              <a:ext uri="{28A0092B-C50C-407E-A947-70E740481C1C}">
                <a14:useLocalDpi xmlns:a14="http://schemas.microsoft.com/office/drawing/2010/main" val="0"/>
              </a:ext>
            </a:extLst>
          </a:blip>
          <a:stretch>
            <a:fillRect/>
          </a:stretch>
        </p:blipFill>
        <p:spPr bwMode="auto">
          <a:xfrm>
            <a:off x="91074" y="6367558"/>
            <a:ext cx="2023476" cy="55139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66C57F19-CC6C-9066-ADB0-C78437234216}"/>
              </a:ext>
            </a:extLst>
          </p:cNvPr>
          <p:cNvSpPr txBox="1"/>
          <p:nvPr/>
        </p:nvSpPr>
        <p:spPr>
          <a:xfrm>
            <a:off x="8959889" y="872762"/>
            <a:ext cx="2252594" cy="646331"/>
          </a:xfrm>
          <a:prstGeom prst="rect">
            <a:avLst/>
          </a:prstGeom>
          <a:noFill/>
        </p:spPr>
        <p:txBody>
          <a:bodyPr wrap="square" rtlCol="0">
            <a:spAutoFit/>
          </a:bodyPr>
          <a:lstStyle/>
          <a:p>
            <a:pPr algn="ctr"/>
            <a:r>
              <a:rPr lang="en-US" dirty="0"/>
              <a:t>Gate offset -100ps, BPM 73, SNR 18.59dB</a:t>
            </a:r>
          </a:p>
        </p:txBody>
      </p:sp>
      <p:sp>
        <p:nvSpPr>
          <p:cNvPr id="7" name="TextBox 6">
            <a:extLst>
              <a:ext uri="{FF2B5EF4-FFF2-40B4-BE49-F238E27FC236}">
                <a16:creationId xmlns:a16="http://schemas.microsoft.com/office/drawing/2014/main" id="{2C79F5E4-46CB-026A-1009-7F0129832010}"/>
              </a:ext>
            </a:extLst>
          </p:cNvPr>
          <p:cNvSpPr txBox="1"/>
          <p:nvPr/>
        </p:nvSpPr>
        <p:spPr>
          <a:xfrm>
            <a:off x="8959889" y="2850909"/>
            <a:ext cx="2252594" cy="646331"/>
          </a:xfrm>
          <a:prstGeom prst="rect">
            <a:avLst/>
          </a:prstGeom>
          <a:noFill/>
        </p:spPr>
        <p:txBody>
          <a:bodyPr wrap="square" rtlCol="0">
            <a:spAutoFit/>
          </a:bodyPr>
          <a:lstStyle/>
          <a:p>
            <a:pPr algn="ctr"/>
            <a:r>
              <a:rPr lang="en-US" dirty="0"/>
              <a:t>Gate offset 200ps, BPM 73, SNR 20.83dB</a:t>
            </a:r>
          </a:p>
        </p:txBody>
      </p:sp>
      <p:sp>
        <p:nvSpPr>
          <p:cNvPr id="19" name="TextBox 18">
            <a:extLst>
              <a:ext uri="{FF2B5EF4-FFF2-40B4-BE49-F238E27FC236}">
                <a16:creationId xmlns:a16="http://schemas.microsoft.com/office/drawing/2014/main" id="{EFDC9A04-E47F-6F06-F5F5-18A21B82124D}"/>
              </a:ext>
            </a:extLst>
          </p:cNvPr>
          <p:cNvSpPr txBox="1"/>
          <p:nvPr/>
        </p:nvSpPr>
        <p:spPr>
          <a:xfrm>
            <a:off x="9016472" y="5185576"/>
            <a:ext cx="2139428" cy="646331"/>
          </a:xfrm>
          <a:prstGeom prst="rect">
            <a:avLst/>
          </a:prstGeom>
          <a:noFill/>
        </p:spPr>
        <p:txBody>
          <a:bodyPr wrap="square" rtlCol="0">
            <a:spAutoFit/>
          </a:bodyPr>
          <a:lstStyle/>
          <a:p>
            <a:pPr algn="ctr"/>
            <a:r>
              <a:rPr lang="en-US" dirty="0"/>
              <a:t>Gate offset 700ps, BPM 92, SNR 7.92dB</a:t>
            </a:r>
          </a:p>
        </p:txBody>
      </p:sp>
      <p:pic>
        <p:nvPicPr>
          <p:cNvPr id="8" name="Picture 7">
            <a:extLst>
              <a:ext uri="{FF2B5EF4-FFF2-40B4-BE49-F238E27FC236}">
                <a16:creationId xmlns:a16="http://schemas.microsoft.com/office/drawing/2014/main" id="{9BAB3507-D488-E50E-CEE4-ED683C8A0D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60067" y="4613233"/>
            <a:ext cx="4891088" cy="2098834"/>
          </a:xfrm>
          <a:prstGeom prst="rect">
            <a:avLst/>
          </a:prstGeom>
        </p:spPr>
      </p:pic>
      <p:pic>
        <p:nvPicPr>
          <p:cNvPr id="10" name="Picture 9">
            <a:extLst>
              <a:ext uri="{FF2B5EF4-FFF2-40B4-BE49-F238E27FC236}">
                <a16:creationId xmlns:a16="http://schemas.microsoft.com/office/drawing/2014/main" id="{A7BBCB46-3CB8-631E-D9E7-3DDCC11ED51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70717" y="271462"/>
            <a:ext cx="4891088" cy="2105025"/>
          </a:xfrm>
          <a:prstGeom prst="rect">
            <a:avLst/>
          </a:prstGeom>
        </p:spPr>
      </p:pic>
      <p:pic>
        <p:nvPicPr>
          <p:cNvPr id="12" name="Picture 11">
            <a:extLst>
              <a:ext uri="{FF2B5EF4-FFF2-40B4-BE49-F238E27FC236}">
                <a16:creationId xmlns:a16="http://schemas.microsoft.com/office/drawing/2014/main" id="{F1DAFC52-AEA1-0F5B-0883-42F50E201CA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60067" y="2376487"/>
            <a:ext cx="4891088" cy="2105025"/>
          </a:xfrm>
          <a:prstGeom prst="rect">
            <a:avLst/>
          </a:prstGeom>
        </p:spPr>
      </p:pic>
    </p:spTree>
    <p:extLst>
      <p:ext uri="{BB962C8B-B14F-4D97-AF65-F5344CB8AC3E}">
        <p14:creationId xmlns:p14="http://schemas.microsoft.com/office/powerpoint/2010/main" val="3708256591"/>
      </p:ext>
    </p:extLst>
  </p:cSld>
  <p:clrMapOvr>
    <a:overrideClrMapping bg1="lt1" tx1="dk1" bg2="lt2" tx2="dk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F11120A-E802-966F-61CD-F83F402EDE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4D7388-76D5-1F7F-B37D-ACE774FF8CE7}"/>
              </a:ext>
            </a:extLst>
          </p:cNvPr>
          <p:cNvSpPr>
            <a:spLocks noGrp="1"/>
          </p:cNvSpPr>
          <p:nvPr>
            <p:ph type="title"/>
          </p:nvPr>
        </p:nvSpPr>
        <p:spPr>
          <a:xfrm>
            <a:off x="188686" y="171147"/>
            <a:ext cx="3508967" cy="1478570"/>
          </a:xfrm>
        </p:spPr>
        <p:txBody>
          <a:bodyPr vert="horz" lIns="91440" tIns="45720" rIns="91440" bIns="45720" rtlCol="0" anchor="ctr">
            <a:normAutofit/>
          </a:bodyPr>
          <a:lstStyle/>
          <a:p>
            <a:r>
              <a:rPr lang="en-US" dirty="0">
                <a:solidFill>
                  <a:schemeClr val="bg1"/>
                </a:solidFill>
              </a:rPr>
              <a:t>Results –PaLS-iSCOS (1cm SDS)</a:t>
            </a:r>
          </a:p>
        </p:txBody>
      </p:sp>
      <p:sp>
        <p:nvSpPr>
          <p:cNvPr id="4" name="Text Placeholder 3">
            <a:extLst>
              <a:ext uri="{FF2B5EF4-FFF2-40B4-BE49-F238E27FC236}">
                <a16:creationId xmlns:a16="http://schemas.microsoft.com/office/drawing/2014/main" id="{7D448174-44C8-87BD-DE19-2B66B3966A34}"/>
              </a:ext>
            </a:extLst>
          </p:cNvPr>
          <p:cNvSpPr>
            <a:spLocks noGrp="1"/>
          </p:cNvSpPr>
          <p:nvPr>
            <p:ph type="body" sz="half" idx="2"/>
          </p:nvPr>
        </p:nvSpPr>
        <p:spPr>
          <a:xfrm>
            <a:off x="420966" y="1516063"/>
            <a:ext cx="3046263" cy="4876800"/>
          </a:xfrm>
        </p:spPr>
        <p:txBody>
          <a:bodyPr vert="horz" lIns="91440" tIns="45720" rIns="91440" bIns="45720" rtlCol="0">
            <a:normAutofit/>
          </a:bodyPr>
          <a:lstStyle/>
          <a:p>
            <a:pPr marL="114300" indent="-342900">
              <a:lnSpc>
                <a:spcPct val="110000"/>
              </a:lnSpc>
              <a:buClr>
                <a:schemeClr val="bg1"/>
              </a:buClr>
              <a:buFont typeface="Wingdings" panose="05000000000000000000" pitchFamily="2" charset="2"/>
              <a:buChar char="Ø"/>
            </a:pPr>
            <a:r>
              <a:rPr lang="en-US" sz="2400" dirty="0">
                <a:solidFill>
                  <a:schemeClr val="bg1"/>
                </a:solidFill>
              </a:rPr>
              <a:t>Laser power:30%</a:t>
            </a:r>
          </a:p>
          <a:p>
            <a:pPr marL="114300" indent="-342900">
              <a:lnSpc>
                <a:spcPct val="110000"/>
              </a:lnSpc>
              <a:buClr>
                <a:schemeClr val="bg1"/>
              </a:buClr>
              <a:buFont typeface="Wingdings" panose="05000000000000000000" pitchFamily="2" charset="2"/>
              <a:buChar char="Ø"/>
            </a:pPr>
            <a:r>
              <a:rPr lang="en-US" sz="2400" dirty="0">
                <a:solidFill>
                  <a:schemeClr val="bg1"/>
                </a:solidFill>
              </a:rPr>
              <a:t>All with time gates of -300ps, different coherence gates</a:t>
            </a:r>
          </a:p>
          <a:p>
            <a:pPr marL="114300" indent="-342900">
              <a:lnSpc>
                <a:spcPct val="110000"/>
              </a:lnSpc>
              <a:buClr>
                <a:schemeClr val="bg1"/>
              </a:buClr>
              <a:buFont typeface="Wingdings" panose="05000000000000000000" pitchFamily="2" charset="2"/>
              <a:buChar char="Ø"/>
            </a:pPr>
            <a:r>
              <a:rPr lang="en-US" sz="2400" dirty="0">
                <a:solidFill>
                  <a:schemeClr val="bg1"/>
                </a:solidFill>
              </a:rPr>
              <a:t>Early gates show the best SNR, as expected</a:t>
            </a:r>
          </a:p>
          <a:p>
            <a:pPr marL="114300" indent="-342900">
              <a:lnSpc>
                <a:spcPct val="110000"/>
              </a:lnSpc>
              <a:buClr>
                <a:schemeClr val="bg1"/>
              </a:buClr>
              <a:buFont typeface="Wingdings" panose="05000000000000000000" pitchFamily="2" charset="2"/>
              <a:buChar char="Ø"/>
            </a:pPr>
            <a:r>
              <a:rPr lang="en-US" sz="2400" dirty="0">
                <a:solidFill>
                  <a:schemeClr val="bg1"/>
                </a:solidFill>
              </a:rPr>
              <a:t>Late gates show potential as well</a:t>
            </a:r>
          </a:p>
          <a:p>
            <a:pPr>
              <a:lnSpc>
                <a:spcPct val="110000"/>
              </a:lnSpc>
              <a:buClr>
                <a:schemeClr val="bg1"/>
              </a:buClr>
            </a:pPr>
            <a:endParaRPr lang="en-US" sz="2400" dirty="0">
              <a:solidFill>
                <a:schemeClr val="bg1"/>
              </a:solidFill>
            </a:endParaRPr>
          </a:p>
        </p:txBody>
      </p:sp>
      <p:sp>
        <p:nvSpPr>
          <p:cNvPr id="6" name="מציין מיקום של מספר שקופית 5">
            <a:extLst>
              <a:ext uri="{FF2B5EF4-FFF2-40B4-BE49-F238E27FC236}">
                <a16:creationId xmlns:a16="http://schemas.microsoft.com/office/drawing/2014/main" id="{A848978C-B0BB-26A7-C944-C2DB664C1AE0}"/>
              </a:ext>
            </a:extLst>
          </p:cNvPr>
          <p:cNvSpPr>
            <a:spLocks noGrp="1"/>
          </p:cNvSpPr>
          <p:nvPr>
            <p:ph type="sldNum" sz="quarter" idx="12"/>
          </p:nvPr>
        </p:nvSpPr>
        <p:spPr/>
        <p:txBody>
          <a:bodyPr/>
          <a:lstStyle/>
          <a:p>
            <a:fld id="{2D11AD2F-9457-44B3-A1A5-67FB697FC1E5}" type="slidenum">
              <a:rPr lang="en-US" smtClean="0"/>
              <a:t>25</a:t>
            </a:fld>
            <a:endParaRPr lang="en-US"/>
          </a:p>
        </p:txBody>
      </p:sp>
      <p:pic>
        <p:nvPicPr>
          <p:cNvPr id="15" name="Picture 6" descr="Faculty of Engineering Bar-Ilan University">
            <a:extLst>
              <a:ext uri="{FF2B5EF4-FFF2-40B4-BE49-F238E27FC236}">
                <a16:creationId xmlns:a16="http://schemas.microsoft.com/office/drawing/2014/main" id="{72266880-E712-C083-FA4E-7E84F47EE604}"/>
              </a:ext>
            </a:extLst>
          </p:cNvPr>
          <p:cNvPicPr/>
          <p:nvPr/>
        </p:nvPicPr>
        <p:blipFill>
          <a:blip r:embed="rId2">
            <a:extLst>
              <a:ext uri="{28A0092B-C50C-407E-A947-70E740481C1C}">
                <a14:useLocalDpi xmlns:a14="http://schemas.microsoft.com/office/drawing/2010/main" val="0"/>
              </a:ext>
            </a:extLst>
          </a:blip>
          <a:stretch>
            <a:fillRect/>
          </a:stretch>
        </p:blipFill>
        <p:spPr bwMode="auto">
          <a:xfrm>
            <a:off x="91074" y="6367558"/>
            <a:ext cx="2023476" cy="55139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814338B-BB19-A870-2361-C97531026173}"/>
              </a:ext>
            </a:extLst>
          </p:cNvPr>
          <p:cNvSpPr txBox="1"/>
          <p:nvPr/>
        </p:nvSpPr>
        <p:spPr>
          <a:xfrm>
            <a:off x="8959889" y="872762"/>
            <a:ext cx="2252594" cy="646331"/>
          </a:xfrm>
          <a:prstGeom prst="rect">
            <a:avLst/>
          </a:prstGeom>
          <a:noFill/>
        </p:spPr>
        <p:txBody>
          <a:bodyPr wrap="square" rtlCol="0">
            <a:spAutoFit/>
          </a:bodyPr>
          <a:lstStyle/>
          <a:p>
            <a:pPr algn="ctr"/>
            <a:r>
              <a:rPr lang="en-US" dirty="0"/>
              <a:t>Gate offset -74ps, BPM 78, SNR 25.75dB</a:t>
            </a:r>
          </a:p>
        </p:txBody>
      </p:sp>
      <p:sp>
        <p:nvSpPr>
          <p:cNvPr id="8" name="TextBox 7">
            <a:extLst>
              <a:ext uri="{FF2B5EF4-FFF2-40B4-BE49-F238E27FC236}">
                <a16:creationId xmlns:a16="http://schemas.microsoft.com/office/drawing/2014/main" id="{3DF01B49-CCFC-D863-3EA7-535F8E8D1764}"/>
              </a:ext>
            </a:extLst>
          </p:cNvPr>
          <p:cNvSpPr txBox="1"/>
          <p:nvPr/>
        </p:nvSpPr>
        <p:spPr>
          <a:xfrm>
            <a:off x="8959889" y="2850909"/>
            <a:ext cx="2252594" cy="646331"/>
          </a:xfrm>
          <a:prstGeom prst="rect">
            <a:avLst/>
          </a:prstGeom>
          <a:noFill/>
        </p:spPr>
        <p:txBody>
          <a:bodyPr wrap="square" rtlCol="0">
            <a:spAutoFit/>
          </a:bodyPr>
          <a:lstStyle/>
          <a:p>
            <a:pPr algn="ctr"/>
            <a:r>
              <a:rPr lang="en-US" dirty="0"/>
              <a:t>Gate offset 242ps, BPM 73, SNR 20.90dB</a:t>
            </a:r>
          </a:p>
        </p:txBody>
      </p:sp>
      <p:sp>
        <p:nvSpPr>
          <p:cNvPr id="10" name="TextBox 9">
            <a:extLst>
              <a:ext uri="{FF2B5EF4-FFF2-40B4-BE49-F238E27FC236}">
                <a16:creationId xmlns:a16="http://schemas.microsoft.com/office/drawing/2014/main" id="{635CBC66-B75F-B0F2-0411-867C45D32CE3}"/>
              </a:ext>
            </a:extLst>
          </p:cNvPr>
          <p:cNvSpPr txBox="1"/>
          <p:nvPr/>
        </p:nvSpPr>
        <p:spPr>
          <a:xfrm>
            <a:off x="9016472" y="5185576"/>
            <a:ext cx="2139428" cy="646331"/>
          </a:xfrm>
          <a:prstGeom prst="rect">
            <a:avLst/>
          </a:prstGeom>
          <a:noFill/>
        </p:spPr>
        <p:txBody>
          <a:bodyPr wrap="square" rtlCol="0">
            <a:spAutoFit/>
          </a:bodyPr>
          <a:lstStyle/>
          <a:p>
            <a:pPr algn="ctr"/>
            <a:r>
              <a:rPr lang="en-US" dirty="0"/>
              <a:t>Gate offset 763ps, BPM 82, SNR 9.35dB</a:t>
            </a:r>
          </a:p>
        </p:txBody>
      </p:sp>
      <p:pic>
        <p:nvPicPr>
          <p:cNvPr id="7" name="Picture 6">
            <a:extLst>
              <a:ext uri="{FF2B5EF4-FFF2-40B4-BE49-F238E27FC236}">
                <a16:creationId xmlns:a16="http://schemas.microsoft.com/office/drawing/2014/main" id="{3EFB8F3D-0870-FDA4-FE8A-273B4E41EC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97135" y="4543513"/>
            <a:ext cx="4891088" cy="2098834"/>
          </a:xfrm>
          <a:prstGeom prst="rect">
            <a:avLst/>
          </a:prstGeom>
        </p:spPr>
      </p:pic>
      <p:pic>
        <p:nvPicPr>
          <p:cNvPr id="11" name="Picture 10">
            <a:extLst>
              <a:ext uri="{FF2B5EF4-FFF2-40B4-BE49-F238E27FC236}">
                <a16:creationId xmlns:a16="http://schemas.microsoft.com/office/drawing/2014/main" id="{926CB9A8-8C71-B219-4CD7-BE6EFD894ED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27627" y="186510"/>
            <a:ext cx="4891088" cy="2105025"/>
          </a:xfrm>
          <a:prstGeom prst="rect">
            <a:avLst/>
          </a:prstGeom>
        </p:spPr>
      </p:pic>
      <p:pic>
        <p:nvPicPr>
          <p:cNvPr id="14" name="Picture 13">
            <a:extLst>
              <a:ext uri="{FF2B5EF4-FFF2-40B4-BE49-F238E27FC236}">
                <a16:creationId xmlns:a16="http://schemas.microsoft.com/office/drawing/2014/main" id="{F3EB7A8C-E4FB-DD46-A732-4712CB8F3E0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27627" y="2348144"/>
            <a:ext cx="4891088" cy="2105025"/>
          </a:xfrm>
          <a:prstGeom prst="rect">
            <a:avLst/>
          </a:prstGeom>
        </p:spPr>
      </p:pic>
    </p:spTree>
    <p:extLst>
      <p:ext uri="{BB962C8B-B14F-4D97-AF65-F5344CB8AC3E}">
        <p14:creationId xmlns:p14="http://schemas.microsoft.com/office/powerpoint/2010/main" val="2903480847"/>
      </p:ext>
    </p:extLst>
  </p:cSld>
  <p:clrMapOvr>
    <a:overrideClrMapping bg1="lt1" tx1="dk1" bg2="lt2" tx2="dk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4A4FDB5-DA08-A945-42DA-618C923B6B58}"/>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D3A4CAE4-439D-6FF2-0040-784DA7412B6C}"/>
              </a:ext>
            </a:extLst>
          </p:cNvPr>
          <p:cNvSpPr>
            <a:spLocks noGrp="1"/>
          </p:cNvSpPr>
          <p:nvPr>
            <p:ph type="body" sz="half" idx="2"/>
          </p:nvPr>
        </p:nvSpPr>
        <p:spPr>
          <a:xfrm>
            <a:off x="420966" y="1516063"/>
            <a:ext cx="3374745" cy="4876800"/>
          </a:xfrm>
        </p:spPr>
        <p:txBody>
          <a:bodyPr vert="horz" lIns="91440" tIns="45720" rIns="91440" bIns="45720" rtlCol="0">
            <a:normAutofit/>
          </a:bodyPr>
          <a:lstStyle/>
          <a:p>
            <a:pPr marL="114300" indent="-342900">
              <a:lnSpc>
                <a:spcPct val="110000"/>
              </a:lnSpc>
              <a:buClr>
                <a:schemeClr val="bg1"/>
              </a:buClr>
              <a:buFont typeface="Wingdings" panose="05000000000000000000" pitchFamily="2" charset="2"/>
              <a:buChar char="Ø"/>
            </a:pPr>
            <a:r>
              <a:rPr lang="en-US" sz="2400" dirty="0">
                <a:solidFill>
                  <a:schemeClr val="bg1"/>
                </a:solidFill>
              </a:rPr>
              <a:t>Laser Power Level: 30%</a:t>
            </a:r>
          </a:p>
          <a:p>
            <a:pPr marL="114300" indent="-342900">
              <a:lnSpc>
                <a:spcPct val="110000"/>
              </a:lnSpc>
              <a:buClr>
                <a:schemeClr val="bg1"/>
              </a:buClr>
              <a:buFont typeface="Wingdings" panose="05000000000000000000" pitchFamily="2" charset="2"/>
              <a:buChar char="Ø"/>
            </a:pPr>
            <a:r>
              <a:rPr lang="en-US" sz="2400" dirty="0">
                <a:solidFill>
                  <a:schemeClr val="bg1"/>
                </a:solidFill>
              </a:rPr>
              <a:t>Subtracting Noise shows limited improvement</a:t>
            </a:r>
          </a:p>
          <a:p>
            <a:pPr marL="114300" indent="-342900">
              <a:lnSpc>
                <a:spcPct val="110000"/>
              </a:lnSpc>
              <a:buClr>
                <a:schemeClr val="bg1"/>
              </a:buClr>
              <a:buFont typeface="Wingdings" panose="05000000000000000000" pitchFamily="2" charset="2"/>
              <a:buChar char="Ø"/>
            </a:pPr>
            <a:r>
              <a:rPr lang="en-US" sz="2400" dirty="0">
                <a:solidFill>
                  <a:schemeClr val="bg1"/>
                </a:solidFill>
              </a:rPr>
              <a:t>PaLS-iSCOS has improved SNR</a:t>
            </a:r>
          </a:p>
          <a:p>
            <a:pPr marL="114300" indent="-342900">
              <a:lnSpc>
                <a:spcPct val="110000"/>
              </a:lnSpc>
              <a:buClr>
                <a:schemeClr val="bg1"/>
              </a:buClr>
              <a:buFont typeface="Wingdings" panose="05000000000000000000" pitchFamily="2" charset="2"/>
              <a:buChar char="Ø"/>
            </a:pPr>
            <a:endParaRPr lang="en-US" sz="2200" dirty="0">
              <a:solidFill>
                <a:schemeClr val="bg1"/>
              </a:solidFill>
            </a:endParaRPr>
          </a:p>
          <a:p>
            <a:pPr>
              <a:lnSpc>
                <a:spcPct val="110000"/>
              </a:lnSpc>
              <a:buClr>
                <a:schemeClr val="tx1"/>
              </a:buClr>
            </a:pPr>
            <a:endParaRPr lang="en-US" sz="2400" dirty="0">
              <a:solidFill>
                <a:srgbClr val="FFFFFF"/>
              </a:solidFill>
            </a:endParaRPr>
          </a:p>
        </p:txBody>
      </p:sp>
      <p:sp>
        <p:nvSpPr>
          <p:cNvPr id="6" name="מציין מיקום של מספר שקופית 5">
            <a:extLst>
              <a:ext uri="{FF2B5EF4-FFF2-40B4-BE49-F238E27FC236}">
                <a16:creationId xmlns:a16="http://schemas.microsoft.com/office/drawing/2014/main" id="{6F484D3F-C7EF-29BC-5D0F-27A7C74C0A18}"/>
              </a:ext>
            </a:extLst>
          </p:cNvPr>
          <p:cNvSpPr>
            <a:spLocks noGrp="1"/>
          </p:cNvSpPr>
          <p:nvPr>
            <p:ph type="sldNum" sz="quarter" idx="12"/>
          </p:nvPr>
        </p:nvSpPr>
        <p:spPr/>
        <p:txBody>
          <a:bodyPr/>
          <a:lstStyle/>
          <a:p>
            <a:fld id="{2D11AD2F-9457-44B3-A1A5-67FB697FC1E5}" type="slidenum">
              <a:rPr lang="en-US" smtClean="0"/>
              <a:t>26</a:t>
            </a:fld>
            <a:endParaRPr lang="en-US"/>
          </a:p>
        </p:txBody>
      </p:sp>
      <p:sp>
        <p:nvSpPr>
          <p:cNvPr id="15" name="Title 1">
            <a:extLst>
              <a:ext uri="{FF2B5EF4-FFF2-40B4-BE49-F238E27FC236}">
                <a16:creationId xmlns:a16="http://schemas.microsoft.com/office/drawing/2014/main" id="{59072256-7292-B969-0F23-8505F54F4DF1}"/>
              </a:ext>
            </a:extLst>
          </p:cNvPr>
          <p:cNvSpPr>
            <a:spLocks noGrp="1"/>
          </p:cNvSpPr>
          <p:nvPr>
            <p:ph type="title"/>
          </p:nvPr>
        </p:nvSpPr>
        <p:spPr>
          <a:xfrm>
            <a:off x="268514" y="171147"/>
            <a:ext cx="3429139" cy="1478570"/>
          </a:xfrm>
        </p:spPr>
        <p:txBody>
          <a:bodyPr vert="horz" lIns="91440" tIns="45720" rIns="91440" bIns="45720" rtlCol="0" anchor="ctr">
            <a:normAutofit/>
          </a:bodyPr>
          <a:lstStyle/>
          <a:p>
            <a:r>
              <a:rPr lang="en-US" dirty="0">
                <a:solidFill>
                  <a:schemeClr val="bg1"/>
                </a:solidFill>
              </a:rPr>
              <a:t>Early Results –SNR (1cm SDS)</a:t>
            </a:r>
          </a:p>
        </p:txBody>
      </p:sp>
      <p:pic>
        <p:nvPicPr>
          <p:cNvPr id="3" name="Picture 2">
            <a:extLst>
              <a:ext uri="{FF2B5EF4-FFF2-40B4-BE49-F238E27FC236}">
                <a16:creationId xmlns:a16="http://schemas.microsoft.com/office/drawing/2014/main" id="{B60BFBCD-DB05-7A00-3CA9-AA5CDB6CE7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63893" y="569919"/>
            <a:ext cx="4514850" cy="2800350"/>
          </a:xfrm>
          <a:prstGeom prst="rect">
            <a:avLst/>
          </a:prstGeom>
        </p:spPr>
      </p:pic>
      <p:pic>
        <p:nvPicPr>
          <p:cNvPr id="7" name="Picture 6">
            <a:extLst>
              <a:ext uri="{FF2B5EF4-FFF2-40B4-BE49-F238E27FC236}">
                <a16:creationId xmlns:a16="http://schemas.microsoft.com/office/drawing/2014/main" id="{040354A5-F0CB-438F-2DE2-C849EEAF49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86276" y="3783266"/>
            <a:ext cx="4514850" cy="2800350"/>
          </a:xfrm>
          <a:prstGeom prst="rect">
            <a:avLst/>
          </a:prstGeom>
        </p:spPr>
      </p:pic>
      <p:sp>
        <p:nvSpPr>
          <p:cNvPr id="9" name="TextBox 8">
            <a:extLst>
              <a:ext uri="{FF2B5EF4-FFF2-40B4-BE49-F238E27FC236}">
                <a16:creationId xmlns:a16="http://schemas.microsoft.com/office/drawing/2014/main" id="{43B97747-81F1-3C5C-9169-2BCE6FE3CB31}"/>
              </a:ext>
            </a:extLst>
          </p:cNvPr>
          <p:cNvSpPr txBox="1"/>
          <p:nvPr/>
        </p:nvSpPr>
        <p:spPr>
          <a:xfrm>
            <a:off x="6717404" y="202640"/>
            <a:ext cx="2252594" cy="369332"/>
          </a:xfrm>
          <a:prstGeom prst="rect">
            <a:avLst/>
          </a:prstGeom>
          <a:noFill/>
        </p:spPr>
        <p:txBody>
          <a:bodyPr wrap="square" rtlCol="0">
            <a:spAutoFit/>
          </a:bodyPr>
          <a:lstStyle/>
          <a:p>
            <a:pPr algn="ctr"/>
            <a:r>
              <a:rPr lang="en-US" dirty="0"/>
              <a:t>Raw Contrast</a:t>
            </a:r>
          </a:p>
        </p:txBody>
      </p:sp>
      <p:sp>
        <p:nvSpPr>
          <p:cNvPr id="11" name="TextBox 10">
            <a:extLst>
              <a:ext uri="{FF2B5EF4-FFF2-40B4-BE49-F238E27FC236}">
                <a16:creationId xmlns:a16="http://schemas.microsoft.com/office/drawing/2014/main" id="{91FFCBCD-8BBD-6947-4723-2052D1A78617}"/>
              </a:ext>
            </a:extLst>
          </p:cNvPr>
          <p:cNvSpPr txBox="1"/>
          <p:nvPr/>
        </p:nvSpPr>
        <p:spPr>
          <a:xfrm>
            <a:off x="6695021" y="3426070"/>
            <a:ext cx="2252594" cy="369332"/>
          </a:xfrm>
          <a:prstGeom prst="rect">
            <a:avLst/>
          </a:prstGeom>
          <a:noFill/>
        </p:spPr>
        <p:txBody>
          <a:bodyPr wrap="square" rtlCol="0">
            <a:spAutoFit/>
          </a:bodyPr>
          <a:lstStyle/>
          <a:p>
            <a:pPr algn="ctr"/>
            <a:r>
              <a:rPr lang="en-US" dirty="0"/>
              <a:t>Corrected Contrast</a:t>
            </a:r>
          </a:p>
        </p:txBody>
      </p:sp>
    </p:spTree>
    <p:extLst>
      <p:ext uri="{BB962C8B-B14F-4D97-AF65-F5344CB8AC3E}">
        <p14:creationId xmlns:p14="http://schemas.microsoft.com/office/powerpoint/2010/main" val="1783527972"/>
      </p:ext>
    </p:extLst>
  </p:cSld>
  <p:clrMapOvr>
    <a:overrideClrMapping bg1="lt1" tx1="dk1" bg2="lt2" tx2="dk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172DC-4C88-BB36-7F08-811B4E7729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48CE58-AECB-389F-DB81-63656DA47EB9}"/>
              </a:ext>
            </a:extLst>
          </p:cNvPr>
          <p:cNvSpPr>
            <a:spLocks noGrp="1"/>
          </p:cNvSpPr>
          <p:nvPr>
            <p:ph type="title"/>
          </p:nvPr>
        </p:nvSpPr>
        <p:spPr>
          <a:xfrm>
            <a:off x="268514" y="171147"/>
            <a:ext cx="3429139" cy="1478570"/>
          </a:xfrm>
        </p:spPr>
        <p:txBody>
          <a:bodyPr vert="horz" lIns="91440" tIns="45720" rIns="91440" bIns="45720" rtlCol="0" anchor="ctr">
            <a:normAutofit/>
          </a:bodyPr>
          <a:lstStyle/>
          <a:p>
            <a:r>
              <a:rPr lang="en-US" dirty="0">
                <a:solidFill>
                  <a:schemeClr val="bg1"/>
                </a:solidFill>
              </a:rPr>
              <a:t>Early Results –SNR (1.5cm SDS)</a:t>
            </a:r>
          </a:p>
        </p:txBody>
      </p:sp>
      <p:sp>
        <p:nvSpPr>
          <p:cNvPr id="6" name="מציין מיקום של מספר שקופית 5">
            <a:extLst>
              <a:ext uri="{FF2B5EF4-FFF2-40B4-BE49-F238E27FC236}">
                <a16:creationId xmlns:a16="http://schemas.microsoft.com/office/drawing/2014/main" id="{2FB77603-E55D-C5A5-4854-E68EF34199B8}"/>
              </a:ext>
            </a:extLst>
          </p:cNvPr>
          <p:cNvSpPr>
            <a:spLocks noGrp="1"/>
          </p:cNvSpPr>
          <p:nvPr>
            <p:ph type="sldNum" sz="quarter" idx="12"/>
          </p:nvPr>
        </p:nvSpPr>
        <p:spPr/>
        <p:txBody>
          <a:bodyPr/>
          <a:lstStyle/>
          <a:p>
            <a:fld id="{2D11AD2F-9457-44B3-A1A5-67FB697FC1E5}" type="slidenum">
              <a:rPr lang="en-US" smtClean="0"/>
              <a:t>27</a:t>
            </a:fld>
            <a:endParaRPr lang="en-US"/>
          </a:p>
        </p:txBody>
      </p:sp>
      <p:pic>
        <p:nvPicPr>
          <p:cNvPr id="10" name="Picture 6" descr="Faculty of Engineering Bar-Ilan University">
            <a:extLst>
              <a:ext uri="{FF2B5EF4-FFF2-40B4-BE49-F238E27FC236}">
                <a16:creationId xmlns:a16="http://schemas.microsoft.com/office/drawing/2014/main" id="{F18CDF9A-596F-6536-4217-CE8A2F8BC3D3}"/>
              </a:ext>
            </a:extLst>
          </p:cNvPr>
          <p:cNvPicPr/>
          <p:nvPr/>
        </p:nvPicPr>
        <p:blipFill>
          <a:blip r:embed="rId2">
            <a:extLst>
              <a:ext uri="{28A0092B-C50C-407E-A947-70E740481C1C}">
                <a14:useLocalDpi xmlns:a14="http://schemas.microsoft.com/office/drawing/2010/main" val="0"/>
              </a:ext>
            </a:extLst>
          </a:blip>
          <a:stretch>
            <a:fillRect/>
          </a:stretch>
        </p:blipFill>
        <p:spPr bwMode="auto">
          <a:xfrm>
            <a:off x="91074" y="6367558"/>
            <a:ext cx="2023476" cy="551397"/>
          </a:xfrm>
          <a:prstGeom prst="rect">
            <a:avLst/>
          </a:prstGeom>
          <a:noFill/>
          <a:extLst>
            <a:ext uri="{909E8E84-426E-40DD-AFC4-6F175D3DCCD1}">
              <a14:hiddenFill xmlns:a14="http://schemas.microsoft.com/office/drawing/2010/main">
                <a:solidFill>
                  <a:srgbClr val="FFFFFF"/>
                </a:solidFill>
              </a14:hiddenFill>
            </a:ext>
          </a:extLst>
        </p:spPr>
      </p:pic>
      <p:sp>
        <p:nvSpPr>
          <p:cNvPr id="20" name="Text Placeholder 3">
            <a:extLst>
              <a:ext uri="{FF2B5EF4-FFF2-40B4-BE49-F238E27FC236}">
                <a16:creationId xmlns:a16="http://schemas.microsoft.com/office/drawing/2014/main" id="{B86D939D-DBC6-988D-8786-D0BE1DD890B1}"/>
              </a:ext>
            </a:extLst>
          </p:cNvPr>
          <p:cNvSpPr>
            <a:spLocks noGrp="1"/>
          </p:cNvSpPr>
          <p:nvPr>
            <p:ph type="body" sz="half" idx="2"/>
          </p:nvPr>
        </p:nvSpPr>
        <p:spPr>
          <a:xfrm>
            <a:off x="420966" y="1516063"/>
            <a:ext cx="3374745" cy="4876800"/>
          </a:xfrm>
        </p:spPr>
        <p:txBody>
          <a:bodyPr vert="horz" lIns="91440" tIns="45720" rIns="91440" bIns="45720" rtlCol="0">
            <a:normAutofit/>
          </a:bodyPr>
          <a:lstStyle/>
          <a:p>
            <a:pPr marL="114300" indent="-342900">
              <a:lnSpc>
                <a:spcPct val="110000"/>
              </a:lnSpc>
              <a:buClr>
                <a:schemeClr val="bg1"/>
              </a:buClr>
              <a:buFont typeface="Wingdings" panose="05000000000000000000" pitchFamily="2" charset="2"/>
              <a:buChar char="Ø"/>
            </a:pPr>
            <a:r>
              <a:rPr lang="en-US" sz="2400" dirty="0">
                <a:solidFill>
                  <a:schemeClr val="bg1"/>
                </a:solidFill>
              </a:rPr>
              <a:t>Laser Power Level: 45%</a:t>
            </a:r>
          </a:p>
          <a:p>
            <a:pPr marL="114300" indent="-342900">
              <a:lnSpc>
                <a:spcPct val="110000"/>
              </a:lnSpc>
              <a:buClr>
                <a:schemeClr val="bg1"/>
              </a:buClr>
              <a:buFont typeface="Wingdings" panose="05000000000000000000" pitchFamily="2" charset="2"/>
              <a:buChar char="Ø"/>
            </a:pPr>
            <a:r>
              <a:rPr lang="en-US" sz="2400" dirty="0">
                <a:solidFill>
                  <a:schemeClr val="bg1"/>
                </a:solidFill>
              </a:rPr>
              <a:t>Noise subtraction does not improve signal</a:t>
            </a:r>
          </a:p>
          <a:p>
            <a:pPr marL="114300" indent="-342900">
              <a:lnSpc>
                <a:spcPct val="110000"/>
              </a:lnSpc>
              <a:buClr>
                <a:schemeClr val="bg1"/>
              </a:buClr>
              <a:buFont typeface="Wingdings" panose="05000000000000000000" pitchFamily="2" charset="2"/>
              <a:buChar char="Ø"/>
            </a:pPr>
            <a:r>
              <a:rPr lang="en-US" sz="2400" dirty="0">
                <a:solidFill>
                  <a:schemeClr val="bg1"/>
                </a:solidFill>
              </a:rPr>
              <a:t>PaLS-iSCOS has improved SNR, but for less gates</a:t>
            </a:r>
          </a:p>
          <a:p>
            <a:pPr marL="114300" indent="-342900">
              <a:lnSpc>
                <a:spcPct val="110000"/>
              </a:lnSpc>
              <a:buClr>
                <a:schemeClr val="bg1"/>
              </a:buClr>
              <a:buFont typeface="Wingdings" panose="05000000000000000000" pitchFamily="2" charset="2"/>
              <a:buChar char="Ø"/>
            </a:pPr>
            <a:endParaRPr lang="en-US" sz="2200" dirty="0">
              <a:solidFill>
                <a:schemeClr val="bg1"/>
              </a:solidFill>
            </a:endParaRPr>
          </a:p>
          <a:p>
            <a:pPr>
              <a:lnSpc>
                <a:spcPct val="110000"/>
              </a:lnSpc>
              <a:buClr>
                <a:schemeClr val="tx1"/>
              </a:buClr>
            </a:pPr>
            <a:endParaRPr lang="en-US" sz="2400" dirty="0">
              <a:solidFill>
                <a:srgbClr val="FFFFFF"/>
              </a:solidFill>
            </a:endParaRPr>
          </a:p>
        </p:txBody>
      </p:sp>
      <p:sp>
        <p:nvSpPr>
          <p:cNvPr id="3" name="TextBox 2">
            <a:extLst>
              <a:ext uri="{FF2B5EF4-FFF2-40B4-BE49-F238E27FC236}">
                <a16:creationId xmlns:a16="http://schemas.microsoft.com/office/drawing/2014/main" id="{6E38FFA2-3D0C-3DF9-7A7E-0779FCF68978}"/>
              </a:ext>
            </a:extLst>
          </p:cNvPr>
          <p:cNvSpPr txBox="1"/>
          <p:nvPr/>
        </p:nvSpPr>
        <p:spPr>
          <a:xfrm>
            <a:off x="6717404" y="202640"/>
            <a:ext cx="2252594" cy="369332"/>
          </a:xfrm>
          <a:prstGeom prst="rect">
            <a:avLst/>
          </a:prstGeom>
          <a:noFill/>
        </p:spPr>
        <p:txBody>
          <a:bodyPr wrap="square" rtlCol="0">
            <a:spAutoFit/>
          </a:bodyPr>
          <a:lstStyle/>
          <a:p>
            <a:pPr algn="ctr"/>
            <a:r>
              <a:rPr lang="en-US" dirty="0"/>
              <a:t>Raw Contrast</a:t>
            </a:r>
          </a:p>
        </p:txBody>
      </p:sp>
      <p:sp>
        <p:nvSpPr>
          <p:cNvPr id="4" name="TextBox 3">
            <a:extLst>
              <a:ext uri="{FF2B5EF4-FFF2-40B4-BE49-F238E27FC236}">
                <a16:creationId xmlns:a16="http://schemas.microsoft.com/office/drawing/2014/main" id="{94263F4E-7E20-14C8-BDA7-0744E7DBCBD0}"/>
              </a:ext>
            </a:extLst>
          </p:cNvPr>
          <p:cNvSpPr txBox="1"/>
          <p:nvPr/>
        </p:nvSpPr>
        <p:spPr>
          <a:xfrm>
            <a:off x="6695021" y="3426070"/>
            <a:ext cx="2252594" cy="369332"/>
          </a:xfrm>
          <a:prstGeom prst="rect">
            <a:avLst/>
          </a:prstGeom>
          <a:noFill/>
        </p:spPr>
        <p:txBody>
          <a:bodyPr wrap="square" rtlCol="0">
            <a:spAutoFit/>
          </a:bodyPr>
          <a:lstStyle/>
          <a:p>
            <a:pPr algn="ctr"/>
            <a:r>
              <a:rPr lang="en-US" dirty="0"/>
              <a:t>Corrected Contrast</a:t>
            </a:r>
          </a:p>
        </p:txBody>
      </p:sp>
      <p:pic>
        <p:nvPicPr>
          <p:cNvPr id="7" name="Picture 6">
            <a:extLst>
              <a:ext uri="{FF2B5EF4-FFF2-40B4-BE49-F238E27FC236}">
                <a16:creationId xmlns:a16="http://schemas.microsoft.com/office/drawing/2014/main" id="{24264BAE-9B41-9969-231D-C33E7D76F3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86276" y="3801841"/>
            <a:ext cx="4514850" cy="2800350"/>
          </a:xfrm>
          <a:prstGeom prst="rect">
            <a:avLst/>
          </a:prstGeom>
        </p:spPr>
      </p:pic>
      <p:pic>
        <p:nvPicPr>
          <p:cNvPr id="9" name="Picture 8">
            <a:extLst>
              <a:ext uri="{FF2B5EF4-FFF2-40B4-BE49-F238E27FC236}">
                <a16:creationId xmlns:a16="http://schemas.microsoft.com/office/drawing/2014/main" id="{A2E680C8-227A-5D22-9AF3-76B5C080C4B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63893" y="572551"/>
            <a:ext cx="4514850" cy="2800350"/>
          </a:xfrm>
          <a:prstGeom prst="rect">
            <a:avLst/>
          </a:prstGeom>
        </p:spPr>
      </p:pic>
    </p:spTree>
    <p:extLst>
      <p:ext uri="{BB962C8B-B14F-4D97-AF65-F5344CB8AC3E}">
        <p14:creationId xmlns:p14="http://schemas.microsoft.com/office/powerpoint/2010/main" val="7421131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89F02-68CE-6EAD-66D0-3090DB897C9C}"/>
            </a:ext>
          </a:extLst>
        </p:cNvPr>
        <p:cNvGrpSpPr/>
        <p:nvPr/>
      </p:nvGrpSpPr>
      <p:grpSpPr>
        <a:xfrm>
          <a:off x="0" y="0"/>
          <a:ext cx="0" cy="0"/>
          <a:chOff x="0" y="0"/>
          <a:chExt cx="0" cy="0"/>
        </a:xfrm>
      </p:grpSpPr>
      <p:sp>
        <p:nvSpPr>
          <p:cNvPr id="6" name="מציין מיקום של מספר שקופית 5">
            <a:extLst>
              <a:ext uri="{FF2B5EF4-FFF2-40B4-BE49-F238E27FC236}">
                <a16:creationId xmlns:a16="http://schemas.microsoft.com/office/drawing/2014/main" id="{8D930840-27A0-0BCA-8EA0-BC26E65A69C1}"/>
              </a:ext>
            </a:extLst>
          </p:cNvPr>
          <p:cNvSpPr>
            <a:spLocks noGrp="1"/>
          </p:cNvSpPr>
          <p:nvPr>
            <p:ph type="sldNum" sz="quarter" idx="12"/>
          </p:nvPr>
        </p:nvSpPr>
        <p:spPr/>
        <p:txBody>
          <a:bodyPr/>
          <a:lstStyle/>
          <a:p>
            <a:fld id="{2D11AD2F-9457-44B3-A1A5-67FB697FC1E5}" type="slidenum">
              <a:rPr lang="en-US" smtClean="0"/>
              <a:t>28</a:t>
            </a:fld>
            <a:endParaRPr lang="en-US"/>
          </a:p>
        </p:txBody>
      </p:sp>
      <p:pic>
        <p:nvPicPr>
          <p:cNvPr id="11" name="Picture 6" descr="Faculty of Engineering Bar-Ilan University">
            <a:extLst>
              <a:ext uri="{FF2B5EF4-FFF2-40B4-BE49-F238E27FC236}">
                <a16:creationId xmlns:a16="http://schemas.microsoft.com/office/drawing/2014/main" id="{D490CCCF-FB10-FFF9-97FE-DDA751D260FA}"/>
              </a:ext>
            </a:extLst>
          </p:cNvPr>
          <p:cNvPicPr/>
          <p:nvPr/>
        </p:nvPicPr>
        <p:blipFill>
          <a:blip r:embed="rId2">
            <a:extLst>
              <a:ext uri="{28A0092B-C50C-407E-A947-70E740481C1C}">
                <a14:useLocalDpi xmlns:a14="http://schemas.microsoft.com/office/drawing/2010/main" val="0"/>
              </a:ext>
            </a:extLst>
          </a:blip>
          <a:stretch>
            <a:fillRect/>
          </a:stretch>
        </p:blipFill>
        <p:spPr bwMode="auto">
          <a:xfrm>
            <a:off x="91074" y="6367558"/>
            <a:ext cx="2023476" cy="551397"/>
          </a:xfrm>
          <a:prstGeom prst="rect">
            <a:avLst/>
          </a:prstGeom>
          <a:noFill/>
          <a:extLst>
            <a:ext uri="{909E8E84-426E-40DD-AFC4-6F175D3DCCD1}">
              <a14:hiddenFill xmlns:a14="http://schemas.microsoft.com/office/drawing/2010/main">
                <a:solidFill>
                  <a:srgbClr val="FFFFFF"/>
                </a:solidFill>
              </a14:hiddenFill>
            </a:ext>
          </a:extLst>
        </p:spPr>
      </p:pic>
      <p:sp>
        <p:nvSpPr>
          <p:cNvPr id="15" name="Text Placeholder 3">
            <a:extLst>
              <a:ext uri="{FF2B5EF4-FFF2-40B4-BE49-F238E27FC236}">
                <a16:creationId xmlns:a16="http://schemas.microsoft.com/office/drawing/2014/main" id="{C252D2D8-601C-14E0-E184-11E588464F63}"/>
              </a:ext>
            </a:extLst>
          </p:cNvPr>
          <p:cNvSpPr>
            <a:spLocks noGrp="1"/>
          </p:cNvSpPr>
          <p:nvPr>
            <p:ph type="body" sz="half" idx="2"/>
          </p:nvPr>
        </p:nvSpPr>
        <p:spPr>
          <a:xfrm>
            <a:off x="420966" y="1516063"/>
            <a:ext cx="3374745" cy="4876800"/>
          </a:xfrm>
        </p:spPr>
        <p:txBody>
          <a:bodyPr vert="horz" lIns="91440" tIns="45720" rIns="91440" bIns="45720" rtlCol="0">
            <a:normAutofit/>
          </a:bodyPr>
          <a:lstStyle/>
          <a:p>
            <a:pPr marL="114300" indent="-342900">
              <a:lnSpc>
                <a:spcPct val="110000"/>
              </a:lnSpc>
              <a:buClr>
                <a:schemeClr val="bg1"/>
              </a:buClr>
              <a:buFont typeface="Wingdings" panose="05000000000000000000" pitchFamily="2" charset="2"/>
              <a:buChar char="Ø"/>
            </a:pPr>
            <a:r>
              <a:rPr lang="en-US" sz="2400" dirty="0">
                <a:solidFill>
                  <a:schemeClr val="bg1"/>
                </a:solidFill>
              </a:rPr>
              <a:t>Laser Power Level: 55%</a:t>
            </a:r>
          </a:p>
          <a:p>
            <a:pPr marL="114300" indent="-342900">
              <a:lnSpc>
                <a:spcPct val="110000"/>
              </a:lnSpc>
              <a:buClr>
                <a:schemeClr val="bg1"/>
              </a:buClr>
              <a:buFont typeface="Wingdings" panose="05000000000000000000" pitchFamily="2" charset="2"/>
              <a:buChar char="Ø"/>
            </a:pPr>
            <a:r>
              <a:rPr lang="en-US" sz="2400" dirty="0">
                <a:solidFill>
                  <a:schemeClr val="bg1"/>
                </a:solidFill>
              </a:rPr>
              <a:t>Noise subtraction degrades signal</a:t>
            </a:r>
          </a:p>
          <a:p>
            <a:pPr marL="114300" indent="-342900">
              <a:lnSpc>
                <a:spcPct val="110000"/>
              </a:lnSpc>
              <a:buClr>
                <a:schemeClr val="bg1"/>
              </a:buClr>
              <a:buFont typeface="Wingdings" panose="05000000000000000000" pitchFamily="2" charset="2"/>
              <a:buChar char="Ø"/>
            </a:pPr>
            <a:r>
              <a:rPr lang="en-US" sz="2400" dirty="0">
                <a:solidFill>
                  <a:schemeClr val="bg1"/>
                </a:solidFill>
              </a:rPr>
              <a:t>PaLS-iSCOS has lower SNR</a:t>
            </a:r>
          </a:p>
          <a:p>
            <a:pPr marL="114300" indent="-342900">
              <a:lnSpc>
                <a:spcPct val="110000"/>
              </a:lnSpc>
              <a:buClr>
                <a:schemeClr val="bg1"/>
              </a:buClr>
              <a:buFont typeface="Wingdings" panose="05000000000000000000" pitchFamily="2" charset="2"/>
              <a:buChar char="Ø"/>
            </a:pPr>
            <a:endParaRPr lang="en-US" sz="2200" dirty="0">
              <a:solidFill>
                <a:schemeClr val="bg1"/>
              </a:solidFill>
            </a:endParaRPr>
          </a:p>
          <a:p>
            <a:pPr>
              <a:lnSpc>
                <a:spcPct val="110000"/>
              </a:lnSpc>
              <a:buClr>
                <a:schemeClr val="tx1"/>
              </a:buClr>
            </a:pPr>
            <a:endParaRPr lang="en-US" sz="2400" dirty="0">
              <a:solidFill>
                <a:srgbClr val="FFFFFF"/>
              </a:solidFill>
            </a:endParaRPr>
          </a:p>
        </p:txBody>
      </p:sp>
      <p:sp>
        <p:nvSpPr>
          <p:cNvPr id="18" name="Title 1">
            <a:extLst>
              <a:ext uri="{FF2B5EF4-FFF2-40B4-BE49-F238E27FC236}">
                <a16:creationId xmlns:a16="http://schemas.microsoft.com/office/drawing/2014/main" id="{F0056706-E279-4215-9A76-3DA88976942F}"/>
              </a:ext>
            </a:extLst>
          </p:cNvPr>
          <p:cNvSpPr>
            <a:spLocks noGrp="1"/>
          </p:cNvSpPr>
          <p:nvPr>
            <p:ph type="title"/>
          </p:nvPr>
        </p:nvSpPr>
        <p:spPr>
          <a:xfrm>
            <a:off x="268514" y="171147"/>
            <a:ext cx="3429139" cy="1478570"/>
          </a:xfrm>
        </p:spPr>
        <p:txBody>
          <a:bodyPr vert="horz" lIns="91440" tIns="45720" rIns="91440" bIns="45720" rtlCol="0" anchor="ctr">
            <a:normAutofit/>
          </a:bodyPr>
          <a:lstStyle/>
          <a:p>
            <a:r>
              <a:rPr lang="en-US" dirty="0">
                <a:solidFill>
                  <a:schemeClr val="bg1"/>
                </a:solidFill>
              </a:rPr>
              <a:t>Early Results –SNR (2.5cm SDS)</a:t>
            </a:r>
          </a:p>
        </p:txBody>
      </p:sp>
      <p:sp>
        <p:nvSpPr>
          <p:cNvPr id="2" name="TextBox 1">
            <a:extLst>
              <a:ext uri="{FF2B5EF4-FFF2-40B4-BE49-F238E27FC236}">
                <a16:creationId xmlns:a16="http://schemas.microsoft.com/office/drawing/2014/main" id="{6C68B6EB-0BC3-05FC-F578-7EF92E782ACC}"/>
              </a:ext>
            </a:extLst>
          </p:cNvPr>
          <p:cNvSpPr txBox="1"/>
          <p:nvPr/>
        </p:nvSpPr>
        <p:spPr>
          <a:xfrm>
            <a:off x="6717404" y="202640"/>
            <a:ext cx="2252594" cy="369332"/>
          </a:xfrm>
          <a:prstGeom prst="rect">
            <a:avLst/>
          </a:prstGeom>
          <a:noFill/>
        </p:spPr>
        <p:txBody>
          <a:bodyPr wrap="square" rtlCol="0">
            <a:spAutoFit/>
          </a:bodyPr>
          <a:lstStyle/>
          <a:p>
            <a:pPr algn="ctr"/>
            <a:r>
              <a:rPr lang="en-US" dirty="0"/>
              <a:t>Raw Contrast</a:t>
            </a:r>
          </a:p>
        </p:txBody>
      </p:sp>
      <p:sp>
        <p:nvSpPr>
          <p:cNvPr id="3" name="TextBox 2">
            <a:extLst>
              <a:ext uri="{FF2B5EF4-FFF2-40B4-BE49-F238E27FC236}">
                <a16:creationId xmlns:a16="http://schemas.microsoft.com/office/drawing/2014/main" id="{A8D50895-CC6F-B318-D060-73CAB7E0B587}"/>
              </a:ext>
            </a:extLst>
          </p:cNvPr>
          <p:cNvSpPr txBox="1"/>
          <p:nvPr/>
        </p:nvSpPr>
        <p:spPr>
          <a:xfrm>
            <a:off x="6695021" y="3426070"/>
            <a:ext cx="2252594" cy="369332"/>
          </a:xfrm>
          <a:prstGeom prst="rect">
            <a:avLst/>
          </a:prstGeom>
          <a:noFill/>
        </p:spPr>
        <p:txBody>
          <a:bodyPr wrap="square" rtlCol="0">
            <a:spAutoFit/>
          </a:bodyPr>
          <a:lstStyle/>
          <a:p>
            <a:pPr algn="ctr"/>
            <a:r>
              <a:rPr lang="en-US" dirty="0"/>
              <a:t>Corrected Contrast</a:t>
            </a:r>
          </a:p>
        </p:txBody>
      </p:sp>
      <p:pic>
        <p:nvPicPr>
          <p:cNvPr id="5" name="Picture 4">
            <a:extLst>
              <a:ext uri="{FF2B5EF4-FFF2-40B4-BE49-F238E27FC236}">
                <a16:creationId xmlns:a16="http://schemas.microsoft.com/office/drawing/2014/main" id="{1900C187-180A-D399-190D-0412075C9C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86276" y="519660"/>
            <a:ext cx="4514850" cy="2800350"/>
          </a:xfrm>
          <a:prstGeom prst="rect">
            <a:avLst/>
          </a:prstGeom>
        </p:spPr>
      </p:pic>
      <p:pic>
        <p:nvPicPr>
          <p:cNvPr id="9" name="Picture 8">
            <a:extLst>
              <a:ext uri="{FF2B5EF4-FFF2-40B4-BE49-F238E27FC236}">
                <a16:creationId xmlns:a16="http://schemas.microsoft.com/office/drawing/2014/main" id="{6777F0DC-A718-BCEC-E2DF-B65690309DB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86276" y="3795402"/>
            <a:ext cx="4514850" cy="2800350"/>
          </a:xfrm>
          <a:prstGeom prst="rect">
            <a:avLst/>
          </a:prstGeom>
        </p:spPr>
      </p:pic>
    </p:spTree>
    <p:extLst>
      <p:ext uri="{BB962C8B-B14F-4D97-AF65-F5344CB8AC3E}">
        <p14:creationId xmlns:p14="http://schemas.microsoft.com/office/powerpoint/2010/main" val="19418264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E569E-CE9D-3B24-7FCE-6E40C0F0FDE6}"/>
              </a:ext>
            </a:extLst>
          </p:cNvPr>
          <p:cNvSpPr>
            <a:spLocks noGrp="1"/>
          </p:cNvSpPr>
          <p:nvPr>
            <p:ph type="title"/>
          </p:nvPr>
        </p:nvSpPr>
        <p:spPr>
          <a:xfrm>
            <a:off x="1097281" y="5074919"/>
            <a:ext cx="3790251" cy="1068303"/>
          </a:xfrm>
        </p:spPr>
        <p:txBody>
          <a:bodyPr/>
          <a:lstStyle/>
          <a:p>
            <a:r>
              <a:rPr lang="en-US" dirty="0">
                <a:solidFill>
                  <a:schemeClr val="bg1"/>
                </a:solidFill>
              </a:rPr>
              <a:t>Results –BPM Accuracy </a:t>
            </a:r>
            <a:endParaRPr lang="en-US" dirty="0"/>
          </a:p>
        </p:txBody>
      </p:sp>
      <p:sp>
        <p:nvSpPr>
          <p:cNvPr id="5" name="Slide Number Placeholder 4">
            <a:extLst>
              <a:ext uri="{FF2B5EF4-FFF2-40B4-BE49-F238E27FC236}">
                <a16:creationId xmlns:a16="http://schemas.microsoft.com/office/drawing/2014/main" id="{9CBC6F51-20AE-2880-758A-EB56F17EAD35}"/>
              </a:ext>
            </a:extLst>
          </p:cNvPr>
          <p:cNvSpPr>
            <a:spLocks noGrp="1"/>
          </p:cNvSpPr>
          <p:nvPr>
            <p:ph type="sldNum" sz="quarter" idx="12"/>
          </p:nvPr>
        </p:nvSpPr>
        <p:spPr/>
        <p:txBody>
          <a:bodyPr/>
          <a:lstStyle/>
          <a:p>
            <a:fld id="{2D11AD2F-9457-44B3-A1A5-67FB697FC1E5}" type="slidenum">
              <a:rPr lang="en-US" smtClean="0"/>
              <a:t>29</a:t>
            </a:fld>
            <a:endParaRPr lang="en-US"/>
          </a:p>
        </p:txBody>
      </p:sp>
      <p:pic>
        <p:nvPicPr>
          <p:cNvPr id="7" name="Picture 6" descr="Faculty of Engineering Bar-Ilan University">
            <a:extLst>
              <a:ext uri="{FF2B5EF4-FFF2-40B4-BE49-F238E27FC236}">
                <a16:creationId xmlns:a16="http://schemas.microsoft.com/office/drawing/2014/main" id="{546063DE-40FD-F593-FA89-719E0DE50D95}"/>
              </a:ext>
            </a:extLst>
          </p:cNvPr>
          <p:cNvPicPr/>
          <p:nvPr/>
        </p:nvPicPr>
        <p:blipFill>
          <a:blip r:embed="rId2">
            <a:extLst>
              <a:ext uri="{28A0092B-C50C-407E-A947-70E740481C1C}">
                <a14:useLocalDpi xmlns:a14="http://schemas.microsoft.com/office/drawing/2010/main" val="0"/>
              </a:ext>
            </a:extLst>
          </a:blip>
          <a:stretch>
            <a:fillRect/>
          </a:stretch>
        </p:blipFill>
        <p:spPr bwMode="auto">
          <a:xfrm>
            <a:off x="91074" y="6367558"/>
            <a:ext cx="2023476" cy="551397"/>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3">
            <a:extLst>
              <a:ext uri="{FF2B5EF4-FFF2-40B4-BE49-F238E27FC236}">
                <a16:creationId xmlns:a16="http://schemas.microsoft.com/office/drawing/2014/main" id="{25D0DAF1-6E78-16F9-278F-DEA435786246}"/>
              </a:ext>
            </a:extLst>
          </p:cNvPr>
          <p:cNvSpPr>
            <a:spLocks noGrp="1"/>
          </p:cNvSpPr>
          <p:nvPr>
            <p:ph type="body" sz="half" idx="2"/>
          </p:nvPr>
        </p:nvSpPr>
        <p:spPr>
          <a:xfrm>
            <a:off x="5595309" y="5391378"/>
            <a:ext cx="3374745" cy="857023"/>
          </a:xfrm>
        </p:spPr>
        <p:txBody>
          <a:bodyPr vert="horz" lIns="91440" tIns="45720" rIns="91440" bIns="45720" rtlCol="0">
            <a:normAutofit fontScale="92500" lnSpcReduction="10000"/>
          </a:bodyPr>
          <a:lstStyle/>
          <a:p>
            <a:pPr marL="114300" indent="-342900">
              <a:lnSpc>
                <a:spcPct val="110000"/>
              </a:lnSpc>
              <a:buClr>
                <a:schemeClr val="bg1"/>
              </a:buClr>
              <a:buFont typeface="Wingdings" panose="05000000000000000000" pitchFamily="2" charset="2"/>
              <a:buChar char="Ø"/>
            </a:pPr>
            <a:r>
              <a:rPr lang="en-US" sz="2400" dirty="0">
                <a:solidFill>
                  <a:schemeClr val="bg1"/>
                </a:solidFill>
              </a:rPr>
              <a:t>Accuracy- between 60 to 100 BPM</a:t>
            </a:r>
          </a:p>
          <a:p>
            <a:pPr marL="114300" indent="-342900">
              <a:lnSpc>
                <a:spcPct val="110000"/>
              </a:lnSpc>
              <a:buClr>
                <a:schemeClr val="bg1"/>
              </a:buClr>
              <a:buFont typeface="Wingdings" panose="05000000000000000000" pitchFamily="2" charset="2"/>
              <a:buChar char="Ø"/>
            </a:pPr>
            <a:endParaRPr lang="en-US" sz="2200" dirty="0">
              <a:solidFill>
                <a:schemeClr val="bg1"/>
              </a:solidFill>
            </a:endParaRPr>
          </a:p>
          <a:p>
            <a:pPr>
              <a:lnSpc>
                <a:spcPct val="110000"/>
              </a:lnSpc>
              <a:buClr>
                <a:schemeClr val="tx1"/>
              </a:buClr>
            </a:pPr>
            <a:endParaRPr lang="en-US" sz="2400" dirty="0">
              <a:solidFill>
                <a:srgbClr val="FFFFFF"/>
              </a:solidFill>
            </a:endParaRPr>
          </a:p>
        </p:txBody>
      </p:sp>
      <p:sp>
        <p:nvSpPr>
          <p:cNvPr id="11" name="TextBox 10">
            <a:extLst>
              <a:ext uri="{FF2B5EF4-FFF2-40B4-BE49-F238E27FC236}">
                <a16:creationId xmlns:a16="http://schemas.microsoft.com/office/drawing/2014/main" id="{83C4171C-0702-0766-EAD8-305928A2AFFC}"/>
              </a:ext>
            </a:extLst>
          </p:cNvPr>
          <p:cNvSpPr txBox="1"/>
          <p:nvPr/>
        </p:nvSpPr>
        <p:spPr>
          <a:xfrm>
            <a:off x="988253" y="874558"/>
            <a:ext cx="2252594" cy="523220"/>
          </a:xfrm>
          <a:prstGeom prst="rect">
            <a:avLst/>
          </a:prstGeom>
          <a:noFill/>
        </p:spPr>
        <p:txBody>
          <a:bodyPr wrap="square" rtlCol="0">
            <a:spAutoFit/>
          </a:bodyPr>
          <a:lstStyle/>
          <a:p>
            <a:pPr algn="ctr"/>
            <a:r>
              <a:rPr lang="en-US" sz="2800" dirty="0"/>
              <a:t>1cm SDS</a:t>
            </a:r>
          </a:p>
        </p:txBody>
      </p:sp>
      <p:sp>
        <p:nvSpPr>
          <p:cNvPr id="16" name="TextBox 15">
            <a:extLst>
              <a:ext uri="{FF2B5EF4-FFF2-40B4-BE49-F238E27FC236}">
                <a16:creationId xmlns:a16="http://schemas.microsoft.com/office/drawing/2014/main" id="{6CC21477-0882-300D-DEB0-96C507C8D425}"/>
              </a:ext>
            </a:extLst>
          </p:cNvPr>
          <p:cNvSpPr txBox="1"/>
          <p:nvPr/>
        </p:nvSpPr>
        <p:spPr>
          <a:xfrm>
            <a:off x="4954471" y="874558"/>
            <a:ext cx="2252594" cy="523220"/>
          </a:xfrm>
          <a:prstGeom prst="rect">
            <a:avLst/>
          </a:prstGeom>
          <a:noFill/>
        </p:spPr>
        <p:txBody>
          <a:bodyPr wrap="square" rtlCol="0">
            <a:spAutoFit/>
          </a:bodyPr>
          <a:lstStyle/>
          <a:p>
            <a:pPr algn="ctr"/>
            <a:r>
              <a:rPr lang="en-US" sz="2800" dirty="0"/>
              <a:t>1.5cm SDS</a:t>
            </a:r>
          </a:p>
        </p:txBody>
      </p:sp>
      <p:sp>
        <p:nvSpPr>
          <p:cNvPr id="17" name="TextBox 16">
            <a:extLst>
              <a:ext uri="{FF2B5EF4-FFF2-40B4-BE49-F238E27FC236}">
                <a16:creationId xmlns:a16="http://schemas.microsoft.com/office/drawing/2014/main" id="{FD30F29C-F453-CF67-9731-23982EB7E196}"/>
              </a:ext>
            </a:extLst>
          </p:cNvPr>
          <p:cNvSpPr txBox="1"/>
          <p:nvPr/>
        </p:nvSpPr>
        <p:spPr>
          <a:xfrm>
            <a:off x="8970054" y="899965"/>
            <a:ext cx="2252594" cy="523220"/>
          </a:xfrm>
          <a:prstGeom prst="rect">
            <a:avLst/>
          </a:prstGeom>
          <a:noFill/>
        </p:spPr>
        <p:txBody>
          <a:bodyPr wrap="square" rtlCol="0">
            <a:spAutoFit/>
          </a:bodyPr>
          <a:lstStyle/>
          <a:p>
            <a:pPr algn="ctr"/>
            <a:r>
              <a:rPr lang="en-US" sz="2800" dirty="0"/>
              <a:t>2.5cm SDS</a:t>
            </a:r>
          </a:p>
        </p:txBody>
      </p:sp>
      <p:pic>
        <p:nvPicPr>
          <p:cNvPr id="19" name="Picture 18">
            <a:extLst>
              <a:ext uri="{FF2B5EF4-FFF2-40B4-BE49-F238E27FC236}">
                <a16:creationId xmlns:a16="http://schemas.microsoft.com/office/drawing/2014/main" id="{3F951BE2-6CEB-5F77-1A21-CD629A8A96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80773" y="1825579"/>
            <a:ext cx="3630454" cy="2271713"/>
          </a:xfrm>
          <a:prstGeom prst="rect">
            <a:avLst/>
          </a:prstGeom>
        </p:spPr>
      </p:pic>
      <p:pic>
        <p:nvPicPr>
          <p:cNvPr id="21" name="Picture 20">
            <a:extLst>
              <a:ext uri="{FF2B5EF4-FFF2-40B4-BE49-F238E27FC236}">
                <a16:creationId xmlns:a16="http://schemas.microsoft.com/office/drawing/2014/main" id="{69B0E8E3-5E65-EE87-C273-0C34333EC29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2177" y="1783079"/>
            <a:ext cx="3664744" cy="2271713"/>
          </a:xfrm>
          <a:prstGeom prst="rect">
            <a:avLst/>
          </a:prstGeom>
        </p:spPr>
      </p:pic>
      <p:pic>
        <p:nvPicPr>
          <p:cNvPr id="23" name="Picture 22">
            <a:extLst>
              <a:ext uri="{FF2B5EF4-FFF2-40B4-BE49-F238E27FC236}">
                <a16:creationId xmlns:a16="http://schemas.microsoft.com/office/drawing/2014/main" id="{CD81CDC8-F8AF-A2D0-3062-5AF7E980B89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263979" y="1825579"/>
            <a:ext cx="3664744" cy="2271713"/>
          </a:xfrm>
          <a:prstGeom prst="rect">
            <a:avLst/>
          </a:prstGeom>
        </p:spPr>
      </p:pic>
    </p:spTree>
    <p:extLst>
      <p:ext uri="{BB962C8B-B14F-4D97-AF65-F5344CB8AC3E}">
        <p14:creationId xmlns:p14="http://schemas.microsoft.com/office/powerpoint/2010/main" val="15307718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5729E8-84B3-D1AD-50ED-3905A1A8F6B3}"/>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9860F3B-C742-4D3E-4445-24B034657055}"/>
              </a:ext>
            </a:extLst>
          </p:cNvPr>
          <p:cNvSpPr>
            <a:spLocks noGrp="1"/>
          </p:cNvSpPr>
          <p:nvPr>
            <p:ph type="sldNum" sz="quarter" idx="12"/>
          </p:nvPr>
        </p:nvSpPr>
        <p:spPr/>
        <p:txBody>
          <a:bodyPr/>
          <a:lstStyle/>
          <a:p>
            <a:fld id="{2D11AD2F-9457-44B3-A1A5-67FB697FC1E5}" type="slidenum">
              <a:rPr lang="en-US" smtClean="0"/>
              <a:t>30</a:t>
            </a:fld>
            <a:endParaRPr lang="en-US"/>
          </a:p>
        </p:txBody>
      </p:sp>
      <p:pic>
        <p:nvPicPr>
          <p:cNvPr id="7" name="Picture 6" descr="Faculty of Engineering Bar-Ilan University">
            <a:extLst>
              <a:ext uri="{FF2B5EF4-FFF2-40B4-BE49-F238E27FC236}">
                <a16:creationId xmlns:a16="http://schemas.microsoft.com/office/drawing/2014/main" id="{0D416437-7875-F04A-1E57-B63D967C10C2}"/>
              </a:ext>
            </a:extLst>
          </p:cNvPr>
          <p:cNvPicPr/>
          <p:nvPr/>
        </p:nvPicPr>
        <p:blipFill>
          <a:blip r:embed="rId2">
            <a:extLst>
              <a:ext uri="{28A0092B-C50C-407E-A947-70E740481C1C}">
                <a14:useLocalDpi xmlns:a14="http://schemas.microsoft.com/office/drawing/2010/main" val="0"/>
              </a:ext>
            </a:extLst>
          </a:blip>
          <a:stretch>
            <a:fillRect/>
          </a:stretch>
        </p:blipFill>
        <p:spPr bwMode="auto">
          <a:xfrm>
            <a:off x="91074" y="6367558"/>
            <a:ext cx="2023476" cy="551397"/>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3">
            <a:extLst>
              <a:ext uri="{FF2B5EF4-FFF2-40B4-BE49-F238E27FC236}">
                <a16:creationId xmlns:a16="http://schemas.microsoft.com/office/drawing/2014/main" id="{E7FEBB68-C840-1A2D-9D0E-AD704034DEC4}"/>
              </a:ext>
            </a:extLst>
          </p:cNvPr>
          <p:cNvSpPr>
            <a:spLocks noGrp="1"/>
          </p:cNvSpPr>
          <p:nvPr>
            <p:ph type="body" sz="half" idx="2"/>
          </p:nvPr>
        </p:nvSpPr>
        <p:spPr>
          <a:xfrm>
            <a:off x="5595309" y="5391378"/>
            <a:ext cx="3374745" cy="857023"/>
          </a:xfrm>
        </p:spPr>
        <p:txBody>
          <a:bodyPr vert="horz" lIns="91440" tIns="45720" rIns="91440" bIns="45720" rtlCol="0">
            <a:normAutofit/>
          </a:bodyPr>
          <a:lstStyle/>
          <a:p>
            <a:pPr marL="114300" indent="-342900">
              <a:lnSpc>
                <a:spcPct val="110000"/>
              </a:lnSpc>
              <a:buClr>
                <a:schemeClr val="bg1"/>
              </a:buClr>
              <a:buFont typeface="Wingdings" panose="05000000000000000000" pitchFamily="2" charset="2"/>
              <a:buChar char="Ø"/>
            </a:pPr>
            <a:r>
              <a:rPr lang="en-US" sz="2400" dirty="0">
                <a:solidFill>
                  <a:schemeClr val="bg1"/>
                </a:solidFill>
              </a:rPr>
              <a:t>CV- stability </a:t>
            </a:r>
          </a:p>
          <a:p>
            <a:pPr>
              <a:lnSpc>
                <a:spcPct val="110000"/>
              </a:lnSpc>
              <a:buClr>
                <a:schemeClr val="bg1"/>
              </a:buClr>
            </a:pPr>
            <a:endParaRPr lang="en-US" sz="2200" dirty="0">
              <a:solidFill>
                <a:schemeClr val="bg1"/>
              </a:solidFill>
            </a:endParaRPr>
          </a:p>
          <a:p>
            <a:pPr>
              <a:lnSpc>
                <a:spcPct val="110000"/>
              </a:lnSpc>
              <a:buClr>
                <a:schemeClr val="tx1"/>
              </a:buClr>
            </a:pPr>
            <a:endParaRPr lang="en-US" sz="2400" dirty="0">
              <a:solidFill>
                <a:srgbClr val="FFFFFF"/>
              </a:solidFill>
            </a:endParaRPr>
          </a:p>
        </p:txBody>
      </p:sp>
      <p:sp>
        <p:nvSpPr>
          <p:cNvPr id="3" name="TextBox 2">
            <a:extLst>
              <a:ext uri="{FF2B5EF4-FFF2-40B4-BE49-F238E27FC236}">
                <a16:creationId xmlns:a16="http://schemas.microsoft.com/office/drawing/2014/main" id="{06D8E7A8-A500-C68D-DCFA-CBD095BCFCE9}"/>
              </a:ext>
            </a:extLst>
          </p:cNvPr>
          <p:cNvSpPr txBox="1"/>
          <p:nvPr/>
        </p:nvSpPr>
        <p:spPr>
          <a:xfrm>
            <a:off x="988253" y="874558"/>
            <a:ext cx="2252594" cy="523220"/>
          </a:xfrm>
          <a:prstGeom prst="rect">
            <a:avLst/>
          </a:prstGeom>
          <a:noFill/>
        </p:spPr>
        <p:txBody>
          <a:bodyPr wrap="square" rtlCol="0">
            <a:spAutoFit/>
          </a:bodyPr>
          <a:lstStyle/>
          <a:p>
            <a:pPr algn="ctr"/>
            <a:r>
              <a:rPr lang="en-US" sz="2800" dirty="0"/>
              <a:t>1cm SDS</a:t>
            </a:r>
          </a:p>
        </p:txBody>
      </p:sp>
      <p:sp>
        <p:nvSpPr>
          <p:cNvPr id="4" name="TextBox 3">
            <a:extLst>
              <a:ext uri="{FF2B5EF4-FFF2-40B4-BE49-F238E27FC236}">
                <a16:creationId xmlns:a16="http://schemas.microsoft.com/office/drawing/2014/main" id="{B6DA461A-3FE6-A221-D2DF-ECF4855A7243}"/>
              </a:ext>
            </a:extLst>
          </p:cNvPr>
          <p:cNvSpPr txBox="1"/>
          <p:nvPr/>
        </p:nvSpPr>
        <p:spPr>
          <a:xfrm>
            <a:off x="4954471" y="874558"/>
            <a:ext cx="2252594" cy="523220"/>
          </a:xfrm>
          <a:prstGeom prst="rect">
            <a:avLst/>
          </a:prstGeom>
          <a:noFill/>
        </p:spPr>
        <p:txBody>
          <a:bodyPr wrap="square" rtlCol="0">
            <a:spAutoFit/>
          </a:bodyPr>
          <a:lstStyle/>
          <a:p>
            <a:pPr algn="ctr"/>
            <a:r>
              <a:rPr lang="en-US" sz="2800" dirty="0"/>
              <a:t>1.5cm SDS</a:t>
            </a:r>
          </a:p>
        </p:txBody>
      </p:sp>
      <p:sp>
        <p:nvSpPr>
          <p:cNvPr id="9" name="TextBox 8">
            <a:extLst>
              <a:ext uri="{FF2B5EF4-FFF2-40B4-BE49-F238E27FC236}">
                <a16:creationId xmlns:a16="http://schemas.microsoft.com/office/drawing/2014/main" id="{418F2882-0849-3EAD-08B7-34FAC5EB5FAB}"/>
              </a:ext>
            </a:extLst>
          </p:cNvPr>
          <p:cNvSpPr txBox="1"/>
          <p:nvPr/>
        </p:nvSpPr>
        <p:spPr>
          <a:xfrm>
            <a:off x="8970054" y="899965"/>
            <a:ext cx="2252594" cy="523220"/>
          </a:xfrm>
          <a:prstGeom prst="rect">
            <a:avLst/>
          </a:prstGeom>
          <a:noFill/>
        </p:spPr>
        <p:txBody>
          <a:bodyPr wrap="square" rtlCol="0">
            <a:spAutoFit/>
          </a:bodyPr>
          <a:lstStyle/>
          <a:p>
            <a:pPr algn="ctr"/>
            <a:r>
              <a:rPr lang="en-US" sz="2800" dirty="0"/>
              <a:t>2.5cm SDS</a:t>
            </a:r>
          </a:p>
        </p:txBody>
      </p:sp>
      <p:pic>
        <p:nvPicPr>
          <p:cNvPr id="13" name="Picture 12">
            <a:extLst>
              <a:ext uri="{FF2B5EF4-FFF2-40B4-BE49-F238E27FC236}">
                <a16:creationId xmlns:a16="http://schemas.microsoft.com/office/drawing/2014/main" id="{10FA7DB0-D6BF-2CAC-2DD0-BD94862C53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80520" y="1862341"/>
            <a:ext cx="3630960" cy="2242022"/>
          </a:xfrm>
          <a:prstGeom prst="rect">
            <a:avLst/>
          </a:prstGeom>
        </p:spPr>
      </p:pic>
      <p:pic>
        <p:nvPicPr>
          <p:cNvPr id="15" name="Picture 14">
            <a:extLst>
              <a:ext uri="{FF2B5EF4-FFF2-40B4-BE49-F238E27FC236}">
                <a16:creationId xmlns:a16="http://schemas.microsoft.com/office/drawing/2014/main" id="{BB3361F3-6668-A9E1-6C55-A1B2C99AD1F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9070" y="1885604"/>
            <a:ext cx="3630960" cy="2237735"/>
          </a:xfrm>
          <a:prstGeom prst="rect">
            <a:avLst/>
          </a:prstGeom>
        </p:spPr>
      </p:pic>
      <p:pic>
        <p:nvPicPr>
          <p:cNvPr id="20" name="Picture 19">
            <a:extLst>
              <a:ext uri="{FF2B5EF4-FFF2-40B4-BE49-F238E27FC236}">
                <a16:creationId xmlns:a16="http://schemas.microsoft.com/office/drawing/2014/main" id="{DAED5E66-5609-D5C2-F7FE-760DC0409B8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280871" y="1887748"/>
            <a:ext cx="3630960" cy="2233448"/>
          </a:xfrm>
          <a:prstGeom prst="rect">
            <a:avLst/>
          </a:prstGeom>
        </p:spPr>
      </p:pic>
      <p:sp>
        <p:nvSpPr>
          <p:cNvPr id="23" name="Title 1">
            <a:extLst>
              <a:ext uri="{FF2B5EF4-FFF2-40B4-BE49-F238E27FC236}">
                <a16:creationId xmlns:a16="http://schemas.microsoft.com/office/drawing/2014/main" id="{1D96BB7D-D83C-0EE1-2CB2-B34F763EB5EF}"/>
              </a:ext>
            </a:extLst>
          </p:cNvPr>
          <p:cNvSpPr>
            <a:spLocks noGrp="1"/>
          </p:cNvSpPr>
          <p:nvPr>
            <p:ph type="title"/>
          </p:nvPr>
        </p:nvSpPr>
        <p:spPr>
          <a:xfrm>
            <a:off x="1097282" y="5074919"/>
            <a:ext cx="3004640" cy="1068303"/>
          </a:xfrm>
        </p:spPr>
        <p:txBody>
          <a:bodyPr/>
          <a:lstStyle/>
          <a:p>
            <a:r>
              <a:rPr lang="en-US" dirty="0">
                <a:solidFill>
                  <a:schemeClr val="bg1"/>
                </a:solidFill>
              </a:rPr>
              <a:t>Results –BPM CV </a:t>
            </a:r>
            <a:endParaRPr lang="en-US" dirty="0"/>
          </a:p>
        </p:txBody>
      </p:sp>
    </p:spTree>
    <p:extLst>
      <p:ext uri="{BB962C8B-B14F-4D97-AF65-F5344CB8AC3E}">
        <p14:creationId xmlns:p14="http://schemas.microsoft.com/office/powerpoint/2010/main" val="20289162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EABD2-09A6-554B-3226-C6C4E7F86708}"/>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569E5B62-3F5C-259D-F41D-C36D9C73B92A}"/>
              </a:ext>
            </a:extLst>
          </p:cNvPr>
          <p:cNvSpPr>
            <a:spLocks noGrp="1"/>
          </p:cNvSpPr>
          <p:nvPr>
            <p:ph type="body" sz="half" idx="2"/>
          </p:nvPr>
        </p:nvSpPr>
        <p:spPr>
          <a:xfrm>
            <a:off x="420966" y="1516063"/>
            <a:ext cx="3374745" cy="4876800"/>
          </a:xfrm>
        </p:spPr>
        <p:txBody>
          <a:bodyPr vert="horz" lIns="91440" tIns="45720" rIns="91440" bIns="45720" rtlCol="0">
            <a:normAutofit/>
          </a:bodyPr>
          <a:lstStyle/>
          <a:p>
            <a:pPr marL="114300" indent="-342900">
              <a:lnSpc>
                <a:spcPct val="110000"/>
              </a:lnSpc>
              <a:buClr>
                <a:schemeClr val="bg1"/>
              </a:buClr>
              <a:buFont typeface="Wingdings" panose="05000000000000000000" pitchFamily="2" charset="2"/>
              <a:buChar char="Ø"/>
            </a:pPr>
            <a:r>
              <a:rPr lang="en-US" sz="2400" dirty="0">
                <a:solidFill>
                  <a:schemeClr val="bg1"/>
                </a:solidFill>
              </a:rPr>
              <a:t>1cm SDS:</a:t>
            </a:r>
          </a:p>
          <a:p>
            <a:pPr marL="571500" lvl="1" indent="-342900">
              <a:lnSpc>
                <a:spcPct val="110000"/>
              </a:lnSpc>
              <a:buClr>
                <a:schemeClr val="bg1"/>
              </a:buClr>
              <a:buFont typeface="Wingdings" panose="05000000000000000000" pitchFamily="2" charset="2"/>
              <a:buChar char="Ø"/>
            </a:pPr>
            <a:r>
              <a:rPr lang="en-US" sz="2100" dirty="0">
                <a:solidFill>
                  <a:schemeClr val="bg1"/>
                </a:solidFill>
              </a:rPr>
              <a:t>Better or similar SNR</a:t>
            </a:r>
          </a:p>
          <a:p>
            <a:pPr marL="571500" lvl="1" indent="-342900">
              <a:lnSpc>
                <a:spcPct val="110000"/>
              </a:lnSpc>
              <a:buClr>
                <a:schemeClr val="bg1"/>
              </a:buClr>
              <a:buFont typeface="Wingdings" panose="05000000000000000000" pitchFamily="2" charset="2"/>
              <a:buChar char="Ø"/>
            </a:pPr>
            <a:r>
              <a:rPr lang="en-US" sz="2100" dirty="0">
                <a:solidFill>
                  <a:schemeClr val="bg1"/>
                </a:solidFill>
              </a:rPr>
              <a:t>Better or similar signal quality</a:t>
            </a:r>
          </a:p>
          <a:p>
            <a:pPr marL="571500" lvl="1" indent="-342900">
              <a:lnSpc>
                <a:spcPct val="110000"/>
              </a:lnSpc>
              <a:buClr>
                <a:schemeClr val="bg1"/>
              </a:buClr>
              <a:buFont typeface="Wingdings" panose="05000000000000000000" pitchFamily="2" charset="2"/>
              <a:buChar char="Ø"/>
            </a:pPr>
            <a:r>
              <a:rPr lang="en-US" sz="2100" dirty="0">
                <a:solidFill>
                  <a:schemeClr val="bg1"/>
                </a:solidFill>
              </a:rPr>
              <a:t>Improved to similar accuracy</a:t>
            </a:r>
          </a:p>
          <a:p>
            <a:pPr marL="571500" lvl="1" indent="-342900">
              <a:lnSpc>
                <a:spcPct val="110000"/>
              </a:lnSpc>
              <a:buClr>
                <a:schemeClr val="bg1"/>
              </a:buClr>
              <a:buFont typeface="Wingdings" panose="05000000000000000000" pitchFamily="2" charset="2"/>
              <a:buChar char="Ø"/>
            </a:pPr>
            <a:r>
              <a:rPr lang="en-US" sz="2100" dirty="0">
                <a:solidFill>
                  <a:schemeClr val="bg1"/>
                </a:solidFill>
              </a:rPr>
              <a:t>Similar stability</a:t>
            </a:r>
          </a:p>
          <a:p>
            <a:pPr marL="114300" indent="-342900">
              <a:lnSpc>
                <a:spcPct val="110000"/>
              </a:lnSpc>
              <a:buClr>
                <a:schemeClr val="bg1"/>
              </a:buClr>
              <a:buFont typeface="Wingdings" panose="05000000000000000000" pitchFamily="2" charset="2"/>
              <a:buChar char="Ø"/>
            </a:pPr>
            <a:r>
              <a:rPr lang="en-US" sz="2200" dirty="0">
                <a:solidFill>
                  <a:schemeClr val="bg1"/>
                </a:solidFill>
              </a:rPr>
              <a:t>1.5cm SDS was measured as well</a:t>
            </a:r>
          </a:p>
          <a:p>
            <a:pPr>
              <a:lnSpc>
                <a:spcPct val="110000"/>
              </a:lnSpc>
              <a:buClr>
                <a:schemeClr val="tx1"/>
              </a:buClr>
            </a:pPr>
            <a:endParaRPr lang="en-US" sz="2400" dirty="0">
              <a:solidFill>
                <a:srgbClr val="FFFFFF"/>
              </a:solidFill>
            </a:endParaRPr>
          </a:p>
        </p:txBody>
      </p:sp>
      <p:sp>
        <p:nvSpPr>
          <p:cNvPr id="6" name="מציין מיקום של מספר שקופית 5">
            <a:extLst>
              <a:ext uri="{FF2B5EF4-FFF2-40B4-BE49-F238E27FC236}">
                <a16:creationId xmlns:a16="http://schemas.microsoft.com/office/drawing/2014/main" id="{31D1942A-DF99-4F9A-3772-0F3453BD933F}"/>
              </a:ext>
            </a:extLst>
          </p:cNvPr>
          <p:cNvSpPr>
            <a:spLocks noGrp="1"/>
          </p:cNvSpPr>
          <p:nvPr>
            <p:ph type="sldNum" sz="quarter" idx="12"/>
          </p:nvPr>
        </p:nvSpPr>
        <p:spPr/>
        <p:txBody>
          <a:bodyPr/>
          <a:lstStyle/>
          <a:p>
            <a:fld id="{2D11AD2F-9457-44B3-A1A5-67FB697FC1E5}" type="slidenum">
              <a:rPr lang="en-US" smtClean="0"/>
              <a:t>31</a:t>
            </a:fld>
            <a:endParaRPr lang="en-US"/>
          </a:p>
        </p:txBody>
      </p:sp>
      <p:sp>
        <p:nvSpPr>
          <p:cNvPr id="15" name="Title 1">
            <a:extLst>
              <a:ext uri="{FF2B5EF4-FFF2-40B4-BE49-F238E27FC236}">
                <a16:creationId xmlns:a16="http://schemas.microsoft.com/office/drawing/2014/main" id="{C8D41F05-1503-15EA-91DF-27C53A015DF3}"/>
              </a:ext>
            </a:extLst>
          </p:cNvPr>
          <p:cNvSpPr>
            <a:spLocks noGrp="1"/>
          </p:cNvSpPr>
          <p:nvPr>
            <p:ph type="title"/>
          </p:nvPr>
        </p:nvSpPr>
        <p:spPr>
          <a:xfrm>
            <a:off x="268514" y="171147"/>
            <a:ext cx="3429139" cy="1478570"/>
          </a:xfrm>
        </p:spPr>
        <p:txBody>
          <a:bodyPr vert="horz" lIns="91440" tIns="45720" rIns="91440" bIns="45720" rtlCol="0" anchor="ctr">
            <a:normAutofit/>
          </a:bodyPr>
          <a:lstStyle/>
          <a:p>
            <a:r>
              <a:rPr lang="en-US" dirty="0">
                <a:solidFill>
                  <a:schemeClr val="bg1"/>
                </a:solidFill>
              </a:rPr>
              <a:t>Selected SDS for Sensitivity</a:t>
            </a:r>
          </a:p>
        </p:txBody>
      </p:sp>
      <p:sp>
        <p:nvSpPr>
          <p:cNvPr id="9" name="TextBox 8">
            <a:extLst>
              <a:ext uri="{FF2B5EF4-FFF2-40B4-BE49-F238E27FC236}">
                <a16:creationId xmlns:a16="http://schemas.microsoft.com/office/drawing/2014/main" id="{A0998B64-BF3C-B1B9-35D0-C9BABC141B1C}"/>
              </a:ext>
            </a:extLst>
          </p:cNvPr>
          <p:cNvSpPr txBox="1"/>
          <p:nvPr/>
        </p:nvSpPr>
        <p:spPr>
          <a:xfrm>
            <a:off x="7741893" y="292963"/>
            <a:ext cx="4674817" cy="369332"/>
          </a:xfrm>
          <a:prstGeom prst="rect">
            <a:avLst/>
          </a:prstGeom>
          <a:noFill/>
        </p:spPr>
        <p:txBody>
          <a:bodyPr wrap="square" rtlCol="0">
            <a:spAutoFit/>
          </a:bodyPr>
          <a:lstStyle/>
          <a:p>
            <a:pPr algn="ctr"/>
            <a:r>
              <a:rPr lang="en-US" dirty="0"/>
              <a:t>Gate offset 242ps, BPM 73, SNR 20.90dB</a:t>
            </a:r>
          </a:p>
        </p:txBody>
      </p:sp>
      <p:sp>
        <p:nvSpPr>
          <p:cNvPr id="12" name="TextBox 11">
            <a:extLst>
              <a:ext uri="{FF2B5EF4-FFF2-40B4-BE49-F238E27FC236}">
                <a16:creationId xmlns:a16="http://schemas.microsoft.com/office/drawing/2014/main" id="{58EA637F-F219-6202-499E-8F895C40410B}"/>
              </a:ext>
            </a:extLst>
          </p:cNvPr>
          <p:cNvSpPr txBox="1"/>
          <p:nvPr/>
        </p:nvSpPr>
        <p:spPr>
          <a:xfrm>
            <a:off x="5349546" y="305334"/>
            <a:ext cx="1757708" cy="369332"/>
          </a:xfrm>
          <a:prstGeom prst="rect">
            <a:avLst/>
          </a:prstGeom>
          <a:noFill/>
        </p:spPr>
        <p:txBody>
          <a:bodyPr wrap="square" rtlCol="0">
            <a:spAutoFit/>
          </a:bodyPr>
          <a:lstStyle/>
          <a:p>
            <a:pPr algn="ctr"/>
            <a:r>
              <a:rPr lang="en-US" dirty="0"/>
              <a:t>SNR</a:t>
            </a:r>
          </a:p>
        </p:txBody>
      </p:sp>
      <p:sp>
        <p:nvSpPr>
          <p:cNvPr id="13" name="TextBox 12">
            <a:extLst>
              <a:ext uri="{FF2B5EF4-FFF2-40B4-BE49-F238E27FC236}">
                <a16:creationId xmlns:a16="http://schemas.microsoft.com/office/drawing/2014/main" id="{0E3F31DD-E571-0122-F502-DAA1E3CC3C82}"/>
              </a:ext>
            </a:extLst>
          </p:cNvPr>
          <p:cNvSpPr txBox="1"/>
          <p:nvPr/>
        </p:nvSpPr>
        <p:spPr>
          <a:xfrm>
            <a:off x="9305638" y="3244334"/>
            <a:ext cx="1757708" cy="369332"/>
          </a:xfrm>
          <a:prstGeom prst="rect">
            <a:avLst/>
          </a:prstGeom>
          <a:noFill/>
        </p:spPr>
        <p:txBody>
          <a:bodyPr wrap="square" rtlCol="0">
            <a:spAutoFit/>
          </a:bodyPr>
          <a:lstStyle/>
          <a:p>
            <a:pPr algn="ctr"/>
            <a:r>
              <a:rPr lang="en-US" dirty="0"/>
              <a:t>Stability</a:t>
            </a:r>
          </a:p>
        </p:txBody>
      </p:sp>
      <p:sp>
        <p:nvSpPr>
          <p:cNvPr id="14" name="TextBox 13">
            <a:extLst>
              <a:ext uri="{FF2B5EF4-FFF2-40B4-BE49-F238E27FC236}">
                <a16:creationId xmlns:a16="http://schemas.microsoft.com/office/drawing/2014/main" id="{62347BB1-203C-7D8F-3170-E82D10C12A7D}"/>
              </a:ext>
            </a:extLst>
          </p:cNvPr>
          <p:cNvSpPr txBox="1"/>
          <p:nvPr/>
        </p:nvSpPr>
        <p:spPr>
          <a:xfrm>
            <a:off x="5349546" y="3244334"/>
            <a:ext cx="1757708" cy="369332"/>
          </a:xfrm>
          <a:prstGeom prst="rect">
            <a:avLst/>
          </a:prstGeom>
          <a:noFill/>
        </p:spPr>
        <p:txBody>
          <a:bodyPr wrap="square" rtlCol="0">
            <a:spAutoFit/>
          </a:bodyPr>
          <a:lstStyle/>
          <a:p>
            <a:pPr algn="ctr"/>
            <a:r>
              <a:rPr lang="en-US" dirty="0"/>
              <a:t>Accuracy</a:t>
            </a:r>
          </a:p>
        </p:txBody>
      </p:sp>
      <p:pic>
        <p:nvPicPr>
          <p:cNvPr id="5" name="Picture 4">
            <a:extLst>
              <a:ext uri="{FF2B5EF4-FFF2-40B4-BE49-F238E27FC236}">
                <a16:creationId xmlns:a16="http://schemas.microsoft.com/office/drawing/2014/main" id="{846373DA-532B-EB8B-9AAE-46FEEA70CC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07502" y="647497"/>
            <a:ext cx="3912870" cy="2426970"/>
          </a:xfrm>
          <a:prstGeom prst="rect">
            <a:avLst/>
          </a:prstGeom>
        </p:spPr>
      </p:pic>
      <p:pic>
        <p:nvPicPr>
          <p:cNvPr id="16" name="Picture 15">
            <a:extLst>
              <a:ext uri="{FF2B5EF4-FFF2-40B4-BE49-F238E27FC236}">
                <a16:creationId xmlns:a16="http://schemas.microsoft.com/office/drawing/2014/main" id="{C94D6269-0CB3-B9FD-2EB6-AD69E80E1C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53606" y="954144"/>
            <a:ext cx="3851390" cy="1657560"/>
          </a:xfrm>
          <a:prstGeom prst="rect">
            <a:avLst/>
          </a:prstGeom>
        </p:spPr>
      </p:pic>
      <p:pic>
        <p:nvPicPr>
          <p:cNvPr id="18" name="Picture 17">
            <a:extLst>
              <a:ext uri="{FF2B5EF4-FFF2-40B4-BE49-F238E27FC236}">
                <a16:creationId xmlns:a16="http://schemas.microsoft.com/office/drawing/2014/main" id="{3DD5965E-FF8C-7F2B-FA26-303F5A01C18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13349" y="3664857"/>
            <a:ext cx="3915206" cy="2426970"/>
          </a:xfrm>
          <a:prstGeom prst="rect">
            <a:avLst/>
          </a:prstGeom>
        </p:spPr>
      </p:pic>
      <p:pic>
        <p:nvPicPr>
          <p:cNvPr id="20" name="Picture 19">
            <a:extLst>
              <a:ext uri="{FF2B5EF4-FFF2-40B4-BE49-F238E27FC236}">
                <a16:creationId xmlns:a16="http://schemas.microsoft.com/office/drawing/2014/main" id="{6979089F-CB32-E630-1DBC-FDD7726D321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53606" y="3759474"/>
            <a:ext cx="3784488" cy="2332353"/>
          </a:xfrm>
          <a:prstGeom prst="rect">
            <a:avLst/>
          </a:prstGeom>
        </p:spPr>
      </p:pic>
    </p:spTree>
    <p:extLst>
      <p:ext uri="{BB962C8B-B14F-4D97-AF65-F5344CB8AC3E}">
        <p14:creationId xmlns:p14="http://schemas.microsoft.com/office/powerpoint/2010/main" val="3156475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par>
                                <p:cTn id="21" presetID="1" presetClass="entr" presetSubtype="0" fill="hold"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animEffect transition="in" filter="fade">
                                      <p:cBhvr>
                                        <p:cTn id="27" dur="500"/>
                                        <p:tgtEl>
                                          <p:spTgt spid="4">
                                            <p:txEl>
                                              <p:pRg st="3" end="3"/>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500"/>
                                        <p:tgtEl>
                                          <p:spTgt spid="14"/>
                                        </p:tgtEl>
                                      </p:cBhvr>
                                    </p:animEffect>
                                  </p:childTnLst>
                                </p:cTn>
                              </p:par>
                              <p:par>
                                <p:cTn id="31" presetID="1" presetClass="entr" presetSubtype="0" fill="hold"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
                                            <p:txEl>
                                              <p:pRg st="4" end="4"/>
                                            </p:txEl>
                                          </p:spTgt>
                                        </p:tgtEl>
                                        <p:attrNameLst>
                                          <p:attrName>style.visibility</p:attrName>
                                        </p:attrNameLst>
                                      </p:cBhvr>
                                      <p:to>
                                        <p:strVal val="visible"/>
                                      </p:to>
                                    </p:set>
                                    <p:animEffect transition="in" filter="fade">
                                      <p:cBhvr>
                                        <p:cTn id="37" dur="500"/>
                                        <p:tgtEl>
                                          <p:spTgt spid="4">
                                            <p:txEl>
                                              <p:pRg st="4" end="4"/>
                                            </p:txEl>
                                          </p:spTgt>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P spid="13" grpId="0"/>
      <p:bldP spid="1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9469E-415E-1F1F-09E9-BA6D3F4631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942059-996A-A22D-E04D-5F12ECF6E1F9}"/>
              </a:ext>
            </a:extLst>
          </p:cNvPr>
          <p:cNvSpPr>
            <a:spLocks noGrp="1"/>
          </p:cNvSpPr>
          <p:nvPr>
            <p:ph type="title"/>
          </p:nvPr>
        </p:nvSpPr>
        <p:spPr>
          <a:xfrm>
            <a:off x="846236" y="171147"/>
            <a:ext cx="2851417" cy="1478570"/>
          </a:xfrm>
        </p:spPr>
        <p:txBody>
          <a:bodyPr vert="horz" lIns="91440" tIns="45720" rIns="91440" bIns="45720" rtlCol="0" anchor="ctr">
            <a:normAutofit/>
          </a:bodyPr>
          <a:lstStyle/>
          <a:p>
            <a:r>
              <a:rPr lang="en-US" dirty="0">
                <a:solidFill>
                  <a:schemeClr val="bg1"/>
                </a:solidFill>
              </a:rPr>
              <a:t>Sensitivity Test Example(1cm)</a:t>
            </a:r>
          </a:p>
        </p:txBody>
      </p:sp>
      <p:sp>
        <p:nvSpPr>
          <p:cNvPr id="4" name="Text Placeholder 3">
            <a:extLst>
              <a:ext uri="{FF2B5EF4-FFF2-40B4-BE49-F238E27FC236}">
                <a16:creationId xmlns:a16="http://schemas.microsoft.com/office/drawing/2014/main" id="{42D9B999-9CF3-5EB0-E1ED-1D0544870327}"/>
              </a:ext>
            </a:extLst>
          </p:cNvPr>
          <p:cNvSpPr>
            <a:spLocks noGrp="1"/>
          </p:cNvSpPr>
          <p:nvPr>
            <p:ph type="body" sz="half" idx="2"/>
          </p:nvPr>
        </p:nvSpPr>
        <p:spPr>
          <a:xfrm>
            <a:off x="420966" y="1516063"/>
            <a:ext cx="3374745" cy="4876800"/>
          </a:xfrm>
        </p:spPr>
        <p:txBody>
          <a:bodyPr vert="horz" lIns="91440" tIns="45720" rIns="91440" bIns="45720" rtlCol="0">
            <a:normAutofit/>
          </a:bodyPr>
          <a:lstStyle/>
          <a:p>
            <a:pPr marL="114300" indent="-342900">
              <a:lnSpc>
                <a:spcPct val="110000"/>
              </a:lnSpc>
              <a:buClr>
                <a:schemeClr val="bg1"/>
              </a:buClr>
              <a:buFont typeface="Wingdings" panose="05000000000000000000" pitchFamily="2" charset="2"/>
              <a:buChar char="Ø"/>
            </a:pPr>
            <a:r>
              <a:rPr lang="en-US" sz="2400" dirty="0">
                <a:solidFill>
                  <a:schemeClr val="bg1"/>
                </a:solidFill>
              </a:rPr>
              <a:t>Laser power:35%</a:t>
            </a:r>
          </a:p>
          <a:p>
            <a:pPr marL="114300" indent="-342900">
              <a:lnSpc>
                <a:spcPct val="110000"/>
              </a:lnSpc>
              <a:buClr>
                <a:schemeClr val="bg1"/>
              </a:buClr>
              <a:buFont typeface="Wingdings" panose="05000000000000000000" pitchFamily="2" charset="2"/>
              <a:buChar char="Ø"/>
            </a:pPr>
            <a:r>
              <a:rPr lang="en-US" sz="2400" dirty="0">
                <a:solidFill>
                  <a:schemeClr val="bg1"/>
                </a:solidFill>
              </a:rPr>
              <a:t>PaLS-iSCOS examples from early and late gate</a:t>
            </a:r>
          </a:p>
          <a:p>
            <a:pPr marL="114300" indent="-342900">
              <a:lnSpc>
                <a:spcPct val="110000"/>
              </a:lnSpc>
              <a:buClr>
                <a:schemeClr val="bg1"/>
              </a:buClr>
              <a:buFont typeface="Wingdings" panose="05000000000000000000" pitchFamily="2" charset="2"/>
              <a:buChar char="Ø"/>
            </a:pPr>
            <a:r>
              <a:rPr lang="en-US" sz="2400" dirty="0" err="1">
                <a:solidFill>
                  <a:schemeClr val="bg1"/>
                </a:solidFill>
              </a:rPr>
              <a:t>rBFI</a:t>
            </a:r>
            <a:r>
              <a:rPr lang="en-US" sz="2400" dirty="0">
                <a:solidFill>
                  <a:schemeClr val="bg1"/>
                </a:solidFill>
              </a:rPr>
              <a:t> normalized based on the base window</a:t>
            </a:r>
          </a:p>
          <a:p>
            <a:pPr marL="114300" indent="-342900">
              <a:lnSpc>
                <a:spcPct val="110000"/>
              </a:lnSpc>
              <a:buClr>
                <a:schemeClr val="bg1"/>
              </a:buClr>
              <a:buFont typeface="Wingdings" panose="05000000000000000000" pitchFamily="2" charset="2"/>
              <a:buChar char="Ø"/>
            </a:pPr>
            <a:r>
              <a:rPr lang="en-US" sz="2400" dirty="0">
                <a:solidFill>
                  <a:schemeClr val="bg1"/>
                </a:solidFill>
              </a:rPr>
              <a:t>The </a:t>
            </a:r>
            <a:r>
              <a:rPr lang="en-US" sz="2400" dirty="0" err="1">
                <a:solidFill>
                  <a:schemeClr val="bg1"/>
                </a:solidFill>
              </a:rPr>
              <a:t>rBFI</a:t>
            </a:r>
            <a:r>
              <a:rPr lang="en-US" sz="2400" dirty="0">
                <a:solidFill>
                  <a:schemeClr val="bg1"/>
                </a:solidFill>
              </a:rPr>
              <a:t> drop is lower for the late gate</a:t>
            </a:r>
          </a:p>
          <a:p>
            <a:pPr marL="114300" indent="-342900">
              <a:lnSpc>
                <a:spcPct val="110000"/>
              </a:lnSpc>
              <a:buClr>
                <a:schemeClr val="bg1"/>
              </a:buClr>
              <a:buFont typeface="Wingdings" panose="05000000000000000000" pitchFamily="2" charset="2"/>
              <a:buChar char="Ø"/>
            </a:pPr>
            <a:r>
              <a:rPr lang="en-US" sz="2400" dirty="0">
                <a:solidFill>
                  <a:schemeClr val="bg1"/>
                </a:solidFill>
              </a:rPr>
              <a:t>The signal quality is better in o</a:t>
            </a:r>
            <a:r>
              <a:rPr lang="en-US" sz="2400" dirty="0"/>
              <a:t>cclusion</a:t>
            </a:r>
            <a:r>
              <a:rPr lang="en-US" sz="2400" dirty="0">
                <a:solidFill>
                  <a:schemeClr val="bg1"/>
                </a:solidFill>
              </a:rPr>
              <a:t> </a:t>
            </a:r>
          </a:p>
          <a:p>
            <a:pPr marL="114300" indent="-342900">
              <a:lnSpc>
                <a:spcPct val="110000"/>
              </a:lnSpc>
              <a:buClr>
                <a:schemeClr val="bg1"/>
              </a:buClr>
              <a:buFont typeface="Wingdings" panose="05000000000000000000" pitchFamily="2" charset="2"/>
              <a:buChar char="Ø"/>
            </a:pPr>
            <a:endParaRPr lang="en-US" sz="2200" dirty="0">
              <a:solidFill>
                <a:schemeClr val="bg1"/>
              </a:solidFill>
            </a:endParaRPr>
          </a:p>
          <a:p>
            <a:pPr>
              <a:lnSpc>
                <a:spcPct val="110000"/>
              </a:lnSpc>
              <a:buClr>
                <a:schemeClr val="tx1"/>
              </a:buClr>
            </a:pPr>
            <a:endParaRPr lang="en-US" sz="2400" dirty="0">
              <a:solidFill>
                <a:srgbClr val="FFFFFF"/>
              </a:solidFill>
            </a:endParaRPr>
          </a:p>
        </p:txBody>
      </p:sp>
      <p:sp>
        <p:nvSpPr>
          <p:cNvPr id="6" name="מציין מיקום של מספר שקופית 5">
            <a:extLst>
              <a:ext uri="{FF2B5EF4-FFF2-40B4-BE49-F238E27FC236}">
                <a16:creationId xmlns:a16="http://schemas.microsoft.com/office/drawing/2014/main" id="{DA9257A3-F813-416D-9335-FD84D7D90D20}"/>
              </a:ext>
            </a:extLst>
          </p:cNvPr>
          <p:cNvSpPr>
            <a:spLocks noGrp="1"/>
          </p:cNvSpPr>
          <p:nvPr>
            <p:ph type="sldNum" sz="quarter" idx="12"/>
          </p:nvPr>
        </p:nvSpPr>
        <p:spPr/>
        <p:txBody>
          <a:bodyPr/>
          <a:lstStyle/>
          <a:p>
            <a:fld id="{2D11AD2F-9457-44B3-A1A5-67FB697FC1E5}" type="slidenum">
              <a:rPr lang="en-US" smtClean="0"/>
              <a:t>32</a:t>
            </a:fld>
            <a:endParaRPr lang="en-US"/>
          </a:p>
        </p:txBody>
      </p:sp>
      <p:pic>
        <p:nvPicPr>
          <p:cNvPr id="12" name="Picture 6" descr="Faculty of Engineering Bar-Ilan University">
            <a:extLst>
              <a:ext uri="{FF2B5EF4-FFF2-40B4-BE49-F238E27FC236}">
                <a16:creationId xmlns:a16="http://schemas.microsoft.com/office/drawing/2014/main" id="{33EDEE08-801D-C073-74CD-1147DE33E0AA}"/>
              </a:ext>
            </a:extLst>
          </p:cNvPr>
          <p:cNvPicPr/>
          <p:nvPr/>
        </p:nvPicPr>
        <p:blipFill>
          <a:blip r:embed="rId2">
            <a:extLst>
              <a:ext uri="{28A0092B-C50C-407E-A947-70E740481C1C}">
                <a14:useLocalDpi xmlns:a14="http://schemas.microsoft.com/office/drawing/2010/main" val="0"/>
              </a:ext>
            </a:extLst>
          </a:blip>
          <a:stretch>
            <a:fillRect/>
          </a:stretch>
        </p:blipFill>
        <p:spPr bwMode="auto">
          <a:xfrm>
            <a:off x="91074" y="6367558"/>
            <a:ext cx="2023476" cy="55139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A12A4D6E-FFFF-5912-81A5-30D8F3DE9C27}"/>
              </a:ext>
            </a:extLst>
          </p:cNvPr>
          <p:cNvPicPr>
            <a:picLocks noChangeAspect="1"/>
          </p:cNvPicPr>
          <p:nvPr/>
        </p:nvPicPr>
        <p:blipFill>
          <a:blip r:embed="rId3">
            <a:extLst>
              <a:ext uri="{28A0092B-C50C-407E-A947-70E740481C1C}">
                <a14:useLocalDpi xmlns:a14="http://schemas.microsoft.com/office/drawing/2010/main" val="0"/>
              </a:ext>
            </a:extLst>
          </a:blip>
          <a:srcRect t="5208"/>
          <a:stretch>
            <a:fillRect/>
          </a:stretch>
        </p:blipFill>
        <p:spPr>
          <a:xfrm>
            <a:off x="4220981" y="546753"/>
            <a:ext cx="7505078" cy="2919979"/>
          </a:xfrm>
          <a:prstGeom prst="rect">
            <a:avLst/>
          </a:prstGeom>
        </p:spPr>
      </p:pic>
      <p:pic>
        <p:nvPicPr>
          <p:cNvPr id="11" name="Picture 10">
            <a:extLst>
              <a:ext uri="{FF2B5EF4-FFF2-40B4-BE49-F238E27FC236}">
                <a16:creationId xmlns:a16="http://schemas.microsoft.com/office/drawing/2014/main" id="{D550690E-2CE5-1DA9-1C6E-A4265391CA01}"/>
              </a:ext>
            </a:extLst>
          </p:cNvPr>
          <p:cNvPicPr>
            <a:picLocks noChangeAspect="1"/>
          </p:cNvPicPr>
          <p:nvPr/>
        </p:nvPicPr>
        <p:blipFill>
          <a:blip r:embed="rId4">
            <a:extLst>
              <a:ext uri="{28A0092B-C50C-407E-A947-70E740481C1C}">
                <a14:useLocalDpi xmlns:a14="http://schemas.microsoft.com/office/drawing/2010/main" val="0"/>
              </a:ext>
            </a:extLst>
          </a:blip>
          <a:srcRect t="5772"/>
          <a:stretch>
            <a:fillRect/>
          </a:stretch>
        </p:blipFill>
        <p:spPr>
          <a:xfrm>
            <a:off x="4220981" y="3881270"/>
            <a:ext cx="7550053" cy="2919979"/>
          </a:xfrm>
          <a:prstGeom prst="rect">
            <a:avLst/>
          </a:prstGeom>
        </p:spPr>
      </p:pic>
      <p:sp>
        <p:nvSpPr>
          <p:cNvPr id="13" name="TextBox 12">
            <a:extLst>
              <a:ext uri="{FF2B5EF4-FFF2-40B4-BE49-F238E27FC236}">
                <a16:creationId xmlns:a16="http://schemas.microsoft.com/office/drawing/2014/main" id="{26C870C2-8D89-3BCD-D5C8-4A97E7C2EAB5}"/>
              </a:ext>
            </a:extLst>
          </p:cNvPr>
          <p:cNvSpPr txBox="1"/>
          <p:nvPr/>
        </p:nvSpPr>
        <p:spPr>
          <a:xfrm>
            <a:off x="5731497" y="225302"/>
            <a:ext cx="4854803" cy="369332"/>
          </a:xfrm>
          <a:prstGeom prst="rect">
            <a:avLst/>
          </a:prstGeom>
          <a:noFill/>
        </p:spPr>
        <p:txBody>
          <a:bodyPr wrap="square" rtlCol="0">
            <a:spAutoFit/>
          </a:bodyPr>
          <a:lstStyle/>
          <a:p>
            <a:pPr algn="ctr"/>
            <a:r>
              <a:rPr lang="en-US" dirty="0"/>
              <a:t>Normalized </a:t>
            </a:r>
            <a:r>
              <a:rPr lang="en-US" dirty="0" err="1"/>
              <a:t>rBFI</a:t>
            </a:r>
            <a:r>
              <a:rPr lang="en-US" dirty="0"/>
              <a:t> vs Time (-25ps Coherence Gate)</a:t>
            </a:r>
          </a:p>
        </p:txBody>
      </p:sp>
      <p:sp>
        <p:nvSpPr>
          <p:cNvPr id="14" name="TextBox 13">
            <a:extLst>
              <a:ext uri="{FF2B5EF4-FFF2-40B4-BE49-F238E27FC236}">
                <a16:creationId xmlns:a16="http://schemas.microsoft.com/office/drawing/2014/main" id="{1DC2FB58-675B-2106-8034-14C757D40FFD}"/>
              </a:ext>
            </a:extLst>
          </p:cNvPr>
          <p:cNvSpPr txBox="1"/>
          <p:nvPr/>
        </p:nvSpPr>
        <p:spPr>
          <a:xfrm>
            <a:off x="5775134" y="3447878"/>
            <a:ext cx="4767527" cy="369332"/>
          </a:xfrm>
          <a:prstGeom prst="rect">
            <a:avLst/>
          </a:prstGeom>
          <a:noFill/>
        </p:spPr>
        <p:txBody>
          <a:bodyPr wrap="square" rtlCol="0">
            <a:spAutoFit/>
          </a:bodyPr>
          <a:lstStyle/>
          <a:p>
            <a:pPr algn="ctr"/>
            <a:r>
              <a:rPr lang="en-US" dirty="0"/>
              <a:t>Normalized </a:t>
            </a:r>
            <a:r>
              <a:rPr lang="en-US" dirty="0" err="1"/>
              <a:t>rBFI</a:t>
            </a:r>
            <a:r>
              <a:rPr lang="en-US" dirty="0"/>
              <a:t> vs Time (500ps Coherence Gate)</a:t>
            </a:r>
          </a:p>
        </p:txBody>
      </p:sp>
    </p:spTree>
    <p:extLst>
      <p:ext uri="{BB962C8B-B14F-4D97-AF65-F5344CB8AC3E}">
        <p14:creationId xmlns:p14="http://schemas.microsoft.com/office/powerpoint/2010/main" val="34982750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733F1-BA2B-D3B6-A398-47FBBD2B20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98D52B-B833-4718-BB33-65574817ABF7}"/>
              </a:ext>
            </a:extLst>
          </p:cNvPr>
          <p:cNvSpPr>
            <a:spLocks noGrp="1"/>
          </p:cNvSpPr>
          <p:nvPr>
            <p:ph type="title"/>
          </p:nvPr>
        </p:nvSpPr>
        <p:spPr>
          <a:xfrm>
            <a:off x="846236" y="171147"/>
            <a:ext cx="2851417" cy="1478570"/>
          </a:xfrm>
        </p:spPr>
        <p:txBody>
          <a:bodyPr vert="horz" lIns="91440" tIns="45720" rIns="91440" bIns="45720" rtlCol="0" anchor="ctr">
            <a:normAutofit/>
          </a:bodyPr>
          <a:lstStyle/>
          <a:p>
            <a:r>
              <a:rPr lang="en-US" dirty="0">
                <a:solidFill>
                  <a:schemeClr val="bg1"/>
                </a:solidFill>
              </a:rPr>
              <a:t>Sensitivity Test(1cm)</a:t>
            </a:r>
          </a:p>
        </p:txBody>
      </p:sp>
      <p:sp>
        <p:nvSpPr>
          <p:cNvPr id="4" name="Text Placeholder 3">
            <a:extLst>
              <a:ext uri="{FF2B5EF4-FFF2-40B4-BE49-F238E27FC236}">
                <a16:creationId xmlns:a16="http://schemas.microsoft.com/office/drawing/2014/main" id="{4D113EA5-D17D-81EE-C333-5CA0338BAB2F}"/>
              </a:ext>
            </a:extLst>
          </p:cNvPr>
          <p:cNvSpPr>
            <a:spLocks noGrp="1"/>
          </p:cNvSpPr>
          <p:nvPr>
            <p:ph type="body" sz="half" idx="2"/>
          </p:nvPr>
        </p:nvSpPr>
        <p:spPr>
          <a:xfrm>
            <a:off x="420966" y="1516063"/>
            <a:ext cx="3374745" cy="4876800"/>
          </a:xfrm>
        </p:spPr>
        <p:txBody>
          <a:bodyPr vert="horz" lIns="91440" tIns="45720" rIns="91440" bIns="45720" rtlCol="0">
            <a:normAutofit/>
          </a:bodyPr>
          <a:lstStyle/>
          <a:p>
            <a:pPr marL="114300" indent="-342900">
              <a:lnSpc>
                <a:spcPct val="110000"/>
              </a:lnSpc>
              <a:buClr>
                <a:schemeClr val="bg1"/>
              </a:buClr>
              <a:buFont typeface="Wingdings" panose="05000000000000000000" pitchFamily="2" charset="2"/>
              <a:buChar char="Ø"/>
            </a:pPr>
            <a:r>
              <a:rPr lang="en-US" sz="2400" dirty="0">
                <a:solidFill>
                  <a:schemeClr val="bg1"/>
                </a:solidFill>
              </a:rPr>
              <a:t>Laser power:35%</a:t>
            </a:r>
          </a:p>
          <a:p>
            <a:pPr marL="114300" indent="-342900">
              <a:lnSpc>
                <a:spcPct val="110000"/>
              </a:lnSpc>
              <a:buClr>
                <a:schemeClr val="bg1"/>
              </a:buClr>
              <a:buFont typeface="Wingdings" panose="05000000000000000000" pitchFamily="2" charset="2"/>
              <a:buChar char="Ø"/>
            </a:pPr>
            <a:r>
              <a:rPr lang="en-US" sz="2400" dirty="0">
                <a:solidFill>
                  <a:schemeClr val="bg1"/>
                </a:solidFill>
              </a:rPr>
              <a:t>PaLS-iSCOS shows the best sensitivity</a:t>
            </a:r>
          </a:p>
          <a:p>
            <a:pPr marL="114300" indent="-342900">
              <a:lnSpc>
                <a:spcPct val="110000"/>
              </a:lnSpc>
              <a:buClr>
                <a:schemeClr val="bg1"/>
              </a:buClr>
              <a:buFont typeface="Wingdings" panose="05000000000000000000" pitchFamily="2" charset="2"/>
              <a:buChar char="Ø"/>
            </a:pPr>
            <a:r>
              <a:rPr lang="en-US" sz="2400" dirty="0">
                <a:solidFill>
                  <a:schemeClr val="bg1"/>
                </a:solidFill>
              </a:rPr>
              <a:t>Gated SCOS results after 300ps are unreliable</a:t>
            </a:r>
          </a:p>
          <a:p>
            <a:pPr marL="114300" indent="-342900">
              <a:lnSpc>
                <a:spcPct val="110000"/>
              </a:lnSpc>
              <a:buClr>
                <a:schemeClr val="bg1"/>
              </a:buClr>
              <a:buFont typeface="Wingdings" panose="05000000000000000000" pitchFamily="2" charset="2"/>
              <a:buChar char="Ø"/>
            </a:pPr>
            <a:endParaRPr lang="en-US" sz="2200" dirty="0">
              <a:solidFill>
                <a:schemeClr val="bg1"/>
              </a:solidFill>
            </a:endParaRPr>
          </a:p>
          <a:p>
            <a:pPr>
              <a:lnSpc>
                <a:spcPct val="110000"/>
              </a:lnSpc>
              <a:buClr>
                <a:schemeClr val="tx1"/>
              </a:buClr>
            </a:pPr>
            <a:endParaRPr lang="en-US" sz="2400" dirty="0">
              <a:solidFill>
                <a:srgbClr val="FFFFFF"/>
              </a:solidFill>
            </a:endParaRPr>
          </a:p>
        </p:txBody>
      </p:sp>
      <p:sp>
        <p:nvSpPr>
          <p:cNvPr id="6" name="מציין מיקום של מספר שקופית 5">
            <a:extLst>
              <a:ext uri="{FF2B5EF4-FFF2-40B4-BE49-F238E27FC236}">
                <a16:creationId xmlns:a16="http://schemas.microsoft.com/office/drawing/2014/main" id="{88BFAF12-CBBA-2FDB-1BA3-9B75C5F6E843}"/>
              </a:ext>
            </a:extLst>
          </p:cNvPr>
          <p:cNvSpPr>
            <a:spLocks noGrp="1"/>
          </p:cNvSpPr>
          <p:nvPr>
            <p:ph type="sldNum" sz="quarter" idx="12"/>
          </p:nvPr>
        </p:nvSpPr>
        <p:spPr/>
        <p:txBody>
          <a:bodyPr/>
          <a:lstStyle/>
          <a:p>
            <a:fld id="{2D11AD2F-9457-44B3-A1A5-67FB697FC1E5}" type="slidenum">
              <a:rPr lang="en-US" smtClean="0"/>
              <a:t>33</a:t>
            </a:fld>
            <a:endParaRPr lang="en-US"/>
          </a:p>
        </p:txBody>
      </p:sp>
      <p:pic>
        <p:nvPicPr>
          <p:cNvPr id="10" name="Picture 9">
            <a:extLst>
              <a:ext uri="{FF2B5EF4-FFF2-40B4-BE49-F238E27FC236}">
                <a16:creationId xmlns:a16="http://schemas.microsoft.com/office/drawing/2014/main" id="{2923A126-643B-5E6A-3CEA-31862DC9B2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20981" y="999841"/>
            <a:ext cx="7343219" cy="4533693"/>
          </a:xfrm>
          <a:prstGeom prst="rect">
            <a:avLst/>
          </a:prstGeom>
        </p:spPr>
      </p:pic>
      <p:pic>
        <p:nvPicPr>
          <p:cNvPr id="12" name="Picture 6" descr="Faculty of Engineering Bar-Ilan University">
            <a:extLst>
              <a:ext uri="{FF2B5EF4-FFF2-40B4-BE49-F238E27FC236}">
                <a16:creationId xmlns:a16="http://schemas.microsoft.com/office/drawing/2014/main" id="{A6144DFA-F7CD-0839-DC8A-1A536D72F311}"/>
              </a:ext>
            </a:extLst>
          </p:cNvPr>
          <p:cNvPicPr/>
          <p:nvPr/>
        </p:nvPicPr>
        <p:blipFill>
          <a:blip r:embed="rId4">
            <a:extLst>
              <a:ext uri="{28A0092B-C50C-407E-A947-70E740481C1C}">
                <a14:useLocalDpi xmlns:a14="http://schemas.microsoft.com/office/drawing/2010/main" val="0"/>
              </a:ext>
            </a:extLst>
          </a:blip>
          <a:stretch>
            <a:fillRect/>
          </a:stretch>
        </p:blipFill>
        <p:spPr bwMode="auto">
          <a:xfrm>
            <a:off x="91074" y="6367558"/>
            <a:ext cx="2023476" cy="5513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47590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3F4AB-19E3-D44E-652A-233A9532AE85}"/>
            </a:ext>
          </a:extLst>
        </p:cNvPr>
        <p:cNvGrpSpPr/>
        <p:nvPr/>
      </p:nvGrpSpPr>
      <p:grpSpPr>
        <a:xfrm>
          <a:off x="0" y="0"/>
          <a:ext cx="0" cy="0"/>
          <a:chOff x="0" y="0"/>
          <a:chExt cx="0" cy="0"/>
        </a:xfrm>
      </p:grpSpPr>
      <p:sp>
        <p:nvSpPr>
          <p:cNvPr id="6" name="מציין מיקום של מספר שקופית 5">
            <a:extLst>
              <a:ext uri="{FF2B5EF4-FFF2-40B4-BE49-F238E27FC236}">
                <a16:creationId xmlns:a16="http://schemas.microsoft.com/office/drawing/2014/main" id="{1618B646-E405-74C9-BAC9-BEDFBF55B9ED}"/>
              </a:ext>
            </a:extLst>
          </p:cNvPr>
          <p:cNvSpPr>
            <a:spLocks noGrp="1"/>
          </p:cNvSpPr>
          <p:nvPr>
            <p:ph type="sldNum" sz="quarter" idx="12"/>
          </p:nvPr>
        </p:nvSpPr>
        <p:spPr/>
        <p:txBody>
          <a:bodyPr/>
          <a:lstStyle/>
          <a:p>
            <a:fld id="{2D11AD2F-9457-44B3-A1A5-67FB697FC1E5}" type="slidenum">
              <a:rPr lang="en-US" smtClean="0"/>
              <a:t>34</a:t>
            </a:fld>
            <a:endParaRPr lang="en-US"/>
          </a:p>
        </p:txBody>
      </p:sp>
      <p:pic>
        <p:nvPicPr>
          <p:cNvPr id="13" name="Picture 6" descr="Faculty of Engineering Bar-Ilan University">
            <a:extLst>
              <a:ext uri="{FF2B5EF4-FFF2-40B4-BE49-F238E27FC236}">
                <a16:creationId xmlns:a16="http://schemas.microsoft.com/office/drawing/2014/main" id="{33D252BF-BEF3-6916-0274-D4DA0EC10C9B}"/>
              </a:ext>
            </a:extLst>
          </p:cNvPr>
          <p:cNvPicPr/>
          <p:nvPr/>
        </p:nvPicPr>
        <p:blipFill>
          <a:blip r:embed="rId2">
            <a:extLst>
              <a:ext uri="{28A0092B-C50C-407E-A947-70E740481C1C}">
                <a14:useLocalDpi xmlns:a14="http://schemas.microsoft.com/office/drawing/2010/main" val="0"/>
              </a:ext>
            </a:extLst>
          </a:blip>
          <a:stretch>
            <a:fillRect/>
          </a:stretch>
        </p:blipFill>
        <p:spPr bwMode="auto">
          <a:xfrm>
            <a:off x="91074" y="6367558"/>
            <a:ext cx="2023476" cy="551397"/>
          </a:xfrm>
          <a:prstGeom prst="rect">
            <a:avLst/>
          </a:prstGeom>
          <a:noFill/>
          <a:extLst>
            <a:ext uri="{909E8E84-426E-40DD-AFC4-6F175D3DCCD1}">
              <a14:hiddenFill xmlns:a14="http://schemas.microsoft.com/office/drawing/2010/main">
                <a:solidFill>
                  <a:srgbClr val="FFFFFF"/>
                </a:solidFill>
              </a14:hiddenFill>
            </a:ext>
          </a:extLst>
        </p:spPr>
      </p:pic>
      <p:sp>
        <p:nvSpPr>
          <p:cNvPr id="10" name="Title 1">
            <a:extLst>
              <a:ext uri="{FF2B5EF4-FFF2-40B4-BE49-F238E27FC236}">
                <a16:creationId xmlns:a16="http://schemas.microsoft.com/office/drawing/2014/main" id="{4DFFB119-A46D-CF9F-D57C-F7CEB2236A75}"/>
              </a:ext>
            </a:extLst>
          </p:cNvPr>
          <p:cNvSpPr>
            <a:spLocks noGrp="1"/>
          </p:cNvSpPr>
          <p:nvPr>
            <p:ph type="title"/>
          </p:nvPr>
        </p:nvSpPr>
        <p:spPr>
          <a:xfrm>
            <a:off x="846236" y="171147"/>
            <a:ext cx="2851417" cy="1478570"/>
          </a:xfrm>
        </p:spPr>
        <p:txBody>
          <a:bodyPr vert="horz" lIns="91440" tIns="45720" rIns="91440" bIns="45720" rtlCol="0" anchor="ctr">
            <a:normAutofit/>
          </a:bodyPr>
          <a:lstStyle/>
          <a:p>
            <a:r>
              <a:rPr lang="en-US" dirty="0">
                <a:solidFill>
                  <a:schemeClr val="bg1"/>
                </a:solidFill>
              </a:rPr>
              <a:t>Sensitivity Test(1.5cm)</a:t>
            </a:r>
          </a:p>
        </p:txBody>
      </p:sp>
      <p:sp>
        <p:nvSpPr>
          <p:cNvPr id="11" name="Text Placeholder 3">
            <a:extLst>
              <a:ext uri="{FF2B5EF4-FFF2-40B4-BE49-F238E27FC236}">
                <a16:creationId xmlns:a16="http://schemas.microsoft.com/office/drawing/2014/main" id="{7903D822-A1BA-82B9-5612-EE1145A6A538}"/>
              </a:ext>
            </a:extLst>
          </p:cNvPr>
          <p:cNvSpPr>
            <a:spLocks noGrp="1"/>
          </p:cNvSpPr>
          <p:nvPr>
            <p:ph type="body" sz="half" idx="2"/>
          </p:nvPr>
        </p:nvSpPr>
        <p:spPr>
          <a:xfrm>
            <a:off x="420966" y="1516063"/>
            <a:ext cx="3374745" cy="4876800"/>
          </a:xfrm>
        </p:spPr>
        <p:txBody>
          <a:bodyPr vert="horz" lIns="91440" tIns="45720" rIns="91440" bIns="45720" rtlCol="0">
            <a:normAutofit/>
          </a:bodyPr>
          <a:lstStyle/>
          <a:p>
            <a:pPr marL="114300" indent="-342900">
              <a:lnSpc>
                <a:spcPct val="110000"/>
              </a:lnSpc>
              <a:buClr>
                <a:schemeClr val="bg1"/>
              </a:buClr>
              <a:buFont typeface="Wingdings" panose="05000000000000000000" pitchFamily="2" charset="2"/>
              <a:buChar char="Ø"/>
            </a:pPr>
            <a:r>
              <a:rPr lang="en-US" sz="2400" dirty="0">
                <a:solidFill>
                  <a:schemeClr val="bg1"/>
                </a:solidFill>
              </a:rPr>
              <a:t>Laser power:45%</a:t>
            </a:r>
          </a:p>
          <a:p>
            <a:pPr marL="114300" indent="-342900">
              <a:lnSpc>
                <a:spcPct val="110000"/>
              </a:lnSpc>
              <a:buClr>
                <a:schemeClr val="bg1"/>
              </a:buClr>
              <a:buFont typeface="Wingdings" panose="05000000000000000000" pitchFamily="2" charset="2"/>
              <a:buChar char="Ø"/>
            </a:pPr>
            <a:r>
              <a:rPr lang="en-US" sz="2400" dirty="0">
                <a:solidFill>
                  <a:schemeClr val="bg1"/>
                </a:solidFill>
              </a:rPr>
              <a:t>Noisy results all around</a:t>
            </a:r>
          </a:p>
          <a:p>
            <a:pPr marL="114300" indent="-342900">
              <a:lnSpc>
                <a:spcPct val="110000"/>
              </a:lnSpc>
              <a:buClr>
                <a:schemeClr val="bg1"/>
              </a:buClr>
              <a:buFont typeface="Wingdings" panose="05000000000000000000" pitchFamily="2" charset="2"/>
              <a:buChar char="Ø"/>
            </a:pPr>
            <a:endParaRPr lang="en-US" sz="2200" dirty="0">
              <a:solidFill>
                <a:schemeClr val="bg1"/>
              </a:solidFill>
            </a:endParaRPr>
          </a:p>
          <a:p>
            <a:pPr>
              <a:lnSpc>
                <a:spcPct val="110000"/>
              </a:lnSpc>
              <a:buClr>
                <a:schemeClr val="tx1"/>
              </a:buClr>
            </a:pPr>
            <a:endParaRPr lang="en-US" sz="2400" dirty="0">
              <a:solidFill>
                <a:srgbClr val="FFFFFF"/>
              </a:solidFill>
            </a:endParaRPr>
          </a:p>
        </p:txBody>
      </p:sp>
      <p:pic>
        <p:nvPicPr>
          <p:cNvPr id="3" name="Picture 2">
            <a:extLst>
              <a:ext uri="{FF2B5EF4-FFF2-40B4-BE49-F238E27FC236}">
                <a16:creationId xmlns:a16="http://schemas.microsoft.com/office/drawing/2014/main" id="{106C7754-D63B-5965-0679-00C22DD67D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74831" y="1010291"/>
            <a:ext cx="7463880" cy="4608189"/>
          </a:xfrm>
          <a:prstGeom prst="rect">
            <a:avLst/>
          </a:prstGeom>
        </p:spPr>
      </p:pic>
    </p:spTree>
    <p:extLst>
      <p:ext uri="{BB962C8B-B14F-4D97-AF65-F5344CB8AC3E}">
        <p14:creationId xmlns:p14="http://schemas.microsoft.com/office/powerpoint/2010/main" val="7499226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53311A5-99DE-4393-9A6A-668B1A50F6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A4927983-BFBD-4CAA-A34E-2D3486ACF1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4193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5" name="Straight Connector 14">
            <a:extLst>
              <a:ext uri="{FF2B5EF4-FFF2-40B4-BE49-F238E27FC236}">
                <a16:creationId xmlns:a16="http://schemas.microsoft.com/office/drawing/2014/main" id="{B40DF401-E6F0-4EFD-8C5C-6847352084C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7" name="Rectangle 16">
            <a:extLst>
              <a:ext uri="{FF2B5EF4-FFF2-40B4-BE49-F238E27FC236}">
                <a16:creationId xmlns:a16="http://schemas.microsoft.com/office/drawing/2014/main" id="{9F5E263C-FB7E-4A3E-AD04-5140CD3D1D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9E65ED8C-90F7-4EB0-ACCB-64AEF411E8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64D9C38A-A6FF-2F5D-D1CE-F0A149C91FFE}"/>
              </a:ext>
            </a:extLst>
          </p:cNvPr>
          <p:cNvSpPr>
            <a:spLocks noGrp="1"/>
          </p:cNvSpPr>
          <p:nvPr>
            <p:ph type="title"/>
          </p:nvPr>
        </p:nvSpPr>
        <p:spPr>
          <a:xfrm>
            <a:off x="492370" y="516835"/>
            <a:ext cx="3084844" cy="5772840"/>
          </a:xfrm>
        </p:spPr>
        <p:txBody>
          <a:bodyPr vert="horz" lIns="91440" tIns="45720" rIns="91440" bIns="45720" rtlCol="0" anchor="ctr">
            <a:normAutofit/>
          </a:bodyPr>
          <a:lstStyle/>
          <a:p>
            <a:r>
              <a:rPr lang="en-US" sz="4800" dirty="0"/>
              <a:t>Discussions</a:t>
            </a:r>
            <a:r>
              <a:rPr lang="en-US" dirty="0"/>
              <a:t> </a:t>
            </a:r>
          </a:p>
        </p:txBody>
      </p:sp>
      <p:sp>
        <p:nvSpPr>
          <p:cNvPr id="21" name="Rectangle 20">
            <a:extLst>
              <a:ext uri="{FF2B5EF4-FFF2-40B4-BE49-F238E27FC236}">
                <a16:creationId xmlns:a16="http://schemas.microsoft.com/office/drawing/2014/main" id="{6604E3BF-88F7-4D19-BEC9-8486966EA4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5" name="Slide Number Placeholder 4">
            <a:extLst>
              <a:ext uri="{FF2B5EF4-FFF2-40B4-BE49-F238E27FC236}">
                <a16:creationId xmlns:a16="http://schemas.microsoft.com/office/drawing/2014/main" id="{257535AE-D626-1E51-C3F6-6256C423C0B0}"/>
              </a:ext>
            </a:extLst>
          </p:cNvPr>
          <p:cNvSpPr>
            <a:spLocks noGrp="1"/>
          </p:cNvSpPr>
          <p:nvPr>
            <p:ph type="sldNum" sz="quarter" idx="12"/>
          </p:nvPr>
        </p:nvSpPr>
        <p:spPr>
          <a:xfrm>
            <a:off x="10123055" y="6459785"/>
            <a:ext cx="1089428" cy="365125"/>
          </a:xfrm>
        </p:spPr>
        <p:txBody>
          <a:bodyPr vert="horz" lIns="91440" tIns="45720" rIns="91440" bIns="45720" rtlCol="0" anchor="ctr">
            <a:normAutofit/>
          </a:bodyPr>
          <a:lstStyle/>
          <a:p>
            <a:pPr>
              <a:spcAft>
                <a:spcPts val="600"/>
              </a:spcAft>
            </a:pPr>
            <a:fld id="{2D11AD2F-9457-44B3-A1A5-67FB697FC1E5}" type="slidenum">
              <a:rPr lang="en-US" smtClean="0"/>
              <a:pPr>
                <a:spcAft>
                  <a:spcPts val="600"/>
                </a:spcAft>
              </a:pPr>
              <a:t>35</a:t>
            </a:fld>
            <a:endParaRPr lang="en-US"/>
          </a:p>
        </p:txBody>
      </p:sp>
      <p:graphicFrame>
        <p:nvGraphicFramePr>
          <p:cNvPr id="7" name="Content Placeholder 2">
            <a:extLst>
              <a:ext uri="{FF2B5EF4-FFF2-40B4-BE49-F238E27FC236}">
                <a16:creationId xmlns:a16="http://schemas.microsoft.com/office/drawing/2014/main" id="{AC52BC4E-60BD-0DCA-8CC2-7774485F2E9F}"/>
              </a:ext>
            </a:extLst>
          </p:cNvPr>
          <p:cNvGraphicFramePr>
            <a:graphicFrameLocks noGrp="1"/>
          </p:cNvGraphicFramePr>
          <p:nvPr>
            <p:ph idx="1"/>
            <p:extLst>
              <p:ext uri="{D42A27DB-BD31-4B8C-83A1-F6EECF244321}">
                <p14:modId xmlns:p14="http://schemas.microsoft.com/office/powerpoint/2010/main" val="3934362755"/>
              </p:ext>
            </p:extLst>
          </p:nvPr>
        </p:nvGraphicFramePr>
        <p:xfrm>
          <a:off x="4741863" y="639763"/>
          <a:ext cx="6797675" cy="5649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Picture 6" descr="Faculty of Engineering Bar-Ilan University">
            <a:extLst>
              <a:ext uri="{FF2B5EF4-FFF2-40B4-BE49-F238E27FC236}">
                <a16:creationId xmlns:a16="http://schemas.microsoft.com/office/drawing/2014/main" id="{EB077C7F-0157-CE3B-2327-CA9B3372E25F}"/>
              </a:ext>
            </a:extLst>
          </p:cNvPr>
          <p:cNvPicPr/>
          <p:nvPr/>
        </p:nvPicPr>
        <p:blipFill>
          <a:blip r:embed="rId7">
            <a:extLst>
              <a:ext uri="{28A0092B-C50C-407E-A947-70E740481C1C}">
                <a14:useLocalDpi xmlns:a14="http://schemas.microsoft.com/office/drawing/2010/main" val="0"/>
              </a:ext>
            </a:extLst>
          </a:blip>
          <a:stretch>
            <a:fillRect/>
          </a:stretch>
        </p:blipFill>
        <p:spPr bwMode="auto">
          <a:xfrm>
            <a:off x="91074" y="6367558"/>
            <a:ext cx="2023476" cy="5513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48250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AECA5-5134-37AB-51FE-DA86AE82E92B}"/>
            </a:ext>
          </a:extLst>
        </p:cNvPr>
        <p:cNvGrpSpPr/>
        <p:nvPr/>
      </p:nvGrpSpPr>
      <p:grpSpPr>
        <a:xfrm>
          <a:off x="0" y="0"/>
          <a:ext cx="0" cy="0"/>
          <a:chOff x="0" y="0"/>
          <a:chExt cx="0" cy="0"/>
        </a:xfrm>
      </p:grpSpPr>
      <p:sp>
        <p:nvSpPr>
          <p:cNvPr id="11" name="Content Placeholder 3">
            <a:extLst>
              <a:ext uri="{FF2B5EF4-FFF2-40B4-BE49-F238E27FC236}">
                <a16:creationId xmlns:a16="http://schemas.microsoft.com/office/drawing/2014/main" id="{F6287BE4-18C2-64E8-BE08-7A7CB179634B}"/>
              </a:ext>
            </a:extLst>
          </p:cNvPr>
          <p:cNvSpPr txBox="1">
            <a:spLocks/>
          </p:cNvSpPr>
          <p:nvPr/>
        </p:nvSpPr>
        <p:spPr>
          <a:xfrm>
            <a:off x="9235978" y="2790941"/>
            <a:ext cx="2646460" cy="2717801"/>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endParaRPr lang="en-US"/>
          </a:p>
          <a:p>
            <a:pPr marL="0" indent="0">
              <a:buNone/>
            </a:pPr>
            <a:endParaRPr lang="en-US"/>
          </a:p>
        </p:txBody>
      </p:sp>
      <p:sp>
        <p:nvSpPr>
          <p:cNvPr id="2" name="Title 1">
            <a:extLst>
              <a:ext uri="{FF2B5EF4-FFF2-40B4-BE49-F238E27FC236}">
                <a16:creationId xmlns:a16="http://schemas.microsoft.com/office/drawing/2014/main" id="{69D1B7CF-8C01-3306-7AEA-BB2506AB4F24}"/>
              </a:ext>
            </a:extLst>
          </p:cNvPr>
          <p:cNvSpPr>
            <a:spLocks noGrp="1"/>
          </p:cNvSpPr>
          <p:nvPr>
            <p:ph type="title"/>
          </p:nvPr>
        </p:nvSpPr>
        <p:spPr>
          <a:xfrm>
            <a:off x="846236" y="171147"/>
            <a:ext cx="2851417" cy="1478570"/>
          </a:xfrm>
        </p:spPr>
        <p:txBody>
          <a:bodyPr vert="horz" lIns="91440" tIns="45720" rIns="91440" bIns="45720" rtlCol="0" anchor="ctr">
            <a:normAutofit/>
          </a:bodyPr>
          <a:lstStyle/>
          <a:p>
            <a:r>
              <a:rPr lang="en-US" dirty="0">
                <a:solidFill>
                  <a:schemeClr val="bg1"/>
                </a:solidFill>
              </a:rPr>
              <a:t>Discussion –TPSF and IRF</a:t>
            </a:r>
          </a:p>
        </p:txBody>
      </p:sp>
      <p:sp>
        <p:nvSpPr>
          <p:cNvPr id="4" name="Text Placeholder 3">
            <a:extLst>
              <a:ext uri="{FF2B5EF4-FFF2-40B4-BE49-F238E27FC236}">
                <a16:creationId xmlns:a16="http://schemas.microsoft.com/office/drawing/2014/main" id="{197A74BB-DCC4-97D8-C916-EC430D61C209}"/>
              </a:ext>
            </a:extLst>
          </p:cNvPr>
          <p:cNvSpPr>
            <a:spLocks noGrp="1"/>
          </p:cNvSpPr>
          <p:nvPr>
            <p:ph type="body" sz="half" idx="2"/>
          </p:nvPr>
        </p:nvSpPr>
        <p:spPr>
          <a:xfrm>
            <a:off x="420966" y="1516063"/>
            <a:ext cx="3549456" cy="4876800"/>
          </a:xfrm>
        </p:spPr>
        <p:txBody>
          <a:bodyPr vert="horz" lIns="91440" tIns="45720" rIns="91440" bIns="45720" rtlCol="0">
            <a:normAutofit/>
          </a:bodyPr>
          <a:lstStyle/>
          <a:p>
            <a:pPr marL="342900" indent="-342900">
              <a:buClr>
                <a:schemeClr val="bg1"/>
              </a:buClr>
              <a:buFont typeface="Wingdings" panose="05000000000000000000" pitchFamily="2" charset="2"/>
              <a:buChar char="Ø"/>
            </a:pPr>
            <a:r>
              <a:rPr lang="en-US" sz="2400" dirty="0">
                <a:solidFill>
                  <a:schemeClr val="bg1"/>
                </a:solidFill>
              </a:rPr>
              <a:t>While:</a:t>
            </a:r>
          </a:p>
          <a:p>
            <a:pPr marL="800100" lvl="1" indent="-342900">
              <a:buClr>
                <a:schemeClr val="bg1"/>
              </a:buClr>
              <a:buFont typeface="Wingdings" panose="05000000000000000000" pitchFamily="2" charset="2"/>
              <a:buChar char="Ø"/>
            </a:pPr>
            <a:r>
              <a:rPr lang="en-US" sz="2100" dirty="0">
                <a:solidFill>
                  <a:schemeClr val="bg1"/>
                </a:solidFill>
              </a:rPr>
              <a:t>FWHM of IRF matches the theoretical one </a:t>
            </a:r>
          </a:p>
          <a:p>
            <a:pPr marL="800100" lvl="1" indent="-342900">
              <a:buClr>
                <a:schemeClr val="bg1"/>
              </a:buClr>
              <a:buFont typeface="Wingdings" panose="05000000000000000000" pitchFamily="2" charset="2"/>
              <a:buChar char="Ø"/>
            </a:pPr>
            <a:r>
              <a:rPr lang="en-US" sz="2100" dirty="0">
                <a:solidFill>
                  <a:schemeClr val="bg1"/>
                </a:solidFill>
              </a:rPr>
              <a:t>FWHMs make sense</a:t>
            </a:r>
          </a:p>
          <a:p>
            <a:pPr marL="342900" indent="-342900">
              <a:buClr>
                <a:schemeClr val="bg1"/>
              </a:buClr>
              <a:buFont typeface="Wingdings" panose="05000000000000000000" pitchFamily="2" charset="2"/>
              <a:buChar char="Ø"/>
            </a:pPr>
            <a:r>
              <a:rPr lang="en-US" sz="2400" dirty="0">
                <a:solidFill>
                  <a:schemeClr val="bg1"/>
                </a:solidFill>
              </a:rPr>
              <a:t>More validations are needed</a:t>
            </a:r>
          </a:p>
        </p:txBody>
      </p:sp>
      <p:sp>
        <p:nvSpPr>
          <p:cNvPr id="56" name="מציין מיקום של מספר שקופית 55">
            <a:extLst>
              <a:ext uri="{FF2B5EF4-FFF2-40B4-BE49-F238E27FC236}">
                <a16:creationId xmlns:a16="http://schemas.microsoft.com/office/drawing/2014/main" id="{8799BD9F-D24F-47FB-924F-E9B78D6933CA}"/>
              </a:ext>
            </a:extLst>
          </p:cNvPr>
          <p:cNvSpPr>
            <a:spLocks noGrp="1"/>
          </p:cNvSpPr>
          <p:nvPr>
            <p:ph type="sldNum" sz="quarter" idx="12"/>
          </p:nvPr>
        </p:nvSpPr>
        <p:spPr/>
        <p:txBody>
          <a:bodyPr/>
          <a:lstStyle/>
          <a:p>
            <a:fld id="{2D11AD2F-9457-44B3-A1A5-67FB697FC1E5}" type="slidenum">
              <a:rPr lang="en-US" smtClean="0"/>
              <a:t>36</a:t>
            </a:fld>
            <a:endParaRPr lang="en-US"/>
          </a:p>
        </p:txBody>
      </p:sp>
      <p:pic>
        <p:nvPicPr>
          <p:cNvPr id="9" name="תמונה 8">
            <a:extLst>
              <a:ext uri="{FF2B5EF4-FFF2-40B4-BE49-F238E27FC236}">
                <a16:creationId xmlns:a16="http://schemas.microsoft.com/office/drawing/2014/main" id="{0087B5C7-98A6-872C-E114-72F97ABBEE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33476" y="280170"/>
            <a:ext cx="6004192" cy="2964095"/>
          </a:xfrm>
          <a:prstGeom prst="rect">
            <a:avLst/>
          </a:prstGeom>
        </p:spPr>
      </p:pic>
      <p:pic>
        <p:nvPicPr>
          <p:cNvPr id="54" name="תמונה 53">
            <a:extLst>
              <a:ext uri="{FF2B5EF4-FFF2-40B4-BE49-F238E27FC236}">
                <a16:creationId xmlns:a16="http://schemas.microsoft.com/office/drawing/2014/main" id="{6D42ABF0-6533-560C-5B04-4C1D477E49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33427" y="3244266"/>
            <a:ext cx="6004191" cy="2967850"/>
          </a:xfrm>
          <a:prstGeom prst="rect">
            <a:avLst/>
          </a:prstGeom>
        </p:spPr>
      </p:pic>
      <p:pic>
        <p:nvPicPr>
          <p:cNvPr id="5" name="Picture 6" descr="Faculty of Engineering Bar-Ilan University">
            <a:extLst>
              <a:ext uri="{FF2B5EF4-FFF2-40B4-BE49-F238E27FC236}">
                <a16:creationId xmlns:a16="http://schemas.microsoft.com/office/drawing/2014/main" id="{C022F50B-0A1A-3F33-D40D-56FDB5A0F0D0}"/>
              </a:ext>
            </a:extLst>
          </p:cNvPr>
          <p:cNvPicPr/>
          <p:nvPr/>
        </p:nvPicPr>
        <p:blipFill>
          <a:blip r:embed="rId4">
            <a:extLst>
              <a:ext uri="{28A0092B-C50C-407E-A947-70E740481C1C}">
                <a14:useLocalDpi xmlns:a14="http://schemas.microsoft.com/office/drawing/2010/main" val="0"/>
              </a:ext>
            </a:extLst>
          </a:blip>
          <a:stretch>
            <a:fillRect/>
          </a:stretch>
        </p:blipFill>
        <p:spPr bwMode="auto">
          <a:xfrm>
            <a:off x="91074" y="6367558"/>
            <a:ext cx="2023476" cy="5513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54506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824B5-BBD4-A171-60F1-306733E97FD2}"/>
            </a:ext>
          </a:extLst>
        </p:cNvPr>
        <p:cNvGrpSpPr/>
        <p:nvPr/>
      </p:nvGrpSpPr>
      <p:grpSpPr>
        <a:xfrm>
          <a:off x="0" y="0"/>
          <a:ext cx="0" cy="0"/>
          <a:chOff x="0" y="0"/>
          <a:chExt cx="0" cy="0"/>
        </a:xfrm>
      </p:grpSpPr>
      <p:sp>
        <p:nvSpPr>
          <p:cNvPr id="11" name="Content Placeholder 3">
            <a:extLst>
              <a:ext uri="{FF2B5EF4-FFF2-40B4-BE49-F238E27FC236}">
                <a16:creationId xmlns:a16="http://schemas.microsoft.com/office/drawing/2014/main" id="{C6BE7356-1E92-3BD0-EC6E-80C845653282}"/>
              </a:ext>
            </a:extLst>
          </p:cNvPr>
          <p:cNvSpPr txBox="1">
            <a:spLocks/>
          </p:cNvSpPr>
          <p:nvPr/>
        </p:nvSpPr>
        <p:spPr>
          <a:xfrm>
            <a:off x="9235978" y="2790941"/>
            <a:ext cx="2646460" cy="2717801"/>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endParaRPr lang="en-US"/>
          </a:p>
          <a:p>
            <a:pPr marL="0" indent="0">
              <a:buNone/>
            </a:pPr>
            <a:endParaRPr lang="en-US"/>
          </a:p>
        </p:txBody>
      </p:sp>
      <p:sp>
        <p:nvSpPr>
          <p:cNvPr id="2" name="Title 1">
            <a:extLst>
              <a:ext uri="{FF2B5EF4-FFF2-40B4-BE49-F238E27FC236}">
                <a16:creationId xmlns:a16="http://schemas.microsoft.com/office/drawing/2014/main" id="{41B54A39-64DB-0224-E861-8AEBD0A2876A}"/>
              </a:ext>
            </a:extLst>
          </p:cNvPr>
          <p:cNvSpPr>
            <a:spLocks noGrp="1"/>
          </p:cNvSpPr>
          <p:nvPr>
            <p:ph type="title"/>
          </p:nvPr>
        </p:nvSpPr>
        <p:spPr>
          <a:xfrm>
            <a:off x="420966" y="171147"/>
            <a:ext cx="3217764" cy="1984224"/>
          </a:xfrm>
        </p:spPr>
        <p:txBody>
          <a:bodyPr vert="horz" lIns="91440" tIns="45720" rIns="91440" bIns="45720" rtlCol="0" anchor="ctr">
            <a:normAutofit/>
          </a:bodyPr>
          <a:lstStyle/>
          <a:p>
            <a:r>
              <a:rPr lang="en-US" dirty="0">
                <a:solidFill>
                  <a:schemeClr val="bg1"/>
                </a:solidFill>
              </a:rPr>
              <a:t>Discussion –</a:t>
            </a:r>
            <a:r>
              <a:rPr lang="en-US" dirty="0"/>
              <a:t>SNR and BPM Performance</a:t>
            </a:r>
            <a:endParaRPr lang="en-US" dirty="0">
              <a:solidFill>
                <a:schemeClr val="bg1"/>
              </a:solidFill>
            </a:endParaRPr>
          </a:p>
        </p:txBody>
      </p:sp>
      <p:sp>
        <p:nvSpPr>
          <p:cNvPr id="4" name="Text Placeholder 3">
            <a:extLst>
              <a:ext uri="{FF2B5EF4-FFF2-40B4-BE49-F238E27FC236}">
                <a16:creationId xmlns:a16="http://schemas.microsoft.com/office/drawing/2014/main" id="{A5D4CF54-ADAB-05C2-1A48-5F1C753D2ACF}"/>
              </a:ext>
            </a:extLst>
          </p:cNvPr>
          <p:cNvSpPr>
            <a:spLocks noGrp="1"/>
          </p:cNvSpPr>
          <p:nvPr>
            <p:ph type="body" sz="half" idx="2"/>
          </p:nvPr>
        </p:nvSpPr>
        <p:spPr>
          <a:xfrm>
            <a:off x="420966" y="2155371"/>
            <a:ext cx="3549456" cy="4237492"/>
          </a:xfrm>
        </p:spPr>
        <p:txBody>
          <a:bodyPr vert="horz" lIns="91440" tIns="45720" rIns="91440" bIns="45720" rtlCol="0">
            <a:normAutofit/>
          </a:bodyPr>
          <a:lstStyle/>
          <a:p>
            <a:pPr marL="342900" indent="-342900">
              <a:buClr>
                <a:schemeClr val="bg1"/>
              </a:buClr>
              <a:buFont typeface="Wingdings" panose="05000000000000000000" pitchFamily="2" charset="2"/>
              <a:buChar char="Ø"/>
            </a:pPr>
            <a:r>
              <a:rPr lang="en-US" sz="2400" dirty="0">
                <a:solidFill>
                  <a:schemeClr val="bg1"/>
                </a:solidFill>
              </a:rPr>
              <a:t>SNR predicts BPM accuracy up to a noise floor (~10dB)</a:t>
            </a:r>
          </a:p>
          <a:p>
            <a:pPr marL="342900" indent="-342900">
              <a:buClr>
                <a:schemeClr val="bg1"/>
              </a:buClr>
              <a:buFont typeface="Wingdings" panose="05000000000000000000" pitchFamily="2" charset="2"/>
              <a:buChar char="Ø"/>
            </a:pPr>
            <a:r>
              <a:rPr lang="en-US" sz="2400" dirty="0">
                <a:solidFill>
                  <a:schemeClr val="bg1"/>
                </a:solidFill>
              </a:rPr>
              <a:t>Measurements with ground truth BPM could improve accuracy validations</a:t>
            </a:r>
          </a:p>
          <a:p>
            <a:pPr>
              <a:buClr>
                <a:schemeClr val="bg1"/>
              </a:buClr>
            </a:pPr>
            <a:endParaRPr lang="en-US" sz="2400" dirty="0">
              <a:solidFill>
                <a:schemeClr val="bg1"/>
              </a:solidFill>
            </a:endParaRPr>
          </a:p>
        </p:txBody>
      </p:sp>
      <p:sp>
        <p:nvSpPr>
          <p:cNvPr id="56" name="מציין מיקום של מספר שקופית 55">
            <a:extLst>
              <a:ext uri="{FF2B5EF4-FFF2-40B4-BE49-F238E27FC236}">
                <a16:creationId xmlns:a16="http://schemas.microsoft.com/office/drawing/2014/main" id="{35097424-E273-DAE0-AB5C-109A8F206F66}"/>
              </a:ext>
            </a:extLst>
          </p:cNvPr>
          <p:cNvSpPr>
            <a:spLocks noGrp="1"/>
          </p:cNvSpPr>
          <p:nvPr>
            <p:ph type="sldNum" sz="quarter" idx="12"/>
          </p:nvPr>
        </p:nvSpPr>
        <p:spPr/>
        <p:txBody>
          <a:bodyPr/>
          <a:lstStyle/>
          <a:p>
            <a:fld id="{2D11AD2F-9457-44B3-A1A5-67FB697FC1E5}" type="slidenum">
              <a:rPr lang="en-US" smtClean="0"/>
              <a:t>37</a:t>
            </a:fld>
            <a:endParaRPr lang="en-US"/>
          </a:p>
        </p:txBody>
      </p:sp>
      <p:pic>
        <p:nvPicPr>
          <p:cNvPr id="5" name="Picture 6" descr="Faculty of Engineering Bar-Ilan University">
            <a:extLst>
              <a:ext uri="{FF2B5EF4-FFF2-40B4-BE49-F238E27FC236}">
                <a16:creationId xmlns:a16="http://schemas.microsoft.com/office/drawing/2014/main" id="{B031BF07-90F0-2F3B-17CC-FA961F04CF46}"/>
              </a:ext>
            </a:extLst>
          </p:cNvPr>
          <p:cNvPicPr/>
          <p:nvPr/>
        </p:nvPicPr>
        <p:blipFill>
          <a:blip r:embed="rId2">
            <a:extLst>
              <a:ext uri="{28A0092B-C50C-407E-A947-70E740481C1C}">
                <a14:useLocalDpi xmlns:a14="http://schemas.microsoft.com/office/drawing/2010/main" val="0"/>
              </a:ext>
            </a:extLst>
          </a:blip>
          <a:stretch>
            <a:fillRect/>
          </a:stretch>
        </p:blipFill>
        <p:spPr bwMode="auto">
          <a:xfrm>
            <a:off x="91074" y="6367558"/>
            <a:ext cx="2023476" cy="551397"/>
          </a:xfrm>
          <a:prstGeom prst="rect">
            <a:avLst/>
          </a:prstGeom>
          <a:noFill/>
          <a:extLst>
            <a:ext uri="{909E8E84-426E-40DD-AFC4-6F175D3DCCD1}">
              <a14:hiddenFill xmlns:a14="http://schemas.microsoft.com/office/drawing/2010/main">
                <a:solidFill>
                  <a:srgbClr val="FFFFFF"/>
                </a:solidFill>
              </a14:hiddenFill>
            </a:ext>
          </a:extLst>
        </p:spPr>
      </p:pic>
      <p:sp>
        <p:nvSpPr>
          <p:cNvPr id="10" name="Right Brace 9">
            <a:extLst>
              <a:ext uri="{FF2B5EF4-FFF2-40B4-BE49-F238E27FC236}">
                <a16:creationId xmlns:a16="http://schemas.microsoft.com/office/drawing/2014/main" id="{535B9A1C-6625-4D83-E269-E33091CA16FA}"/>
              </a:ext>
            </a:extLst>
          </p:cNvPr>
          <p:cNvSpPr/>
          <p:nvPr/>
        </p:nvSpPr>
        <p:spPr>
          <a:xfrm>
            <a:off x="9753600" y="2046514"/>
            <a:ext cx="478971" cy="2830286"/>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TextBox 11">
            <a:extLst>
              <a:ext uri="{FF2B5EF4-FFF2-40B4-BE49-F238E27FC236}">
                <a16:creationId xmlns:a16="http://schemas.microsoft.com/office/drawing/2014/main" id="{651ADBC0-E24D-CB89-FDB8-E1361FD9F153}"/>
              </a:ext>
            </a:extLst>
          </p:cNvPr>
          <p:cNvSpPr txBox="1"/>
          <p:nvPr/>
        </p:nvSpPr>
        <p:spPr>
          <a:xfrm>
            <a:off x="9900458" y="3276991"/>
            <a:ext cx="1757708" cy="369332"/>
          </a:xfrm>
          <a:prstGeom prst="rect">
            <a:avLst/>
          </a:prstGeom>
          <a:noFill/>
        </p:spPr>
        <p:txBody>
          <a:bodyPr wrap="square" rtlCol="0">
            <a:spAutoFit/>
          </a:bodyPr>
          <a:lstStyle/>
          <a:p>
            <a:pPr algn="ctr"/>
            <a:r>
              <a:rPr lang="en-US" dirty="0"/>
              <a:t>1cm SDS</a:t>
            </a:r>
          </a:p>
        </p:txBody>
      </p:sp>
      <p:pic>
        <p:nvPicPr>
          <p:cNvPr id="7" name="Picture 6">
            <a:extLst>
              <a:ext uri="{FF2B5EF4-FFF2-40B4-BE49-F238E27FC236}">
                <a16:creationId xmlns:a16="http://schemas.microsoft.com/office/drawing/2014/main" id="{593C01BE-CD16-6B89-0E4E-79B2E6C73B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88044" y="232230"/>
            <a:ext cx="5041284" cy="3126872"/>
          </a:xfrm>
          <a:prstGeom prst="rect">
            <a:avLst/>
          </a:prstGeom>
        </p:spPr>
      </p:pic>
      <p:pic>
        <p:nvPicPr>
          <p:cNvPr id="13" name="Picture 12">
            <a:extLst>
              <a:ext uri="{FF2B5EF4-FFF2-40B4-BE49-F238E27FC236}">
                <a16:creationId xmlns:a16="http://schemas.microsoft.com/office/drawing/2014/main" id="{8BB73116-120F-37A2-29B8-3E652733899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88044" y="3503498"/>
            <a:ext cx="5036872" cy="3122272"/>
          </a:xfrm>
          <a:prstGeom prst="rect">
            <a:avLst/>
          </a:prstGeom>
        </p:spPr>
      </p:pic>
    </p:spTree>
    <p:extLst>
      <p:ext uri="{BB962C8B-B14F-4D97-AF65-F5344CB8AC3E}">
        <p14:creationId xmlns:p14="http://schemas.microsoft.com/office/powerpoint/2010/main" val="28804657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C33FE-72B2-457F-D1CF-A68A4C93687E}"/>
            </a:ext>
          </a:extLst>
        </p:cNvPr>
        <p:cNvGrpSpPr/>
        <p:nvPr/>
      </p:nvGrpSpPr>
      <p:grpSpPr>
        <a:xfrm>
          <a:off x="0" y="0"/>
          <a:ext cx="0" cy="0"/>
          <a:chOff x="0" y="0"/>
          <a:chExt cx="0" cy="0"/>
        </a:xfrm>
      </p:grpSpPr>
      <p:sp>
        <p:nvSpPr>
          <p:cNvPr id="11" name="Content Placeholder 3">
            <a:extLst>
              <a:ext uri="{FF2B5EF4-FFF2-40B4-BE49-F238E27FC236}">
                <a16:creationId xmlns:a16="http://schemas.microsoft.com/office/drawing/2014/main" id="{6A547207-2EE1-3504-7E88-AD818BBB68E5}"/>
              </a:ext>
            </a:extLst>
          </p:cNvPr>
          <p:cNvSpPr txBox="1">
            <a:spLocks/>
          </p:cNvSpPr>
          <p:nvPr/>
        </p:nvSpPr>
        <p:spPr>
          <a:xfrm>
            <a:off x="9235978" y="2790941"/>
            <a:ext cx="2646460" cy="2717801"/>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endParaRPr lang="en-US"/>
          </a:p>
          <a:p>
            <a:pPr marL="0" indent="0">
              <a:buNone/>
            </a:pPr>
            <a:endParaRPr lang="en-US"/>
          </a:p>
        </p:txBody>
      </p:sp>
      <p:sp>
        <p:nvSpPr>
          <p:cNvPr id="2" name="Title 1">
            <a:extLst>
              <a:ext uri="{FF2B5EF4-FFF2-40B4-BE49-F238E27FC236}">
                <a16:creationId xmlns:a16="http://schemas.microsoft.com/office/drawing/2014/main" id="{2CF3ABDE-BB8A-4321-B7A8-E5319D7EAB46}"/>
              </a:ext>
            </a:extLst>
          </p:cNvPr>
          <p:cNvSpPr>
            <a:spLocks noGrp="1"/>
          </p:cNvSpPr>
          <p:nvPr>
            <p:ph type="title"/>
          </p:nvPr>
        </p:nvSpPr>
        <p:spPr>
          <a:xfrm>
            <a:off x="420966" y="171147"/>
            <a:ext cx="3217764" cy="1984224"/>
          </a:xfrm>
        </p:spPr>
        <p:txBody>
          <a:bodyPr vert="horz" lIns="91440" tIns="45720" rIns="91440" bIns="45720" rtlCol="0" anchor="ctr">
            <a:normAutofit/>
          </a:bodyPr>
          <a:lstStyle/>
          <a:p>
            <a:r>
              <a:rPr lang="en-US" dirty="0">
                <a:solidFill>
                  <a:schemeClr val="bg1"/>
                </a:solidFill>
              </a:rPr>
              <a:t>Discussion – Signal Quality</a:t>
            </a:r>
          </a:p>
        </p:txBody>
      </p:sp>
      <p:sp>
        <p:nvSpPr>
          <p:cNvPr id="4" name="Text Placeholder 3">
            <a:extLst>
              <a:ext uri="{FF2B5EF4-FFF2-40B4-BE49-F238E27FC236}">
                <a16:creationId xmlns:a16="http://schemas.microsoft.com/office/drawing/2014/main" id="{645CD940-8998-F151-C62E-BACDFE8FA529}"/>
              </a:ext>
            </a:extLst>
          </p:cNvPr>
          <p:cNvSpPr>
            <a:spLocks noGrp="1"/>
          </p:cNvSpPr>
          <p:nvPr>
            <p:ph type="body" sz="half" idx="2"/>
          </p:nvPr>
        </p:nvSpPr>
        <p:spPr>
          <a:xfrm>
            <a:off x="420966" y="2155371"/>
            <a:ext cx="3549456" cy="4122058"/>
          </a:xfrm>
        </p:spPr>
        <p:txBody>
          <a:bodyPr vert="horz" lIns="91440" tIns="45720" rIns="91440" bIns="45720" rtlCol="0">
            <a:normAutofit fontScale="92500"/>
          </a:bodyPr>
          <a:lstStyle/>
          <a:p>
            <a:pPr marL="342900" indent="-342900">
              <a:buClr>
                <a:schemeClr val="bg1"/>
              </a:buClr>
              <a:buFont typeface="Wingdings" panose="05000000000000000000" pitchFamily="2" charset="2"/>
              <a:buChar char="Ø"/>
            </a:pPr>
            <a:r>
              <a:rPr lang="en-US" sz="2400" dirty="0">
                <a:solidFill>
                  <a:schemeClr val="bg1"/>
                </a:solidFill>
              </a:rPr>
              <a:t>For late gate, poor signal quality</a:t>
            </a:r>
          </a:p>
          <a:p>
            <a:pPr marL="342900" indent="-342900">
              <a:buClr>
                <a:schemeClr val="bg1"/>
              </a:buClr>
              <a:buFont typeface="Wingdings" panose="05000000000000000000" pitchFamily="2" charset="2"/>
              <a:buChar char="Ø"/>
            </a:pPr>
            <a:r>
              <a:rPr lang="en-US" sz="2400" dirty="0">
                <a:solidFill>
                  <a:schemeClr val="bg1"/>
                </a:solidFill>
              </a:rPr>
              <a:t> Achieving &gt;10dB late gate could be done by:</a:t>
            </a:r>
          </a:p>
          <a:p>
            <a:pPr marL="800100" lvl="1" indent="-342900">
              <a:buClr>
                <a:schemeClr val="bg1"/>
              </a:buClr>
              <a:buFont typeface="Wingdings" panose="05000000000000000000" pitchFamily="2" charset="2"/>
              <a:buChar char="Ø"/>
            </a:pPr>
            <a:r>
              <a:rPr lang="en-US" sz="2100" dirty="0">
                <a:solidFill>
                  <a:schemeClr val="bg1"/>
                </a:solidFill>
              </a:rPr>
              <a:t>Increasing photon count</a:t>
            </a:r>
          </a:p>
          <a:p>
            <a:pPr marL="800100" lvl="1" indent="-342900">
              <a:buClr>
                <a:schemeClr val="bg1"/>
              </a:buClr>
              <a:buFont typeface="Wingdings" panose="05000000000000000000" pitchFamily="2" charset="2"/>
              <a:buChar char="Ø"/>
            </a:pPr>
            <a:r>
              <a:rPr lang="en-US" sz="2100" dirty="0">
                <a:solidFill>
                  <a:schemeClr val="bg1"/>
                </a:solidFill>
              </a:rPr>
              <a:t>Testing different sample-to-reference ratios</a:t>
            </a:r>
          </a:p>
          <a:p>
            <a:pPr marL="800100" lvl="1" indent="-342900">
              <a:buClr>
                <a:schemeClr val="bg1"/>
              </a:buClr>
              <a:buFont typeface="Wingdings" panose="05000000000000000000" pitchFamily="2" charset="2"/>
              <a:buChar char="Ø"/>
            </a:pPr>
            <a:r>
              <a:rPr lang="en-US" sz="2100" dirty="0">
                <a:solidFill>
                  <a:schemeClr val="bg1"/>
                </a:solidFill>
              </a:rPr>
              <a:t>Using a better camera sensor </a:t>
            </a:r>
          </a:p>
          <a:p>
            <a:pPr marL="342900" indent="-342900">
              <a:buClr>
                <a:schemeClr val="bg1"/>
              </a:buClr>
              <a:buFont typeface="Wingdings" panose="05000000000000000000" pitchFamily="2" charset="2"/>
              <a:buChar char="Ø"/>
            </a:pPr>
            <a:r>
              <a:rPr lang="en-US" sz="2400" dirty="0">
                <a:solidFill>
                  <a:schemeClr val="bg1"/>
                </a:solidFill>
              </a:rPr>
              <a:t>Overall, the signal does show the physiological process of </a:t>
            </a:r>
            <a:r>
              <a:rPr lang="en-US" sz="2400" dirty="0" err="1">
                <a:solidFill>
                  <a:schemeClr val="bg1"/>
                </a:solidFill>
              </a:rPr>
              <a:t>bloodflow</a:t>
            </a:r>
            <a:endParaRPr lang="en-US" sz="2400" dirty="0">
              <a:solidFill>
                <a:schemeClr val="bg1"/>
              </a:solidFill>
            </a:endParaRPr>
          </a:p>
          <a:p>
            <a:pPr marL="342900" indent="-342900">
              <a:buClr>
                <a:schemeClr val="bg1"/>
              </a:buClr>
              <a:buFont typeface="Wingdings" panose="05000000000000000000" pitchFamily="2" charset="2"/>
              <a:buChar char="Ø"/>
            </a:pPr>
            <a:endParaRPr lang="en-US" sz="2400" dirty="0">
              <a:solidFill>
                <a:schemeClr val="bg1"/>
              </a:solidFill>
            </a:endParaRPr>
          </a:p>
        </p:txBody>
      </p:sp>
      <p:sp>
        <p:nvSpPr>
          <p:cNvPr id="56" name="מציין מיקום של מספר שקופית 55">
            <a:extLst>
              <a:ext uri="{FF2B5EF4-FFF2-40B4-BE49-F238E27FC236}">
                <a16:creationId xmlns:a16="http://schemas.microsoft.com/office/drawing/2014/main" id="{DA153E4D-4EEC-F78C-96A8-961E5CF51142}"/>
              </a:ext>
            </a:extLst>
          </p:cNvPr>
          <p:cNvSpPr>
            <a:spLocks noGrp="1"/>
          </p:cNvSpPr>
          <p:nvPr>
            <p:ph type="sldNum" sz="quarter" idx="12"/>
          </p:nvPr>
        </p:nvSpPr>
        <p:spPr/>
        <p:txBody>
          <a:bodyPr/>
          <a:lstStyle/>
          <a:p>
            <a:fld id="{2D11AD2F-9457-44B3-A1A5-67FB697FC1E5}" type="slidenum">
              <a:rPr lang="en-US" smtClean="0"/>
              <a:t>38</a:t>
            </a:fld>
            <a:endParaRPr lang="en-US"/>
          </a:p>
        </p:txBody>
      </p:sp>
      <p:pic>
        <p:nvPicPr>
          <p:cNvPr id="5" name="Picture 6" descr="Faculty of Engineering Bar-Ilan University">
            <a:extLst>
              <a:ext uri="{FF2B5EF4-FFF2-40B4-BE49-F238E27FC236}">
                <a16:creationId xmlns:a16="http://schemas.microsoft.com/office/drawing/2014/main" id="{38EDA722-D253-C8F9-05A7-A2A7625F9701}"/>
              </a:ext>
            </a:extLst>
          </p:cNvPr>
          <p:cNvPicPr/>
          <p:nvPr/>
        </p:nvPicPr>
        <p:blipFill>
          <a:blip r:embed="rId2">
            <a:extLst>
              <a:ext uri="{28A0092B-C50C-407E-A947-70E740481C1C}">
                <a14:useLocalDpi xmlns:a14="http://schemas.microsoft.com/office/drawing/2010/main" val="0"/>
              </a:ext>
            </a:extLst>
          </a:blip>
          <a:stretch>
            <a:fillRect/>
          </a:stretch>
        </p:blipFill>
        <p:spPr bwMode="auto">
          <a:xfrm>
            <a:off x="91074" y="6367558"/>
            <a:ext cx="2023476" cy="551397"/>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9144EDC4-AC1B-C512-64C1-2109D40BE080}"/>
              </a:ext>
            </a:extLst>
          </p:cNvPr>
          <p:cNvSpPr txBox="1"/>
          <p:nvPr/>
        </p:nvSpPr>
        <p:spPr>
          <a:xfrm>
            <a:off x="5867479" y="507441"/>
            <a:ext cx="4602094" cy="369332"/>
          </a:xfrm>
          <a:prstGeom prst="rect">
            <a:avLst/>
          </a:prstGeom>
          <a:noFill/>
        </p:spPr>
        <p:txBody>
          <a:bodyPr wrap="square" rtlCol="0">
            <a:spAutoFit/>
          </a:bodyPr>
          <a:lstStyle/>
          <a:p>
            <a:pPr algn="ctr"/>
            <a:r>
              <a:rPr lang="en-US" dirty="0"/>
              <a:t>Time gate offset 700ps, BPM 92, SNR 7.92dB</a:t>
            </a:r>
          </a:p>
        </p:txBody>
      </p:sp>
      <p:pic>
        <p:nvPicPr>
          <p:cNvPr id="12" name="Picture 11">
            <a:extLst>
              <a:ext uri="{FF2B5EF4-FFF2-40B4-BE49-F238E27FC236}">
                <a16:creationId xmlns:a16="http://schemas.microsoft.com/office/drawing/2014/main" id="{F0FECFC6-C4A4-7018-B9F3-62D1E49DAB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43552" y="985676"/>
            <a:ext cx="5643563" cy="2421731"/>
          </a:xfrm>
          <a:prstGeom prst="rect">
            <a:avLst/>
          </a:prstGeom>
        </p:spPr>
      </p:pic>
      <p:sp>
        <p:nvSpPr>
          <p:cNvPr id="15" name="TextBox 14">
            <a:extLst>
              <a:ext uri="{FF2B5EF4-FFF2-40B4-BE49-F238E27FC236}">
                <a16:creationId xmlns:a16="http://schemas.microsoft.com/office/drawing/2014/main" id="{5B051D7D-80C2-5D93-76F9-DB712A0ED795}"/>
              </a:ext>
            </a:extLst>
          </p:cNvPr>
          <p:cNvSpPr txBox="1"/>
          <p:nvPr/>
        </p:nvSpPr>
        <p:spPr>
          <a:xfrm>
            <a:off x="5635329" y="3684896"/>
            <a:ext cx="5066393" cy="369332"/>
          </a:xfrm>
          <a:prstGeom prst="rect">
            <a:avLst/>
          </a:prstGeom>
          <a:noFill/>
        </p:spPr>
        <p:txBody>
          <a:bodyPr wrap="square" rtlCol="0">
            <a:spAutoFit/>
          </a:bodyPr>
          <a:lstStyle/>
          <a:p>
            <a:pPr algn="ctr"/>
            <a:r>
              <a:rPr lang="en-US" dirty="0"/>
              <a:t>Coherence gate offset 763ps, BPM 82, SNR 9.35dB</a:t>
            </a:r>
          </a:p>
        </p:txBody>
      </p:sp>
      <p:pic>
        <p:nvPicPr>
          <p:cNvPr id="17" name="Picture 16">
            <a:extLst>
              <a:ext uri="{FF2B5EF4-FFF2-40B4-BE49-F238E27FC236}">
                <a16:creationId xmlns:a16="http://schemas.microsoft.com/office/drawing/2014/main" id="{BBBBD262-076C-CF47-B969-856830BA12E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43552" y="4149841"/>
            <a:ext cx="5643563" cy="2421731"/>
          </a:xfrm>
          <a:prstGeom prst="rect">
            <a:avLst/>
          </a:prstGeom>
        </p:spPr>
      </p:pic>
    </p:spTree>
    <p:extLst>
      <p:ext uri="{BB962C8B-B14F-4D97-AF65-F5344CB8AC3E}">
        <p14:creationId xmlns:p14="http://schemas.microsoft.com/office/powerpoint/2010/main" val="39025459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22418-BA6D-EC0E-AB68-B32917DC0150}"/>
            </a:ext>
          </a:extLst>
        </p:cNvPr>
        <p:cNvGrpSpPr/>
        <p:nvPr/>
      </p:nvGrpSpPr>
      <p:grpSpPr>
        <a:xfrm>
          <a:off x="0" y="0"/>
          <a:ext cx="0" cy="0"/>
          <a:chOff x="0" y="0"/>
          <a:chExt cx="0" cy="0"/>
        </a:xfrm>
      </p:grpSpPr>
      <p:sp>
        <p:nvSpPr>
          <p:cNvPr id="11" name="Content Placeholder 3">
            <a:extLst>
              <a:ext uri="{FF2B5EF4-FFF2-40B4-BE49-F238E27FC236}">
                <a16:creationId xmlns:a16="http://schemas.microsoft.com/office/drawing/2014/main" id="{C37F0DCB-6EEC-016B-7A9E-FB42626DFD07}"/>
              </a:ext>
            </a:extLst>
          </p:cNvPr>
          <p:cNvSpPr txBox="1">
            <a:spLocks/>
          </p:cNvSpPr>
          <p:nvPr/>
        </p:nvSpPr>
        <p:spPr>
          <a:xfrm>
            <a:off x="9235978" y="2790941"/>
            <a:ext cx="2646460" cy="2717801"/>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endParaRPr lang="en-US"/>
          </a:p>
          <a:p>
            <a:pPr marL="0" indent="0">
              <a:buNone/>
            </a:pPr>
            <a:endParaRPr lang="en-US"/>
          </a:p>
        </p:txBody>
      </p:sp>
      <p:sp>
        <p:nvSpPr>
          <p:cNvPr id="2" name="Title 1">
            <a:extLst>
              <a:ext uri="{FF2B5EF4-FFF2-40B4-BE49-F238E27FC236}">
                <a16:creationId xmlns:a16="http://schemas.microsoft.com/office/drawing/2014/main" id="{077C1E52-F626-C9CF-039E-99B7972C10D3}"/>
              </a:ext>
            </a:extLst>
          </p:cNvPr>
          <p:cNvSpPr>
            <a:spLocks noGrp="1"/>
          </p:cNvSpPr>
          <p:nvPr>
            <p:ph type="title"/>
          </p:nvPr>
        </p:nvSpPr>
        <p:spPr>
          <a:xfrm>
            <a:off x="275772" y="171147"/>
            <a:ext cx="3911600" cy="1478570"/>
          </a:xfrm>
        </p:spPr>
        <p:txBody>
          <a:bodyPr vert="horz" lIns="91440" tIns="45720" rIns="91440" bIns="45720" rtlCol="0" anchor="ctr">
            <a:normAutofit fontScale="90000"/>
          </a:bodyPr>
          <a:lstStyle/>
          <a:p>
            <a:r>
              <a:rPr lang="en-US" dirty="0">
                <a:solidFill>
                  <a:schemeClr val="bg1"/>
                </a:solidFill>
              </a:rPr>
              <a:t>Discussion –</a:t>
            </a:r>
            <a:r>
              <a:rPr lang="en-US" dirty="0"/>
              <a:t>Sensitivity Metric Limitations</a:t>
            </a:r>
            <a:br>
              <a:rPr lang="en-US" dirty="0"/>
            </a:br>
            <a:endParaRPr lang="en-US" dirty="0">
              <a:solidFill>
                <a:schemeClr val="bg1"/>
              </a:solidFill>
            </a:endParaRPr>
          </a:p>
        </p:txBody>
      </p:sp>
      <p:sp>
        <p:nvSpPr>
          <p:cNvPr id="4" name="Text Placeholder 3">
            <a:extLst>
              <a:ext uri="{FF2B5EF4-FFF2-40B4-BE49-F238E27FC236}">
                <a16:creationId xmlns:a16="http://schemas.microsoft.com/office/drawing/2014/main" id="{8983403C-7A08-5BFA-C32C-28C0EC4B1445}"/>
              </a:ext>
            </a:extLst>
          </p:cNvPr>
          <p:cNvSpPr>
            <a:spLocks noGrp="1"/>
          </p:cNvSpPr>
          <p:nvPr>
            <p:ph type="body" sz="half" idx="2"/>
          </p:nvPr>
        </p:nvSpPr>
        <p:spPr>
          <a:xfrm>
            <a:off x="420966" y="1516063"/>
            <a:ext cx="3549456" cy="4876800"/>
          </a:xfrm>
        </p:spPr>
        <p:txBody>
          <a:bodyPr vert="horz" lIns="91440" tIns="45720" rIns="91440" bIns="45720" rtlCol="0">
            <a:normAutofit/>
          </a:bodyPr>
          <a:lstStyle/>
          <a:p>
            <a:pPr marL="342900" indent="-342900">
              <a:buClr>
                <a:schemeClr val="bg1"/>
              </a:buClr>
              <a:buFont typeface="Wingdings" panose="05000000000000000000" pitchFamily="2" charset="2"/>
              <a:buChar char="Ø"/>
            </a:pPr>
            <a:r>
              <a:rPr lang="en-US" sz="2400" dirty="0">
                <a:solidFill>
                  <a:schemeClr val="bg1"/>
                </a:solidFill>
              </a:rPr>
              <a:t>Sensitivity metric is very unreliable</a:t>
            </a:r>
          </a:p>
          <a:p>
            <a:pPr marL="342900" indent="-342900">
              <a:buClr>
                <a:schemeClr val="bg1"/>
              </a:buClr>
              <a:buFont typeface="Wingdings" panose="05000000000000000000" pitchFamily="2" charset="2"/>
              <a:buChar char="Ø"/>
            </a:pPr>
            <a:r>
              <a:rPr lang="en-US" sz="2400" dirty="0">
                <a:solidFill>
                  <a:schemeClr val="bg1"/>
                </a:solidFill>
              </a:rPr>
              <a:t>Possible cause:</a:t>
            </a:r>
          </a:p>
          <a:p>
            <a:pPr marL="800100" lvl="1" indent="-342900">
              <a:buClr>
                <a:schemeClr val="bg1"/>
              </a:buClr>
              <a:buFont typeface="Wingdings" panose="05000000000000000000" pitchFamily="2" charset="2"/>
              <a:buChar char="Ø"/>
            </a:pPr>
            <a:r>
              <a:rPr lang="en-US" sz="2100" dirty="0">
                <a:solidFill>
                  <a:schemeClr val="bg1"/>
                </a:solidFill>
              </a:rPr>
              <a:t>Tourniquet fastens/changes probe position</a:t>
            </a:r>
          </a:p>
          <a:p>
            <a:pPr marL="800100" lvl="1" indent="-342900">
              <a:buClr>
                <a:schemeClr val="bg1"/>
              </a:buClr>
              <a:buFont typeface="Wingdings" panose="05000000000000000000" pitchFamily="2" charset="2"/>
              <a:buChar char="Ø"/>
            </a:pPr>
            <a:r>
              <a:rPr lang="en-US" sz="2100" dirty="0">
                <a:solidFill>
                  <a:schemeClr val="bg1"/>
                </a:solidFill>
              </a:rPr>
              <a:t>Intensity spikes</a:t>
            </a:r>
          </a:p>
          <a:p>
            <a:pPr marL="800100" lvl="1" indent="-342900">
              <a:buClr>
                <a:schemeClr val="bg1"/>
              </a:buClr>
              <a:buFont typeface="Wingdings" panose="05000000000000000000" pitchFamily="2" charset="2"/>
              <a:buChar char="Ø"/>
            </a:pPr>
            <a:r>
              <a:rPr lang="en-US" sz="2100" dirty="0">
                <a:solidFill>
                  <a:schemeClr val="bg1"/>
                </a:solidFill>
              </a:rPr>
              <a:t>At low photon count, it affects contrast</a:t>
            </a:r>
          </a:p>
          <a:p>
            <a:pPr marL="342900" indent="-342900">
              <a:buClr>
                <a:schemeClr val="bg1"/>
              </a:buClr>
              <a:buFont typeface="Wingdings" panose="05000000000000000000" pitchFamily="2" charset="2"/>
              <a:buChar char="Ø"/>
            </a:pPr>
            <a:r>
              <a:rPr lang="en-US" sz="2400" dirty="0">
                <a:solidFill>
                  <a:schemeClr val="bg1"/>
                </a:solidFill>
              </a:rPr>
              <a:t>Rethinking the sensitivity test or metric is needed</a:t>
            </a:r>
          </a:p>
        </p:txBody>
      </p:sp>
      <p:sp>
        <p:nvSpPr>
          <p:cNvPr id="56" name="מציין מיקום של מספר שקופית 55">
            <a:extLst>
              <a:ext uri="{FF2B5EF4-FFF2-40B4-BE49-F238E27FC236}">
                <a16:creationId xmlns:a16="http://schemas.microsoft.com/office/drawing/2014/main" id="{879B9D2C-6B8D-30DA-3EDE-A373BA8E9DE3}"/>
              </a:ext>
            </a:extLst>
          </p:cNvPr>
          <p:cNvSpPr>
            <a:spLocks noGrp="1"/>
          </p:cNvSpPr>
          <p:nvPr>
            <p:ph type="sldNum" sz="quarter" idx="12"/>
          </p:nvPr>
        </p:nvSpPr>
        <p:spPr/>
        <p:txBody>
          <a:bodyPr/>
          <a:lstStyle/>
          <a:p>
            <a:fld id="{2D11AD2F-9457-44B3-A1A5-67FB697FC1E5}" type="slidenum">
              <a:rPr lang="en-US" smtClean="0"/>
              <a:t>39</a:t>
            </a:fld>
            <a:endParaRPr lang="en-US"/>
          </a:p>
        </p:txBody>
      </p:sp>
      <p:pic>
        <p:nvPicPr>
          <p:cNvPr id="5" name="Picture 6" descr="Faculty of Engineering Bar-Ilan University">
            <a:extLst>
              <a:ext uri="{FF2B5EF4-FFF2-40B4-BE49-F238E27FC236}">
                <a16:creationId xmlns:a16="http://schemas.microsoft.com/office/drawing/2014/main" id="{D0499946-8C90-457F-DD70-0D802E37F6D7}"/>
              </a:ext>
            </a:extLst>
          </p:cNvPr>
          <p:cNvPicPr/>
          <p:nvPr/>
        </p:nvPicPr>
        <p:blipFill>
          <a:blip r:embed="rId2">
            <a:extLst>
              <a:ext uri="{28A0092B-C50C-407E-A947-70E740481C1C}">
                <a14:useLocalDpi xmlns:a14="http://schemas.microsoft.com/office/drawing/2010/main" val="0"/>
              </a:ext>
            </a:extLst>
          </a:blip>
          <a:stretch>
            <a:fillRect/>
          </a:stretch>
        </p:blipFill>
        <p:spPr bwMode="auto">
          <a:xfrm>
            <a:off x="91074" y="6367558"/>
            <a:ext cx="2023476" cy="55139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52859872-EE2B-9959-43F4-6ECF43219A32}"/>
              </a:ext>
            </a:extLst>
          </p:cNvPr>
          <p:cNvPicPr>
            <a:picLocks noChangeAspect="1"/>
          </p:cNvPicPr>
          <p:nvPr/>
        </p:nvPicPr>
        <p:blipFill>
          <a:blip r:embed="rId3">
            <a:extLst>
              <a:ext uri="{28A0092B-C50C-407E-A947-70E740481C1C}">
                <a14:useLocalDpi xmlns:a14="http://schemas.microsoft.com/office/drawing/2010/main" val="0"/>
              </a:ext>
            </a:extLst>
          </a:blip>
          <a:srcRect t="49703"/>
          <a:stretch>
            <a:fillRect/>
          </a:stretch>
        </p:blipFill>
        <p:spPr>
          <a:xfrm>
            <a:off x="4332566" y="530439"/>
            <a:ext cx="5745618" cy="2883372"/>
          </a:xfrm>
          <a:prstGeom prst="rect">
            <a:avLst/>
          </a:prstGeom>
        </p:spPr>
      </p:pic>
      <p:pic>
        <p:nvPicPr>
          <p:cNvPr id="7" name="Picture 6">
            <a:extLst>
              <a:ext uri="{FF2B5EF4-FFF2-40B4-BE49-F238E27FC236}">
                <a16:creationId xmlns:a16="http://schemas.microsoft.com/office/drawing/2014/main" id="{174A57FF-65ED-B48B-9378-4C42CDC5FFDE}"/>
              </a:ext>
            </a:extLst>
          </p:cNvPr>
          <p:cNvPicPr>
            <a:picLocks noChangeAspect="1"/>
          </p:cNvPicPr>
          <p:nvPr/>
        </p:nvPicPr>
        <p:blipFill>
          <a:blip r:embed="rId4">
            <a:extLst>
              <a:ext uri="{28A0092B-C50C-407E-A947-70E740481C1C}">
                <a14:useLocalDpi xmlns:a14="http://schemas.microsoft.com/office/drawing/2010/main" val="0"/>
              </a:ext>
            </a:extLst>
          </a:blip>
          <a:srcRect t="50206"/>
          <a:stretch>
            <a:fillRect/>
          </a:stretch>
        </p:blipFill>
        <p:spPr>
          <a:xfrm>
            <a:off x="4332566" y="3713434"/>
            <a:ext cx="5745618" cy="2852993"/>
          </a:xfrm>
          <a:prstGeom prst="rect">
            <a:avLst/>
          </a:prstGeom>
        </p:spPr>
      </p:pic>
      <p:sp>
        <p:nvSpPr>
          <p:cNvPr id="9" name="TextBox 8">
            <a:extLst>
              <a:ext uri="{FF2B5EF4-FFF2-40B4-BE49-F238E27FC236}">
                <a16:creationId xmlns:a16="http://schemas.microsoft.com/office/drawing/2014/main" id="{1E9D3753-3141-CB4A-5E23-D980C8E36447}"/>
              </a:ext>
            </a:extLst>
          </p:cNvPr>
          <p:cNvSpPr txBox="1"/>
          <p:nvPr/>
        </p:nvSpPr>
        <p:spPr>
          <a:xfrm>
            <a:off x="10500423" y="1516732"/>
            <a:ext cx="1546371" cy="646331"/>
          </a:xfrm>
          <a:prstGeom prst="rect">
            <a:avLst/>
          </a:prstGeom>
          <a:noFill/>
        </p:spPr>
        <p:txBody>
          <a:bodyPr wrap="square" rtlCol="0">
            <a:spAutoFit/>
          </a:bodyPr>
          <a:lstStyle/>
          <a:p>
            <a:pPr algn="ctr"/>
            <a:r>
              <a:rPr lang="en-US" dirty="0"/>
              <a:t>Low Photon Count</a:t>
            </a:r>
          </a:p>
        </p:txBody>
      </p:sp>
      <p:sp>
        <p:nvSpPr>
          <p:cNvPr id="14" name="TextBox 13">
            <a:extLst>
              <a:ext uri="{FF2B5EF4-FFF2-40B4-BE49-F238E27FC236}">
                <a16:creationId xmlns:a16="http://schemas.microsoft.com/office/drawing/2014/main" id="{B8607CAF-C204-3627-FBBD-2A6D3601F064}"/>
              </a:ext>
            </a:extLst>
          </p:cNvPr>
          <p:cNvSpPr txBox="1"/>
          <p:nvPr/>
        </p:nvSpPr>
        <p:spPr>
          <a:xfrm>
            <a:off x="10500422" y="4694937"/>
            <a:ext cx="1546371" cy="646331"/>
          </a:xfrm>
          <a:prstGeom prst="rect">
            <a:avLst/>
          </a:prstGeom>
          <a:noFill/>
        </p:spPr>
        <p:txBody>
          <a:bodyPr wrap="square" rtlCol="0">
            <a:spAutoFit/>
          </a:bodyPr>
          <a:lstStyle/>
          <a:p>
            <a:pPr algn="ctr"/>
            <a:r>
              <a:rPr lang="en-US" dirty="0"/>
              <a:t>High Photon Count</a:t>
            </a:r>
          </a:p>
        </p:txBody>
      </p:sp>
      <p:sp>
        <p:nvSpPr>
          <p:cNvPr id="16" name="Right Brace 15">
            <a:extLst>
              <a:ext uri="{FF2B5EF4-FFF2-40B4-BE49-F238E27FC236}">
                <a16:creationId xmlns:a16="http://schemas.microsoft.com/office/drawing/2014/main" id="{84951AB6-E684-AF8F-D9F5-1B983468BFD3}"/>
              </a:ext>
            </a:extLst>
          </p:cNvPr>
          <p:cNvSpPr/>
          <p:nvPr/>
        </p:nvSpPr>
        <p:spPr>
          <a:xfrm>
            <a:off x="10103719" y="530439"/>
            <a:ext cx="478971" cy="2830286"/>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Right Brace 17">
            <a:extLst>
              <a:ext uri="{FF2B5EF4-FFF2-40B4-BE49-F238E27FC236}">
                <a16:creationId xmlns:a16="http://schemas.microsoft.com/office/drawing/2014/main" id="{AFC40824-65EB-07E7-0A56-E65DD490FC21}"/>
              </a:ext>
            </a:extLst>
          </p:cNvPr>
          <p:cNvSpPr/>
          <p:nvPr/>
        </p:nvSpPr>
        <p:spPr>
          <a:xfrm>
            <a:off x="10103719" y="3629499"/>
            <a:ext cx="478971" cy="2830286"/>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04475452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4BD05-8B7C-6412-806B-6DFB04585BE0}"/>
              </a:ext>
            </a:extLst>
          </p:cNvPr>
          <p:cNvSpPr>
            <a:spLocks noGrp="1"/>
          </p:cNvSpPr>
          <p:nvPr>
            <p:ph type="title"/>
          </p:nvPr>
        </p:nvSpPr>
        <p:spPr>
          <a:xfrm>
            <a:off x="1103313" y="304193"/>
            <a:ext cx="3462337" cy="1478570"/>
          </a:xfrm>
        </p:spPr>
        <p:txBody>
          <a:bodyPr/>
          <a:lstStyle/>
          <a:p>
            <a:r>
              <a:rPr lang="en-US" dirty="0"/>
              <a:t>Conclusions</a:t>
            </a:r>
          </a:p>
        </p:txBody>
      </p:sp>
      <p:sp>
        <p:nvSpPr>
          <p:cNvPr id="3" name="Content Placeholder 2">
            <a:extLst>
              <a:ext uri="{FF2B5EF4-FFF2-40B4-BE49-F238E27FC236}">
                <a16:creationId xmlns:a16="http://schemas.microsoft.com/office/drawing/2014/main" id="{DF24C4D7-9BBC-023C-9424-C05E81BEF243}"/>
              </a:ext>
            </a:extLst>
          </p:cNvPr>
          <p:cNvSpPr>
            <a:spLocks noGrp="1"/>
          </p:cNvSpPr>
          <p:nvPr>
            <p:ph idx="1"/>
          </p:nvPr>
        </p:nvSpPr>
        <p:spPr>
          <a:xfrm>
            <a:off x="827768" y="2006869"/>
            <a:ext cx="4954587" cy="4367720"/>
          </a:xfrm>
        </p:spPr>
        <p:txBody>
          <a:bodyPr>
            <a:normAutofit/>
          </a:bodyPr>
          <a:lstStyle/>
          <a:p>
            <a:pPr>
              <a:buFont typeface="Wingdings" panose="05000000000000000000" pitchFamily="2" charset="2"/>
              <a:buChar char="Ø"/>
            </a:pPr>
            <a:r>
              <a:rPr lang="en-US" sz="2400" dirty="0"/>
              <a:t>SCOS relies on speckle contrast to extract </a:t>
            </a:r>
            <a:r>
              <a:rPr lang="en-US" sz="2400" dirty="0" err="1"/>
              <a:t>rBFi</a:t>
            </a:r>
            <a:endParaRPr lang="en-US" sz="2400" dirty="0"/>
          </a:p>
          <a:p>
            <a:pPr>
              <a:buFont typeface="Wingdings" panose="05000000000000000000" pitchFamily="2" charset="2"/>
              <a:buChar char="Ø"/>
            </a:pPr>
            <a:r>
              <a:rPr lang="en-US" sz="2400" dirty="0"/>
              <a:t>The method can have good resolution, but lacks sensitivity and accuracy</a:t>
            </a:r>
          </a:p>
          <a:p>
            <a:pPr>
              <a:buFont typeface="Wingdings" panose="05000000000000000000" pitchFamily="2" charset="2"/>
              <a:buChar char="Ø"/>
            </a:pPr>
            <a:r>
              <a:rPr lang="en-US" sz="2400" dirty="0"/>
              <a:t>Adding coherence and time gating could improve both sensitivity and SNR</a:t>
            </a:r>
          </a:p>
          <a:p>
            <a:pPr>
              <a:buFont typeface="Wingdings" panose="05000000000000000000" pitchFamily="2" charset="2"/>
              <a:buChar char="Ø"/>
            </a:pPr>
            <a:r>
              <a:rPr lang="en-US" sz="2400" dirty="0"/>
              <a:t>Results show both improvement of sensitivity and SNR when selecting the right configuration</a:t>
            </a:r>
          </a:p>
          <a:p>
            <a:pPr marL="0" indent="0">
              <a:buNone/>
            </a:pPr>
            <a:endParaRPr lang="en-US" sz="2400" dirty="0"/>
          </a:p>
        </p:txBody>
      </p:sp>
      <p:sp>
        <p:nvSpPr>
          <p:cNvPr id="4" name="Slide Number Placeholder 3">
            <a:extLst>
              <a:ext uri="{FF2B5EF4-FFF2-40B4-BE49-F238E27FC236}">
                <a16:creationId xmlns:a16="http://schemas.microsoft.com/office/drawing/2014/main" id="{40D1BC97-AC73-A663-F3FB-790EAAA3D7AC}"/>
              </a:ext>
            </a:extLst>
          </p:cNvPr>
          <p:cNvSpPr>
            <a:spLocks noGrp="1"/>
          </p:cNvSpPr>
          <p:nvPr>
            <p:ph type="sldNum" sz="quarter" idx="12"/>
          </p:nvPr>
        </p:nvSpPr>
        <p:spPr/>
        <p:txBody>
          <a:bodyPr/>
          <a:lstStyle/>
          <a:p>
            <a:fld id="{2D11AD2F-9457-44B3-A1A5-67FB697FC1E5}" type="slidenum">
              <a:rPr lang="en-US" smtClean="0"/>
              <a:t>40</a:t>
            </a:fld>
            <a:endParaRPr lang="en-US"/>
          </a:p>
        </p:txBody>
      </p:sp>
      <p:sp>
        <p:nvSpPr>
          <p:cNvPr id="5" name="Title 1">
            <a:extLst>
              <a:ext uri="{FF2B5EF4-FFF2-40B4-BE49-F238E27FC236}">
                <a16:creationId xmlns:a16="http://schemas.microsoft.com/office/drawing/2014/main" id="{EA3500D7-88E0-D729-AB21-BB18DA708833}"/>
              </a:ext>
            </a:extLst>
          </p:cNvPr>
          <p:cNvSpPr txBox="1">
            <a:spLocks/>
          </p:cNvSpPr>
          <p:nvPr/>
        </p:nvSpPr>
        <p:spPr>
          <a:xfrm>
            <a:off x="6500813" y="618518"/>
            <a:ext cx="3462337" cy="14785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en-US"/>
              <a:t>What is next</a:t>
            </a:r>
          </a:p>
        </p:txBody>
      </p:sp>
      <p:sp>
        <p:nvSpPr>
          <p:cNvPr id="6" name="Content Placeholder 2">
            <a:extLst>
              <a:ext uri="{FF2B5EF4-FFF2-40B4-BE49-F238E27FC236}">
                <a16:creationId xmlns:a16="http://schemas.microsoft.com/office/drawing/2014/main" id="{AC86B701-D68E-9AF6-5381-55F188981411}"/>
              </a:ext>
            </a:extLst>
          </p:cNvPr>
          <p:cNvSpPr txBox="1">
            <a:spLocks/>
          </p:cNvSpPr>
          <p:nvPr/>
        </p:nvSpPr>
        <p:spPr>
          <a:xfrm>
            <a:off x="6092823" y="2097088"/>
            <a:ext cx="4954587" cy="3541714"/>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a:buFont typeface="Wingdings" panose="05000000000000000000" pitchFamily="2" charset="2"/>
              <a:buChar char="q"/>
            </a:pPr>
            <a:r>
              <a:rPr lang="en-US" dirty="0"/>
              <a:t>Validate TPSF and IRF profiles</a:t>
            </a:r>
          </a:p>
          <a:p>
            <a:pPr>
              <a:buFont typeface="Wingdings" panose="05000000000000000000" pitchFamily="2" charset="2"/>
              <a:buChar char="q"/>
            </a:pPr>
            <a:r>
              <a:rPr lang="en-US" dirty="0"/>
              <a:t>Improve signal quality</a:t>
            </a:r>
          </a:p>
          <a:p>
            <a:pPr>
              <a:buFont typeface="Wingdings" panose="05000000000000000000" pitchFamily="2" charset="2"/>
              <a:buChar char="q"/>
            </a:pPr>
            <a:r>
              <a:rPr lang="en-US" dirty="0"/>
              <a:t>Improve sensitivity test</a:t>
            </a:r>
          </a:p>
          <a:p>
            <a:pPr>
              <a:buFont typeface="Wingdings" panose="05000000000000000000" pitchFamily="2" charset="2"/>
              <a:buChar char="q"/>
            </a:pPr>
            <a:r>
              <a:rPr lang="en-US" dirty="0"/>
              <a:t>Experiment with different sensors and setups</a:t>
            </a:r>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p:txBody>
      </p:sp>
      <p:pic>
        <p:nvPicPr>
          <p:cNvPr id="8" name="Picture 6" descr="Faculty of Engineering Bar-Ilan University">
            <a:extLst>
              <a:ext uri="{FF2B5EF4-FFF2-40B4-BE49-F238E27FC236}">
                <a16:creationId xmlns:a16="http://schemas.microsoft.com/office/drawing/2014/main" id="{CF3C8804-5FB6-3C63-B429-EA15948862E9}"/>
              </a:ext>
            </a:extLst>
          </p:cNvPr>
          <p:cNvPicPr/>
          <p:nvPr/>
        </p:nvPicPr>
        <p:blipFill>
          <a:blip r:embed="rId2">
            <a:extLst>
              <a:ext uri="{28A0092B-C50C-407E-A947-70E740481C1C}">
                <a14:useLocalDpi xmlns:a14="http://schemas.microsoft.com/office/drawing/2010/main" val="0"/>
              </a:ext>
            </a:extLst>
          </a:blip>
          <a:stretch>
            <a:fillRect/>
          </a:stretch>
        </p:blipFill>
        <p:spPr bwMode="auto">
          <a:xfrm>
            <a:off x="91074" y="6367558"/>
            <a:ext cx="2023476" cy="5513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879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3">
                                            <p:txEl>
                                              <p:pRg st="0" end="0"/>
                                            </p:txEl>
                                          </p:spTgt>
                                        </p:tgtEl>
                                        <p:attrNameLst>
                                          <p:attrName>style.color</p:attrName>
                                        </p:attrNameLst>
                                      </p:cBhvr>
                                      <p:to>
                                        <a:schemeClr val="accent1"/>
                                      </p:to>
                                    </p:animClr>
                                    <p:animClr clrSpc="rgb" dir="cw">
                                      <p:cBhvr>
                                        <p:cTn id="7" dur="500" fill="hold"/>
                                        <p:tgtEl>
                                          <p:spTgt spid="3">
                                            <p:txEl>
                                              <p:pRg st="0" end="0"/>
                                            </p:txEl>
                                          </p:spTgt>
                                        </p:tgtEl>
                                        <p:attrNameLst>
                                          <p:attrName>fillcolor</p:attrName>
                                        </p:attrNameLst>
                                      </p:cBhvr>
                                      <p:to>
                                        <a:schemeClr val="accent1"/>
                                      </p:to>
                                    </p:animClr>
                                    <p:set>
                                      <p:cBhvr>
                                        <p:cTn id="8" dur="500" fill="hold"/>
                                        <p:tgtEl>
                                          <p:spTgt spid="3">
                                            <p:txEl>
                                              <p:pRg st="0" end="0"/>
                                            </p:txEl>
                                          </p:spTgt>
                                        </p:tgtEl>
                                        <p:attrNameLst>
                                          <p:attrName>fill.type</p:attrName>
                                        </p:attrNameLst>
                                      </p:cBhvr>
                                      <p:to>
                                        <p:strVal val="solid"/>
                                      </p:to>
                                    </p:set>
                                    <p:set>
                                      <p:cBhvr>
                                        <p:cTn id="9" dur="500" fill="hold"/>
                                        <p:tgtEl>
                                          <p:spTgt spid="3">
                                            <p:txEl>
                                              <p:pRg st="0" end="0"/>
                                            </p:txEl>
                                          </p:spTgt>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19" presetClass="emph" presetSubtype="0" fill="hold" nodeType="clickEffect">
                                  <p:stCondLst>
                                    <p:cond delay="0"/>
                                  </p:stCondLst>
                                  <p:childTnLst>
                                    <p:animClr clrSpc="rgb" dir="cw">
                                      <p:cBhvr override="childStyle">
                                        <p:cTn id="13" dur="500" fill="hold"/>
                                        <p:tgtEl>
                                          <p:spTgt spid="3">
                                            <p:txEl>
                                              <p:pRg st="1" end="1"/>
                                            </p:txEl>
                                          </p:spTgt>
                                        </p:tgtEl>
                                        <p:attrNameLst>
                                          <p:attrName>style.color</p:attrName>
                                        </p:attrNameLst>
                                      </p:cBhvr>
                                      <p:to>
                                        <a:schemeClr val="accent1"/>
                                      </p:to>
                                    </p:animClr>
                                    <p:animClr clrSpc="rgb" dir="cw">
                                      <p:cBhvr>
                                        <p:cTn id="14" dur="500" fill="hold"/>
                                        <p:tgtEl>
                                          <p:spTgt spid="3">
                                            <p:txEl>
                                              <p:pRg st="1" end="1"/>
                                            </p:txEl>
                                          </p:spTgt>
                                        </p:tgtEl>
                                        <p:attrNameLst>
                                          <p:attrName>fillcolor</p:attrName>
                                        </p:attrNameLst>
                                      </p:cBhvr>
                                      <p:to>
                                        <a:schemeClr val="accent1"/>
                                      </p:to>
                                    </p:animClr>
                                    <p:set>
                                      <p:cBhvr>
                                        <p:cTn id="15" dur="500" fill="hold"/>
                                        <p:tgtEl>
                                          <p:spTgt spid="3">
                                            <p:txEl>
                                              <p:pRg st="1" end="1"/>
                                            </p:txEl>
                                          </p:spTgt>
                                        </p:tgtEl>
                                        <p:attrNameLst>
                                          <p:attrName>fill.type</p:attrName>
                                        </p:attrNameLst>
                                      </p:cBhvr>
                                      <p:to>
                                        <p:strVal val="solid"/>
                                      </p:to>
                                    </p:set>
                                    <p:set>
                                      <p:cBhvr>
                                        <p:cTn id="16" dur="500" fill="hold"/>
                                        <p:tgtEl>
                                          <p:spTgt spid="3">
                                            <p:txEl>
                                              <p:pRg st="1" end="1"/>
                                            </p:txEl>
                                          </p:spTgt>
                                        </p:tgtEl>
                                        <p:attrNameLst>
                                          <p:attrName>fill.on</p:attrName>
                                        </p:attrNameLst>
                                      </p:cBhvr>
                                      <p:to>
                                        <p:strVal val="true"/>
                                      </p:to>
                                    </p:set>
                                  </p:childTnLst>
                                </p:cTn>
                              </p:par>
                            </p:childTnLst>
                          </p:cTn>
                        </p:par>
                      </p:childTnLst>
                    </p:cTn>
                  </p:par>
                  <p:par>
                    <p:cTn id="17" fill="hold">
                      <p:stCondLst>
                        <p:cond delay="indefinite"/>
                      </p:stCondLst>
                      <p:childTnLst>
                        <p:par>
                          <p:cTn id="18" fill="hold">
                            <p:stCondLst>
                              <p:cond delay="0"/>
                            </p:stCondLst>
                            <p:childTnLst>
                              <p:par>
                                <p:cTn id="19" presetID="19" presetClass="emph" presetSubtype="0" fill="hold" nodeType="clickEffect">
                                  <p:stCondLst>
                                    <p:cond delay="0"/>
                                  </p:stCondLst>
                                  <p:childTnLst>
                                    <p:animClr clrSpc="rgb" dir="cw">
                                      <p:cBhvr override="childStyle">
                                        <p:cTn id="20" dur="500" fill="hold"/>
                                        <p:tgtEl>
                                          <p:spTgt spid="3">
                                            <p:txEl>
                                              <p:pRg st="2" end="2"/>
                                            </p:txEl>
                                          </p:spTgt>
                                        </p:tgtEl>
                                        <p:attrNameLst>
                                          <p:attrName>style.color</p:attrName>
                                        </p:attrNameLst>
                                      </p:cBhvr>
                                      <p:to>
                                        <a:schemeClr val="accent1"/>
                                      </p:to>
                                    </p:animClr>
                                    <p:animClr clrSpc="rgb" dir="cw">
                                      <p:cBhvr>
                                        <p:cTn id="21" dur="500" fill="hold"/>
                                        <p:tgtEl>
                                          <p:spTgt spid="3">
                                            <p:txEl>
                                              <p:pRg st="2" end="2"/>
                                            </p:txEl>
                                          </p:spTgt>
                                        </p:tgtEl>
                                        <p:attrNameLst>
                                          <p:attrName>fillcolor</p:attrName>
                                        </p:attrNameLst>
                                      </p:cBhvr>
                                      <p:to>
                                        <a:schemeClr val="accent1"/>
                                      </p:to>
                                    </p:animClr>
                                    <p:set>
                                      <p:cBhvr>
                                        <p:cTn id="22" dur="500" fill="hold"/>
                                        <p:tgtEl>
                                          <p:spTgt spid="3">
                                            <p:txEl>
                                              <p:pRg st="2" end="2"/>
                                            </p:txEl>
                                          </p:spTgt>
                                        </p:tgtEl>
                                        <p:attrNameLst>
                                          <p:attrName>fill.type</p:attrName>
                                        </p:attrNameLst>
                                      </p:cBhvr>
                                      <p:to>
                                        <p:strVal val="solid"/>
                                      </p:to>
                                    </p:set>
                                    <p:set>
                                      <p:cBhvr>
                                        <p:cTn id="23" dur="500" fill="hold"/>
                                        <p:tgtEl>
                                          <p:spTgt spid="3">
                                            <p:txEl>
                                              <p:pRg st="2" end="2"/>
                                            </p:txEl>
                                          </p:spTgt>
                                        </p:tgtEl>
                                        <p:attrNameLst>
                                          <p:attrName>fill.on</p:attrName>
                                        </p:attrNameLst>
                                      </p:cBhvr>
                                      <p:to>
                                        <p:strVal val="true"/>
                                      </p:to>
                                    </p:set>
                                  </p:childTnLst>
                                </p:cTn>
                              </p:par>
                            </p:childTnLst>
                          </p:cTn>
                        </p:par>
                      </p:childTnLst>
                    </p:cTn>
                  </p:par>
                  <p:par>
                    <p:cTn id="24" fill="hold">
                      <p:stCondLst>
                        <p:cond delay="indefinite"/>
                      </p:stCondLst>
                      <p:childTnLst>
                        <p:par>
                          <p:cTn id="25" fill="hold">
                            <p:stCondLst>
                              <p:cond delay="0"/>
                            </p:stCondLst>
                            <p:childTnLst>
                              <p:par>
                                <p:cTn id="26" presetID="19" presetClass="emph" presetSubtype="0" fill="hold" nodeType="clickEffect">
                                  <p:stCondLst>
                                    <p:cond delay="0"/>
                                  </p:stCondLst>
                                  <p:childTnLst>
                                    <p:animClr clrSpc="rgb" dir="cw">
                                      <p:cBhvr override="childStyle">
                                        <p:cTn id="27" dur="500" fill="hold"/>
                                        <p:tgtEl>
                                          <p:spTgt spid="3">
                                            <p:txEl>
                                              <p:pRg st="3" end="3"/>
                                            </p:txEl>
                                          </p:spTgt>
                                        </p:tgtEl>
                                        <p:attrNameLst>
                                          <p:attrName>style.color</p:attrName>
                                        </p:attrNameLst>
                                      </p:cBhvr>
                                      <p:to>
                                        <a:schemeClr val="accent1"/>
                                      </p:to>
                                    </p:animClr>
                                    <p:animClr clrSpc="rgb" dir="cw">
                                      <p:cBhvr>
                                        <p:cTn id="28" dur="500" fill="hold"/>
                                        <p:tgtEl>
                                          <p:spTgt spid="3">
                                            <p:txEl>
                                              <p:pRg st="3" end="3"/>
                                            </p:txEl>
                                          </p:spTgt>
                                        </p:tgtEl>
                                        <p:attrNameLst>
                                          <p:attrName>fillcolor</p:attrName>
                                        </p:attrNameLst>
                                      </p:cBhvr>
                                      <p:to>
                                        <a:schemeClr val="accent1"/>
                                      </p:to>
                                    </p:animClr>
                                    <p:set>
                                      <p:cBhvr>
                                        <p:cTn id="29" dur="500" fill="hold"/>
                                        <p:tgtEl>
                                          <p:spTgt spid="3">
                                            <p:txEl>
                                              <p:pRg st="3" end="3"/>
                                            </p:txEl>
                                          </p:spTgt>
                                        </p:tgtEl>
                                        <p:attrNameLst>
                                          <p:attrName>fill.type</p:attrName>
                                        </p:attrNameLst>
                                      </p:cBhvr>
                                      <p:to>
                                        <p:strVal val="solid"/>
                                      </p:to>
                                    </p:set>
                                    <p:set>
                                      <p:cBhvr>
                                        <p:cTn id="30" dur="500" fill="hold"/>
                                        <p:tgtEl>
                                          <p:spTgt spid="3">
                                            <p:txEl>
                                              <p:pRg st="3" end="3"/>
                                            </p:txEl>
                                          </p:spTgt>
                                        </p:tgtEl>
                                        <p:attrNameLst>
                                          <p:attrName>fill.on</p:attrName>
                                        </p:attrNameLst>
                                      </p:cBhvr>
                                      <p:to>
                                        <p:strVal val="true"/>
                                      </p:to>
                                    </p:set>
                                  </p:childTnLst>
                                </p:cTn>
                              </p:par>
                            </p:childTnLst>
                          </p:cTn>
                        </p:par>
                      </p:childTnLst>
                    </p:cTn>
                  </p:par>
                  <p:par>
                    <p:cTn id="31" fill="hold">
                      <p:stCondLst>
                        <p:cond delay="indefinite"/>
                      </p:stCondLst>
                      <p:childTnLst>
                        <p:par>
                          <p:cTn id="32" fill="hold">
                            <p:stCondLst>
                              <p:cond delay="0"/>
                            </p:stCondLst>
                            <p:childTnLst>
                              <p:par>
                                <p:cTn id="33" presetID="19" presetClass="emph" presetSubtype="0" fill="hold" nodeType="clickEffect">
                                  <p:stCondLst>
                                    <p:cond delay="0"/>
                                  </p:stCondLst>
                                  <p:childTnLst>
                                    <p:animClr clrSpc="rgb" dir="cw">
                                      <p:cBhvr override="childStyle">
                                        <p:cTn id="34" dur="500" fill="hold"/>
                                        <p:tgtEl>
                                          <p:spTgt spid="6">
                                            <p:txEl>
                                              <p:pRg st="0" end="0"/>
                                            </p:txEl>
                                          </p:spTgt>
                                        </p:tgtEl>
                                        <p:attrNameLst>
                                          <p:attrName>style.color</p:attrName>
                                        </p:attrNameLst>
                                      </p:cBhvr>
                                      <p:to>
                                        <a:schemeClr val="accent1"/>
                                      </p:to>
                                    </p:animClr>
                                    <p:animClr clrSpc="rgb" dir="cw">
                                      <p:cBhvr>
                                        <p:cTn id="35" dur="500" fill="hold"/>
                                        <p:tgtEl>
                                          <p:spTgt spid="6">
                                            <p:txEl>
                                              <p:pRg st="0" end="0"/>
                                            </p:txEl>
                                          </p:spTgt>
                                        </p:tgtEl>
                                        <p:attrNameLst>
                                          <p:attrName>fillcolor</p:attrName>
                                        </p:attrNameLst>
                                      </p:cBhvr>
                                      <p:to>
                                        <a:schemeClr val="accent1"/>
                                      </p:to>
                                    </p:animClr>
                                    <p:set>
                                      <p:cBhvr>
                                        <p:cTn id="36" dur="500" fill="hold"/>
                                        <p:tgtEl>
                                          <p:spTgt spid="6">
                                            <p:txEl>
                                              <p:pRg st="0" end="0"/>
                                            </p:txEl>
                                          </p:spTgt>
                                        </p:tgtEl>
                                        <p:attrNameLst>
                                          <p:attrName>fill.type</p:attrName>
                                        </p:attrNameLst>
                                      </p:cBhvr>
                                      <p:to>
                                        <p:strVal val="solid"/>
                                      </p:to>
                                    </p:set>
                                    <p:set>
                                      <p:cBhvr>
                                        <p:cTn id="37" dur="500" fill="hold"/>
                                        <p:tgtEl>
                                          <p:spTgt spid="6">
                                            <p:txEl>
                                              <p:pRg st="0" end="0"/>
                                            </p:txEl>
                                          </p:spTgt>
                                        </p:tgtEl>
                                        <p:attrNameLst>
                                          <p:attrName>fill.on</p:attrName>
                                        </p:attrNameLst>
                                      </p:cBhvr>
                                      <p:to>
                                        <p:strVal val="true"/>
                                      </p:to>
                                    </p:set>
                                  </p:childTnLst>
                                </p:cTn>
                              </p:par>
                            </p:childTnLst>
                          </p:cTn>
                        </p:par>
                      </p:childTnLst>
                    </p:cTn>
                  </p:par>
                  <p:par>
                    <p:cTn id="38" fill="hold">
                      <p:stCondLst>
                        <p:cond delay="indefinite"/>
                      </p:stCondLst>
                      <p:childTnLst>
                        <p:par>
                          <p:cTn id="39" fill="hold">
                            <p:stCondLst>
                              <p:cond delay="0"/>
                            </p:stCondLst>
                            <p:childTnLst>
                              <p:par>
                                <p:cTn id="40" presetID="19" presetClass="emph" presetSubtype="0" fill="hold" nodeType="clickEffect">
                                  <p:stCondLst>
                                    <p:cond delay="0"/>
                                  </p:stCondLst>
                                  <p:childTnLst>
                                    <p:animClr clrSpc="rgb" dir="cw">
                                      <p:cBhvr override="childStyle">
                                        <p:cTn id="41" dur="500" fill="hold"/>
                                        <p:tgtEl>
                                          <p:spTgt spid="6">
                                            <p:txEl>
                                              <p:pRg st="1" end="1"/>
                                            </p:txEl>
                                          </p:spTgt>
                                        </p:tgtEl>
                                        <p:attrNameLst>
                                          <p:attrName>style.color</p:attrName>
                                        </p:attrNameLst>
                                      </p:cBhvr>
                                      <p:to>
                                        <a:schemeClr val="accent1"/>
                                      </p:to>
                                    </p:animClr>
                                    <p:animClr clrSpc="rgb" dir="cw">
                                      <p:cBhvr>
                                        <p:cTn id="42" dur="500" fill="hold"/>
                                        <p:tgtEl>
                                          <p:spTgt spid="6">
                                            <p:txEl>
                                              <p:pRg st="1" end="1"/>
                                            </p:txEl>
                                          </p:spTgt>
                                        </p:tgtEl>
                                        <p:attrNameLst>
                                          <p:attrName>fillcolor</p:attrName>
                                        </p:attrNameLst>
                                      </p:cBhvr>
                                      <p:to>
                                        <a:schemeClr val="accent1"/>
                                      </p:to>
                                    </p:animClr>
                                    <p:set>
                                      <p:cBhvr>
                                        <p:cTn id="43" dur="500" fill="hold"/>
                                        <p:tgtEl>
                                          <p:spTgt spid="6">
                                            <p:txEl>
                                              <p:pRg st="1" end="1"/>
                                            </p:txEl>
                                          </p:spTgt>
                                        </p:tgtEl>
                                        <p:attrNameLst>
                                          <p:attrName>fill.type</p:attrName>
                                        </p:attrNameLst>
                                      </p:cBhvr>
                                      <p:to>
                                        <p:strVal val="solid"/>
                                      </p:to>
                                    </p:set>
                                    <p:set>
                                      <p:cBhvr>
                                        <p:cTn id="44" dur="500" fill="hold"/>
                                        <p:tgtEl>
                                          <p:spTgt spid="6">
                                            <p:txEl>
                                              <p:pRg st="1" end="1"/>
                                            </p:txEl>
                                          </p:spTgt>
                                        </p:tgtEl>
                                        <p:attrNameLst>
                                          <p:attrName>fill.on</p:attrName>
                                        </p:attrNameLst>
                                      </p:cBhvr>
                                      <p:to>
                                        <p:strVal val="true"/>
                                      </p:to>
                                    </p:set>
                                  </p:childTnLst>
                                </p:cTn>
                              </p:par>
                            </p:childTnLst>
                          </p:cTn>
                        </p:par>
                      </p:childTnLst>
                    </p:cTn>
                  </p:par>
                  <p:par>
                    <p:cTn id="45" fill="hold">
                      <p:stCondLst>
                        <p:cond delay="indefinite"/>
                      </p:stCondLst>
                      <p:childTnLst>
                        <p:par>
                          <p:cTn id="46" fill="hold">
                            <p:stCondLst>
                              <p:cond delay="0"/>
                            </p:stCondLst>
                            <p:childTnLst>
                              <p:par>
                                <p:cTn id="47" presetID="19" presetClass="emph" presetSubtype="0" fill="hold" nodeType="clickEffect">
                                  <p:stCondLst>
                                    <p:cond delay="0"/>
                                  </p:stCondLst>
                                  <p:childTnLst>
                                    <p:animClr clrSpc="rgb" dir="cw">
                                      <p:cBhvr override="childStyle">
                                        <p:cTn id="48" dur="500" fill="hold"/>
                                        <p:tgtEl>
                                          <p:spTgt spid="6">
                                            <p:txEl>
                                              <p:pRg st="2" end="2"/>
                                            </p:txEl>
                                          </p:spTgt>
                                        </p:tgtEl>
                                        <p:attrNameLst>
                                          <p:attrName>style.color</p:attrName>
                                        </p:attrNameLst>
                                      </p:cBhvr>
                                      <p:to>
                                        <a:schemeClr val="accent1"/>
                                      </p:to>
                                    </p:animClr>
                                    <p:animClr clrSpc="rgb" dir="cw">
                                      <p:cBhvr>
                                        <p:cTn id="49" dur="500" fill="hold"/>
                                        <p:tgtEl>
                                          <p:spTgt spid="6">
                                            <p:txEl>
                                              <p:pRg st="2" end="2"/>
                                            </p:txEl>
                                          </p:spTgt>
                                        </p:tgtEl>
                                        <p:attrNameLst>
                                          <p:attrName>fillcolor</p:attrName>
                                        </p:attrNameLst>
                                      </p:cBhvr>
                                      <p:to>
                                        <a:schemeClr val="accent1"/>
                                      </p:to>
                                    </p:animClr>
                                    <p:set>
                                      <p:cBhvr>
                                        <p:cTn id="50" dur="500" fill="hold"/>
                                        <p:tgtEl>
                                          <p:spTgt spid="6">
                                            <p:txEl>
                                              <p:pRg st="2" end="2"/>
                                            </p:txEl>
                                          </p:spTgt>
                                        </p:tgtEl>
                                        <p:attrNameLst>
                                          <p:attrName>fill.type</p:attrName>
                                        </p:attrNameLst>
                                      </p:cBhvr>
                                      <p:to>
                                        <p:strVal val="solid"/>
                                      </p:to>
                                    </p:set>
                                    <p:set>
                                      <p:cBhvr>
                                        <p:cTn id="51" dur="500" fill="hold"/>
                                        <p:tgtEl>
                                          <p:spTgt spid="6">
                                            <p:txEl>
                                              <p:pRg st="2" end="2"/>
                                            </p:txEl>
                                          </p:spTgt>
                                        </p:tgtEl>
                                        <p:attrNameLst>
                                          <p:attrName>fill.on</p:attrName>
                                        </p:attrNameLst>
                                      </p:cBhvr>
                                      <p:to>
                                        <p:strVal val="true"/>
                                      </p:to>
                                    </p:set>
                                  </p:childTnLst>
                                </p:cTn>
                              </p:par>
                            </p:childTnLst>
                          </p:cTn>
                        </p:par>
                      </p:childTnLst>
                    </p:cTn>
                  </p:par>
                  <p:par>
                    <p:cTn id="52" fill="hold">
                      <p:stCondLst>
                        <p:cond delay="indefinite"/>
                      </p:stCondLst>
                      <p:childTnLst>
                        <p:par>
                          <p:cTn id="53" fill="hold">
                            <p:stCondLst>
                              <p:cond delay="0"/>
                            </p:stCondLst>
                            <p:childTnLst>
                              <p:par>
                                <p:cTn id="54" presetID="19" presetClass="emph" presetSubtype="0" fill="hold" nodeType="clickEffect">
                                  <p:stCondLst>
                                    <p:cond delay="0"/>
                                  </p:stCondLst>
                                  <p:childTnLst>
                                    <p:animClr clrSpc="rgb" dir="cw">
                                      <p:cBhvr override="childStyle">
                                        <p:cTn id="55" dur="500" fill="hold"/>
                                        <p:tgtEl>
                                          <p:spTgt spid="6">
                                            <p:txEl>
                                              <p:pRg st="3" end="3"/>
                                            </p:txEl>
                                          </p:spTgt>
                                        </p:tgtEl>
                                        <p:attrNameLst>
                                          <p:attrName>style.color</p:attrName>
                                        </p:attrNameLst>
                                      </p:cBhvr>
                                      <p:to>
                                        <a:schemeClr val="accent1"/>
                                      </p:to>
                                    </p:animClr>
                                    <p:animClr clrSpc="rgb" dir="cw">
                                      <p:cBhvr>
                                        <p:cTn id="56" dur="500" fill="hold"/>
                                        <p:tgtEl>
                                          <p:spTgt spid="6">
                                            <p:txEl>
                                              <p:pRg st="3" end="3"/>
                                            </p:txEl>
                                          </p:spTgt>
                                        </p:tgtEl>
                                        <p:attrNameLst>
                                          <p:attrName>fillcolor</p:attrName>
                                        </p:attrNameLst>
                                      </p:cBhvr>
                                      <p:to>
                                        <a:schemeClr val="accent1"/>
                                      </p:to>
                                    </p:animClr>
                                    <p:set>
                                      <p:cBhvr>
                                        <p:cTn id="57" dur="500" fill="hold"/>
                                        <p:tgtEl>
                                          <p:spTgt spid="6">
                                            <p:txEl>
                                              <p:pRg st="3" end="3"/>
                                            </p:txEl>
                                          </p:spTgt>
                                        </p:tgtEl>
                                        <p:attrNameLst>
                                          <p:attrName>fill.type</p:attrName>
                                        </p:attrNameLst>
                                      </p:cBhvr>
                                      <p:to>
                                        <p:strVal val="solid"/>
                                      </p:to>
                                    </p:set>
                                    <p:set>
                                      <p:cBhvr>
                                        <p:cTn id="58" dur="500" fill="hold"/>
                                        <p:tgtEl>
                                          <p:spTgt spid="6">
                                            <p:txEl>
                                              <p:pRg st="3" end="3"/>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77DD2C1-0122-44FD-8A7F-7BC5E8565C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5ECAE16-5013-EC17-470B-84AA0746C098}"/>
              </a:ext>
            </a:extLst>
          </p:cNvPr>
          <p:cNvSpPr>
            <a:spLocks noGrp="1"/>
          </p:cNvSpPr>
          <p:nvPr>
            <p:ph type="ctrTitle"/>
          </p:nvPr>
        </p:nvSpPr>
        <p:spPr>
          <a:xfrm>
            <a:off x="5289754" y="639097"/>
            <a:ext cx="6253317" cy="3686015"/>
          </a:xfrm>
        </p:spPr>
        <p:txBody>
          <a:bodyPr>
            <a:normAutofit/>
          </a:bodyPr>
          <a:lstStyle/>
          <a:p>
            <a:r>
              <a:rPr lang="en-US" sz="7400"/>
              <a:t>Thank you for listening!</a:t>
            </a:r>
            <a:br>
              <a:rPr lang="en-US" sz="7400"/>
            </a:br>
            <a:r>
              <a:rPr lang="en-US" sz="7400"/>
              <a:t>Any Questions?</a:t>
            </a:r>
          </a:p>
        </p:txBody>
      </p:sp>
      <p:sp>
        <p:nvSpPr>
          <p:cNvPr id="3" name="Subtitle 2">
            <a:extLst>
              <a:ext uri="{FF2B5EF4-FFF2-40B4-BE49-F238E27FC236}">
                <a16:creationId xmlns:a16="http://schemas.microsoft.com/office/drawing/2014/main" id="{9793991A-30BE-0328-43A7-88D08D169606}"/>
              </a:ext>
            </a:extLst>
          </p:cNvPr>
          <p:cNvSpPr>
            <a:spLocks noGrp="1"/>
          </p:cNvSpPr>
          <p:nvPr>
            <p:ph type="subTitle" idx="1"/>
          </p:nvPr>
        </p:nvSpPr>
        <p:spPr>
          <a:xfrm>
            <a:off x="5289753" y="4455621"/>
            <a:ext cx="6269347" cy="1238616"/>
          </a:xfrm>
        </p:spPr>
        <p:txBody>
          <a:bodyPr>
            <a:normAutofit/>
          </a:bodyPr>
          <a:lstStyle/>
          <a:p>
            <a:endParaRPr lang="en-US">
              <a:solidFill>
                <a:schemeClr val="tx1">
                  <a:lumMod val="85000"/>
                  <a:lumOff val="15000"/>
                </a:schemeClr>
              </a:solidFill>
            </a:endParaRPr>
          </a:p>
        </p:txBody>
      </p:sp>
      <p:pic>
        <p:nvPicPr>
          <p:cNvPr id="7" name="Graphic 6" descr="Help">
            <a:extLst>
              <a:ext uri="{FF2B5EF4-FFF2-40B4-BE49-F238E27FC236}">
                <a16:creationId xmlns:a16="http://schemas.microsoft.com/office/drawing/2014/main" id="{6A4AD429-AF1F-C67F-BAEC-0A2CD6C7D7C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33999" y="1163529"/>
            <a:ext cx="4001315" cy="4001315"/>
          </a:xfrm>
          <a:prstGeom prst="rect">
            <a:avLst/>
          </a:prstGeom>
        </p:spPr>
      </p:pic>
      <p:cxnSp>
        <p:nvCxnSpPr>
          <p:cNvPr id="12" name="Straight Connector 11">
            <a:extLst>
              <a:ext uri="{FF2B5EF4-FFF2-40B4-BE49-F238E27FC236}">
                <a16:creationId xmlns:a16="http://schemas.microsoft.com/office/drawing/2014/main" id="{5A7B6757-994C-4B75-ABFE-D8F9E760938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47071" y="4343400"/>
            <a:ext cx="5636107"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46BC3A56-B546-4061-8E22-D2983771DE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923A7353-9373-4700-8B89-F4F7BA2D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8" name="Picture 6" descr="Faculty of Engineering Bar-Ilan University">
            <a:extLst>
              <a:ext uri="{FF2B5EF4-FFF2-40B4-BE49-F238E27FC236}">
                <a16:creationId xmlns:a16="http://schemas.microsoft.com/office/drawing/2014/main" id="{F452116E-01C0-2E44-5CCC-B1F96765CCC6}"/>
              </a:ext>
            </a:extLst>
          </p:cNvPr>
          <p:cNvPicPr/>
          <p:nvPr/>
        </p:nvPicPr>
        <p:blipFill>
          <a:blip r:embed="rId3">
            <a:extLst>
              <a:ext uri="{28A0092B-C50C-407E-A947-70E740481C1C}">
                <a14:useLocalDpi xmlns:a14="http://schemas.microsoft.com/office/drawing/2010/main" val="0"/>
              </a:ext>
            </a:extLst>
          </a:blip>
          <a:stretch>
            <a:fillRect/>
          </a:stretch>
        </p:blipFill>
        <p:spPr bwMode="auto">
          <a:xfrm>
            <a:off x="91074" y="6367558"/>
            <a:ext cx="2023476" cy="5513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53276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1B3735-3467-9306-7218-DF46C9627FB2}"/>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CA3D0D16-D593-A8D2-C5C5-2954E7E28F57}"/>
              </a:ext>
            </a:extLst>
          </p:cNvPr>
          <p:cNvSpPr>
            <a:spLocks noGrp="1"/>
          </p:cNvSpPr>
          <p:nvPr>
            <p:ph type="title"/>
          </p:nvPr>
        </p:nvSpPr>
        <p:spPr/>
        <p:txBody>
          <a:bodyPr/>
          <a:lstStyle/>
          <a:p>
            <a:r>
              <a:rPr lang="en-US"/>
              <a:t>References</a:t>
            </a:r>
            <a:endParaRPr lang="he-IL"/>
          </a:p>
        </p:txBody>
      </p:sp>
      <p:sp>
        <p:nvSpPr>
          <p:cNvPr id="4" name="מציין מיקום של מספר שקופית 3">
            <a:extLst>
              <a:ext uri="{FF2B5EF4-FFF2-40B4-BE49-F238E27FC236}">
                <a16:creationId xmlns:a16="http://schemas.microsoft.com/office/drawing/2014/main" id="{E25AE4C2-8A26-377B-ACD8-69B5E9352C19}"/>
              </a:ext>
            </a:extLst>
          </p:cNvPr>
          <p:cNvSpPr>
            <a:spLocks noGrp="1"/>
          </p:cNvSpPr>
          <p:nvPr>
            <p:ph type="sldNum" sz="quarter" idx="12"/>
          </p:nvPr>
        </p:nvSpPr>
        <p:spPr/>
        <p:txBody>
          <a:bodyPr/>
          <a:lstStyle/>
          <a:p>
            <a:fld id="{46CBA923-8050-40EC-91A3-2E6F60A68F37}" type="slidenum">
              <a:rPr lang="he-IL" smtClean="0"/>
              <a:t>42</a:t>
            </a:fld>
            <a:endParaRPr lang="he-IL"/>
          </a:p>
        </p:txBody>
      </p:sp>
      <p:pic>
        <p:nvPicPr>
          <p:cNvPr id="5" name="Picture 6" descr="Faculty of Engineering Bar-Ilan University">
            <a:extLst>
              <a:ext uri="{FF2B5EF4-FFF2-40B4-BE49-F238E27FC236}">
                <a16:creationId xmlns:a16="http://schemas.microsoft.com/office/drawing/2014/main" id="{36BD90D4-4DAF-4F6F-32D0-2BC0E9BAD2AB}"/>
              </a:ext>
            </a:extLst>
          </p:cNvPr>
          <p:cNvPicPr/>
          <p:nvPr/>
        </p:nvPicPr>
        <p:blipFill>
          <a:blip r:embed="rId2">
            <a:extLst>
              <a:ext uri="{28A0092B-C50C-407E-A947-70E740481C1C}">
                <a14:useLocalDpi xmlns:a14="http://schemas.microsoft.com/office/drawing/2010/main" val="0"/>
              </a:ext>
            </a:extLst>
          </a:blip>
          <a:stretch>
            <a:fillRect/>
          </a:stretch>
        </p:blipFill>
        <p:spPr bwMode="auto">
          <a:xfrm>
            <a:off x="91074" y="6367558"/>
            <a:ext cx="2023476" cy="551397"/>
          </a:xfrm>
          <a:prstGeom prst="rect">
            <a:avLst/>
          </a:prstGeom>
          <a:noFill/>
          <a:extLst>
            <a:ext uri="{909E8E84-426E-40DD-AFC4-6F175D3DCCD1}">
              <a14:hiddenFill xmlns:a14="http://schemas.microsoft.com/office/drawing/2010/main">
                <a:solidFill>
                  <a:srgbClr val="FFFFFF"/>
                </a:solidFill>
              </a14:hiddenFill>
            </a:ext>
          </a:extLst>
        </p:spPr>
      </p:pic>
      <p:sp>
        <p:nvSpPr>
          <p:cNvPr id="3" name="כותרת משנה 2">
            <a:extLst>
              <a:ext uri="{FF2B5EF4-FFF2-40B4-BE49-F238E27FC236}">
                <a16:creationId xmlns:a16="http://schemas.microsoft.com/office/drawing/2014/main" id="{D7808B5B-4824-2438-FE09-936D72019FE0}"/>
              </a:ext>
            </a:extLst>
          </p:cNvPr>
          <p:cNvSpPr txBox="1">
            <a:spLocks/>
          </p:cNvSpPr>
          <p:nvPr/>
        </p:nvSpPr>
        <p:spPr>
          <a:xfrm>
            <a:off x="796952" y="1939636"/>
            <a:ext cx="10058400" cy="4137891"/>
          </a:xfrm>
          <a:prstGeom prst="rect">
            <a:avLst/>
          </a:prstGeom>
        </p:spPr>
        <p:txBody>
          <a:bodyPr>
            <a:normAutofit fontScale="70000" lnSpcReduction="20000"/>
          </a:bodyPr>
          <a:lstStyle>
            <a:lvl1pPr marL="91440" indent="-91440" algn="r" defTabSz="914400" rtl="1"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r" defTabSz="914400" rtl="1"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l" rtl="0">
              <a:lnSpc>
                <a:spcPct val="120000"/>
              </a:lnSpc>
              <a:buFont typeface="Wingdings" panose="05000000000000000000" pitchFamily="2" charset="2"/>
              <a:buChar char="Ø"/>
            </a:pPr>
            <a:r>
              <a:rPr lang="en-US" sz="2800" dirty="0"/>
              <a:t>Zhu, J., He, X., &amp; Chen, Z. (2018). </a:t>
            </a:r>
            <a:r>
              <a:rPr lang="en-US" sz="2800" i="1" dirty="0"/>
              <a:t>Perspective: Current challenges and solutions of Doppler optical coherence tomography and angiography for neuroimaging</a:t>
            </a:r>
            <a:r>
              <a:rPr lang="en-US" sz="2800" dirty="0"/>
              <a:t>. </a:t>
            </a:r>
            <a:r>
              <a:rPr lang="en-US" sz="2800" b="1" dirty="0"/>
              <a:t>APL Photonics, 3</a:t>
            </a:r>
            <a:r>
              <a:rPr lang="en-US" sz="2800" dirty="0"/>
              <a:t>(12), 120902. </a:t>
            </a:r>
            <a:r>
              <a:rPr lang="en-US" sz="2800" dirty="0">
                <a:hlinkClick r:id="rId3"/>
              </a:rPr>
              <a:t>https://doi.org/10.1063/1.5040590</a:t>
            </a:r>
            <a:endParaRPr lang="en-US" sz="2800" dirty="0"/>
          </a:p>
          <a:p>
            <a:pPr algn="l" rtl="0">
              <a:lnSpc>
                <a:spcPct val="120000"/>
              </a:lnSpc>
              <a:buFont typeface="Wingdings" panose="05000000000000000000" pitchFamily="2" charset="2"/>
              <a:buChar char="Ø"/>
            </a:pPr>
            <a:r>
              <a:rPr lang="en-US" sz="2800" dirty="0"/>
              <a:t>Thompson Rivers University. (n.d.). </a:t>
            </a:r>
            <a:r>
              <a:rPr lang="en-US" sz="2800" i="1" dirty="0"/>
              <a:t>Research methods in psycholinguistics</a:t>
            </a:r>
            <a:r>
              <a:rPr lang="en-US" sz="2800" dirty="0"/>
              <a:t>. </a:t>
            </a:r>
            <a:r>
              <a:rPr lang="en-US" sz="2800" i="1" dirty="0"/>
              <a:t>Psychology of Language Pressbooks</a:t>
            </a:r>
            <a:r>
              <a:rPr lang="en-US" sz="2800" dirty="0"/>
              <a:t>. </a:t>
            </a:r>
            <a:r>
              <a:rPr lang="en-US" sz="2800" dirty="0">
                <a:hlinkClick r:id="rId4"/>
              </a:rPr>
              <a:t>https://psychologyoflanguage.pressbooks.tru.ca/chapter/research-methods-in-psycholinguistics/</a:t>
            </a:r>
            <a:endParaRPr lang="en-US" sz="2800" dirty="0"/>
          </a:p>
          <a:p>
            <a:pPr algn="l" rtl="0">
              <a:lnSpc>
                <a:spcPct val="120000"/>
              </a:lnSpc>
              <a:buFont typeface="Wingdings" panose="05000000000000000000" pitchFamily="2" charset="2"/>
              <a:buChar char="Ø"/>
            </a:pPr>
            <a:r>
              <a:rPr lang="en-US" sz="2800" dirty="0"/>
              <a:t>Stanford Medicine. (n.d.). </a:t>
            </a:r>
            <a:r>
              <a:rPr lang="en-US" sz="2800" i="1" dirty="0"/>
              <a:t>About NIRS</a:t>
            </a:r>
            <a:r>
              <a:rPr lang="en-US" sz="2800" dirty="0"/>
              <a:t>. Center for Interdisciplinary Brain Sciences Research. </a:t>
            </a:r>
            <a:r>
              <a:rPr lang="en-US" sz="2800" dirty="0">
                <a:hlinkClick r:id="rId5"/>
              </a:rPr>
              <a:t>https://med.stanford.edu/cibsr/GettingReady/about-nirs.html</a:t>
            </a:r>
            <a:endParaRPr lang="en-US" sz="2800" dirty="0"/>
          </a:p>
          <a:p>
            <a:pPr algn="l" rtl="0">
              <a:lnSpc>
                <a:spcPct val="120000"/>
              </a:lnSpc>
              <a:buFont typeface="Wingdings" panose="05000000000000000000" pitchFamily="2" charset="2"/>
              <a:buChar char="Ø"/>
            </a:pPr>
            <a:r>
              <a:rPr lang="en-US" sz="2800" dirty="0"/>
              <a:t>Robinson, M. B., et al. (2025). Pathlength-selective, interferometric diffuse correlation spectroscopy. </a:t>
            </a:r>
            <a:r>
              <a:rPr lang="en-US" sz="2800" i="1" dirty="0"/>
              <a:t>IEEE Journal of Selected Topics in Quantum Electronics, 31</a:t>
            </a:r>
            <a:r>
              <a:rPr lang="en-US" sz="2800" dirty="0"/>
              <a:t>(4), 1–14. </a:t>
            </a:r>
            <a:r>
              <a:rPr lang="en-US" sz="2800" dirty="0">
                <a:hlinkClick r:id="rId6"/>
              </a:rPr>
              <a:t>https://doi.org/10.1109/JSTQE.2025.3575719</a:t>
            </a:r>
            <a:endParaRPr lang="en-US" sz="2800" dirty="0"/>
          </a:p>
          <a:p>
            <a:pPr algn="l" rtl="0">
              <a:lnSpc>
                <a:spcPct val="120000"/>
              </a:lnSpc>
              <a:buFont typeface="Wingdings" panose="05000000000000000000" pitchFamily="2" charset="2"/>
              <a:buChar char="Ø"/>
            </a:pPr>
            <a:endParaRPr lang="he-IL" sz="2800" dirty="0">
              <a:solidFill>
                <a:schemeClr val="tx1">
                  <a:lumMod val="85000"/>
                  <a:lumOff val="15000"/>
                </a:schemeClr>
              </a:solidFill>
            </a:endParaRPr>
          </a:p>
        </p:txBody>
      </p:sp>
    </p:spTree>
    <p:extLst>
      <p:ext uri="{BB962C8B-B14F-4D97-AF65-F5344CB8AC3E}">
        <p14:creationId xmlns:p14="http://schemas.microsoft.com/office/powerpoint/2010/main" val="24186871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FBDCECDC-EEE3-4128-AA5E-82A8C0879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B7E51B-583F-42AB-4233-BAF1AAD37113}"/>
              </a:ext>
            </a:extLst>
          </p:cNvPr>
          <p:cNvSpPr>
            <a:spLocks noGrp="1"/>
          </p:cNvSpPr>
          <p:nvPr>
            <p:ph type="ctrTitle"/>
          </p:nvPr>
        </p:nvSpPr>
        <p:spPr>
          <a:xfrm>
            <a:off x="1097280" y="758952"/>
            <a:ext cx="10058400" cy="3892168"/>
          </a:xfrm>
        </p:spPr>
        <p:txBody>
          <a:bodyPr>
            <a:normAutofit/>
          </a:bodyPr>
          <a:lstStyle/>
          <a:p>
            <a:r>
              <a:rPr lang="en-US"/>
              <a:t>Supplementary Slides</a:t>
            </a:r>
          </a:p>
        </p:txBody>
      </p:sp>
      <p:sp>
        <p:nvSpPr>
          <p:cNvPr id="9" name="Rectangle 8">
            <a:extLst>
              <a:ext uri="{FF2B5EF4-FFF2-40B4-BE49-F238E27FC236}">
                <a16:creationId xmlns:a16="http://schemas.microsoft.com/office/drawing/2014/main" id="{4260EDE0-989C-4E16-AF94-F652294D82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1F3985C0-E548-44D2-B30E-F3E42DADE1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4906176"/>
            <a:ext cx="12188952"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6" name="Picture 6" descr="Faculty of Engineering Bar-Ilan University">
            <a:extLst>
              <a:ext uri="{FF2B5EF4-FFF2-40B4-BE49-F238E27FC236}">
                <a16:creationId xmlns:a16="http://schemas.microsoft.com/office/drawing/2014/main" id="{671B979A-8DAB-C446-538A-8707B50AE48F}"/>
              </a:ext>
            </a:extLst>
          </p:cNvPr>
          <p:cNvPicPr/>
          <p:nvPr/>
        </p:nvPicPr>
        <p:blipFill>
          <a:blip r:embed="rId2">
            <a:extLst>
              <a:ext uri="{28A0092B-C50C-407E-A947-70E740481C1C}">
                <a14:useLocalDpi xmlns:a14="http://schemas.microsoft.com/office/drawing/2010/main" val="0"/>
              </a:ext>
            </a:extLst>
          </a:blip>
          <a:stretch>
            <a:fillRect/>
          </a:stretch>
        </p:blipFill>
        <p:spPr bwMode="auto">
          <a:xfrm>
            <a:off x="91074" y="6367558"/>
            <a:ext cx="2023476" cy="5513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03640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5B511-47DA-3F6B-34BA-CDCF22E654DF}"/>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AD7B2087-D5C8-0B56-E4B6-F9FD6D41F012}"/>
              </a:ext>
            </a:extLst>
          </p:cNvPr>
          <p:cNvSpPr>
            <a:spLocks noGrp="1"/>
          </p:cNvSpPr>
          <p:nvPr>
            <p:ph type="title"/>
          </p:nvPr>
        </p:nvSpPr>
        <p:spPr>
          <a:xfrm>
            <a:off x="457200" y="594359"/>
            <a:ext cx="3200400" cy="1580818"/>
          </a:xfrm>
        </p:spPr>
        <p:txBody>
          <a:bodyPr>
            <a:normAutofit/>
          </a:bodyPr>
          <a:lstStyle/>
          <a:p>
            <a:r>
              <a:rPr lang="en-US"/>
              <a:t>TPSF Measurement With Long Gate</a:t>
            </a:r>
            <a:endParaRPr lang="he-IL"/>
          </a:p>
        </p:txBody>
      </p:sp>
      <p:sp>
        <p:nvSpPr>
          <p:cNvPr id="4" name="מציין מיקום טקסט 3">
            <a:extLst>
              <a:ext uri="{FF2B5EF4-FFF2-40B4-BE49-F238E27FC236}">
                <a16:creationId xmlns:a16="http://schemas.microsoft.com/office/drawing/2014/main" id="{4930FE84-5CC7-D5B8-D8EE-39388F18DD04}"/>
              </a:ext>
            </a:extLst>
          </p:cNvPr>
          <p:cNvSpPr>
            <a:spLocks noGrp="1"/>
          </p:cNvSpPr>
          <p:nvPr>
            <p:ph type="body" sz="half" idx="2"/>
          </p:nvPr>
        </p:nvSpPr>
        <p:spPr>
          <a:xfrm>
            <a:off x="457200" y="2380343"/>
            <a:ext cx="3200400" cy="3924861"/>
          </a:xfrm>
        </p:spPr>
        <p:txBody>
          <a:bodyPr>
            <a:normAutofit/>
          </a:bodyPr>
          <a:lstStyle/>
          <a:p>
            <a:pPr algn="l" rtl="0"/>
            <a:r>
              <a:rPr lang="en-US" sz="2400" b="1"/>
              <a:t>Challenge: </a:t>
            </a:r>
            <a:r>
              <a:rPr lang="en-US" sz="2400"/>
              <a:t>camera gate (6ns) is wider than IRF/TPSF FWHM (350ps to 700ps)</a:t>
            </a:r>
          </a:p>
          <a:p>
            <a:pPr algn="l" rtl="0"/>
            <a:r>
              <a:rPr lang="en-US" sz="2400" b="1"/>
              <a:t>Solution: </a:t>
            </a:r>
            <a:r>
              <a:rPr lang="en-US" sz="2400"/>
              <a:t>Richardson-Lucy Algorithm, an iterative solution to compute the TPSF</a:t>
            </a:r>
          </a:p>
          <a:p>
            <a:pPr algn="l" rtl="0"/>
            <a:r>
              <a:rPr lang="en-US" sz="2400" b="1"/>
              <a:t>Stopping point: </a:t>
            </a:r>
            <a:r>
              <a:rPr lang="en-US" sz="2400"/>
              <a:t>minimum MSE</a:t>
            </a:r>
            <a:endParaRPr lang="he-IL" sz="2400"/>
          </a:p>
        </p:txBody>
      </p:sp>
      <p:sp>
        <p:nvSpPr>
          <p:cNvPr id="5" name="מציין מיקום של מספר שקופית 4">
            <a:extLst>
              <a:ext uri="{FF2B5EF4-FFF2-40B4-BE49-F238E27FC236}">
                <a16:creationId xmlns:a16="http://schemas.microsoft.com/office/drawing/2014/main" id="{A1E44BE3-D0CA-3FC0-7D1C-B4F9522BA604}"/>
              </a:ext>
            </a:extLst>
          </p:cNvPr>
          <p:cNvSpPr>
            <a:spLocks noGrp="1"/>
          </p:cNvSpPr>
          <p:nvPr>
            <p:ph type="sldNum" sz="quarter" idx="12"/>
          </p:nvPr>
        </p:nvSpPr>
        <p:spPr/>
        <p:txBody>
          <a:bodyPr/>
          <a:lstStyle/>
          <a:p>
            <a:fld id="{46CBA923-8050-40EC-91A3-2E6F60A68F37}" type="slidenum">
              <a:rPr lang="he-IL" smtClean="0"/>
              <a:t>44</a:t>
            </a:fld>
            <a:endParaRPr lang="he-IL"/>
          </a:p>
        </p:txBody>
      </p:sp>
      <p:pic>
        <p:nvPicPr>
          <p:cNvPr id="6" name="Picture 6" descr="Faculty of Engineering Bar-Ilan University">
            <a:extLst>
              <a:ext uri="{FF2B5EF4-FFF2-40B4-BE49-F238E27FC236}">
                <a16:creationId xmlns:a16="http://schemas.microsoft.com/office/drawing/2014/main" id="{2F070F5D-D2FD-4466-BA0D-CF785A974207}"/>
              </a:ext>
            </a:extLst>
          </p:cNvPr>
          <p:cNvPicPr/>
          <p:nvPr/>
        </p:nvPicPr>
        <p:blipFill>
          <a:blip r:embed="rId2">
            <a:extLst>
              <a:ext uri="{28A0092B-C50C-407E-A947-70E740481C1C}">
                <a14:useLocalDpi xmlns:a14="http://schemas.microsoft.com/office/drawing/2010/main" val="0"/>
              </a:ext>
            </a:extLst>
          </a:blip>
          <a:stretch>
            <a:fillRect/>
          </a:stretch>
        </p:blipFill>
        <p:spPr bwMode="auto">
          <a:xfrm>
            <a:off x="91074" y="6367558"/>
            <a:ext cx="2023476" cy="551397"/>
          </a:xfrm>
          <a:prstGeom prst="rect">
            <a:avLst/>
          </a:prstGeom>
          <a:noFill/>
          <a:extLst>
            <a:ext uri="{909E8E84-426E-40DD-AFC4-6F175D3DCCD1}">
              <a14:hiddenFill xmlns:a14="http://schemas.microsoft.com/office/drawing/2010/main">
                <a:solidFill>
                  <a:srgbClr val="FFFFFF"/>
                </a:solidFill>
              </a14:hiddenFill>
            </a:ext>
          </a:extLst>
        </p:spPr>
      </p:pic>
      <p:cxnSp>
        <p:nvCxnSpPr>
          <p:cNvPr id="9" name="מחבר חץ ישר 8">
            <a:extLst>
              <a:ext uri="{FF2B5EF4-FFF2-40B4-BE49-F238E27FC236}">
                <a16:creationId xmlns:a16="http://schemas.microsoft.com/office/drawing/2014/main" id="{75E0E133-5466-E690-655D-BB306D1389C7}"/>
              </a:ext>
            </a:extLst>
          </p:cNvPr>
          <p:cNvCxnSpPr>
            <a:cxnSpLocks/>
            <a:endCxn id="10" idx="0"/>
          </p:cNvCxnSpPr>
          <p:nvPr/>
        </p:nvCxnSpPr>
        <p:spPr>
          <a:xfrm>
            <a:off x="5977183" y="1448903"/>
            <a:ext cx="118817" cy="7262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תיבת טקסט 9">
            <a:extLst>
              <a:ext uri="{FF2B5EF4-FFF2-40B4-BE49-F238E27FC236}">
                <a16:creationId xmlns:a16="http://schemas.microsoft.com/office/drawing/2014/main" id="{743D33F4-9857-7D54-3625-ABC32815B6A5}"/>
              </a:ext>
            </a:extLst>
          </p:cNvPr>
          <p:cNvSpPr txBox="1"/>
          <p:nvPr/>
        </p:nvSpPr>
        <p:spPr>
          <a:xfrm>
            <a:off x="5410931" y="2175177"/>
            <a:ext cx="1370138" cy="338554"/>
          </a:xfrm>
          <a:prstGeom prst="rect">
            <a:avLst/>
          </a:prstGeom>
          <a:noFill/>
        </p:spPr>
        <p:txBody>
          <a:bodyPr wrap="square" rtlCol="1">
            <a:spAutoFit/>
          </a:bodyPr>
          <a:lstStyle/>
          <a:p>
            <a:r>
              <a:rPr lang="en-US" sz="1600" dirty="0"/>
              <a:t>True TPSF/IRF</a:t>
            </a:r>
            <a:endParaRPr lang="he-IL" sz="1600" dirty="0"/>
          </a:p>
        </p:txBody>
      </p:sp>
      <p:sp>
        <p:nvSpPr>
          <p:cNvPr id="14" name="תיבת טקסט 13">
            <a:extLst>
              <a:ext uri="{FF2B5EF4-FFF2-40B4-BE49-F238E27FC236}">
                <a16:creationId xmlns:a16="http://schemas.microsoft.com/office/drawing/2014/main" id="{CE5C5ACE-CB47-D474-BCA9-D46AAE8CA69E}"/>
              </a:ext>
            </a:extLst>
          </p:cNvPr>
          <p:cNvSpPr txBox="1"/>
          <p:nvPr/>
        </p:nvSpPr>
        <p:spPr>
          <a:xfrm>
            <a:off x="7192505" y="2124291"/>
            <a:ext cx="1110452" cy="830997"/>
          </a:xfrm>
          <a:prstGeom prst="rect">
            <a:avLst/>
          </a:prstGeom>
          <a:noFill/>
        </p:spPr>
        <p:txBody>
          <a:bodyPr wrap="square" rtlCol="1">
            <a:spAutoFit/>
          </a:bodyPr>
          <a:lstStyle/>
          <a:p>
            <a:r>
              <a:rPr lang="en-US" sz="1600"/>
              <a:t>SPAD gate (smearing effect)</a:t>
            </a:r>
            <a:endParaRPr lang="he-IL" sz="1600"/>
          </a:p>
        </p:txBody>
      </p:sp>
      <p:cxnSp>
        <p:nvCxnSpPr>
          <p:cNvPr id="15" name="מחבר חץ ישר 14">
            <a:extLst>
              <a:ext uri="{FF2B5EF4-FFF2-40B4-BE49-F238E27FC236}">
                <a16:creationId xmlns:a16="http://schemas.microsoft.com/office/drawing/2014/main" id="{2F215254-A416-4672-D1D7-E6C01EF210AC}"/>
              </a:ext>
            </a:extLst>
          </p:cNvPr>
          <p:cNvCxnSpPr>
            <a:cxnSpLocks/>
            <a:endCxn id="14" idx="0"/>
          </p:cNvCxnSpPr>
          <p:nvPr/>
        </p:nvCxnSpPr>
        <p:spPr>
          <a:xfrm>
            <a:off x="6503456" y="1405420"/>
            <a:ext cx="1244275" cy="7188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תיבת טקסט 20">
            <a:extLst>
              <a:ext uri="{FF2B5EF4-FFF2-40B4-BE49-F238E27FC236}">
                <a16:creationId xmlns:a16="http://schemas.microsoft.com/office/drawing/2014/main" id="{BF69E952-3D98-0BFF-24B5-75BD68262B9A}"/>
              </a:ext>
            </a:extLst>
          </p:cNvPr>
          <p:cNvSpPr txBox="1"/>
          <p:nvPr/>
        </p:nvSpPr>
        <p:spPr>
          <a:xfrm>
            <a:off x="4455295" y="1928955"/>
            <a:ext cx="1110452" cy="830997"/>
          </a:xfrm>
          <a:prstGeom prst="rect">
            <a:avLst/>
          </a:prstGeom>
          <a:noFill/>
        </p:spPr>
        <p:txBody>
          <a:bodyPr wrap="square" rtlCol="1">
            <a:spAutoFit/>
          </a:bodyPr>
          <a:lstStyle/>
          <a:p>
            <a:r>
              <a:rPr lang="en-US" sz="1600"/>
              <a:t>Image captured by SPAD</a:t>
            </a:r>
            <a:endParaRPr lang="he-IL" sz="1600"/>
          </a:p>
        </p:txBody>
      </p:sp>
      <p:cxnSp>
        <p:nvCxnSpPr>
          <p:cNvPr id="22" name="מחבר חץ ישר 21">
            <a:extLst>
              <a:ext uri="{FF2B5EF4-FFF2-40B4-BE49-F238E27FC236}">
                <a16:creationId xmlns:a16="http://schemas.microsoft.com/office/drawing/2014/main" id="{ACAA5E7B-0DFE-53B0-D9BF-7267E5F2F647}"/>
              </a:ext>
            </a:extLst>
          </p:cNvPr>
          <p:cNvCxnSpPr>
            <a:cxnSpLocks/>
            <a:endCxn id="21" idx="0"/>
          </p:cNvCxnSpPr>
          <p:nvPr/>
        </p:nvCxnSpPr>
        <p:spPr>
          <a:xfrm flipH="1">
            <a:off x="5010521" y="1405420"/>
            <a:ext cx="78977" cy="5235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D9E4767-2F2E-66F1-8133-372FEE99543A}"/>
                  </a:ext>
                </a:extLst>
              </p:cNvPr>
              <p:cNvSpPr txBox="1"/>
              <p:nvPr/>
            </p:nvSpPr>
            <p:spPr>
              <a:xfrm>
                <a:off x="4558090" y="526596"/>
                <a:ext cx="6414710" cy="1205523"/>
              </a:xfrm>
              <a:prstGeom prst="rect">
                <a:avLst/>
              </a:prstGeom>
              <a:noFill/>
            </p:spPr>
            <p:txBody>
              <a:bodyPr wrap="square">
                <a:spAutoFit/>
              </a:bodyPr>
              <a:lstStyle/>
              <a:p>
                <a:pPr/>
                <a14:m>
                  <m:oMathPara xmlns:m="http://schemas.openxmlformats.org/officeDocument/2006/math">
                    <m:oMath>
                      <m:r>
                        <a:rPr lang="en-US" sz="2400" b="0" i="1" smtClean="0">
                          <a:latin typeface="Cambria Math" panose="02040503050406030204" pitchFamily="18" charset="0"/>
                        </a:rPr>
                        <m:t>𝑚</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𝑡</m:t>
                          </m:r>
                        </m:e>
                      </m:d>
                      <m:r>
                        <a:rPr lang="en-US" sz="2400" b="0" i="1" smtClean="0">
                          <a:latin typeface="Cambria Math" panose="02040503050406030204" pitchFamily="18" charset="0"/>
                        </a:rPr>
                        <m:t>=</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ℎ</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𝑔</m:t>
                              </m:r>
                            </m:e>
                            <m:sub>
                              <m:r>
                                <a:rPr lang="en-US" sz="2400" b="0" i="1" smtClean="0">
                                  <a:latin typeface="Cambria Math" panose="02040503050406030204" pitchFamily="18" charset="0"/>
                                </a:rPr>
                                <m:t>𝑟𝑒𝑣</m:t>
                              </m:r>
                            </m:sub>
                          </m:sSub>
                        </m:e>
                      </m:d>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𝑡</m:t>
                          </m:r>
                        </m:e>
                      </m:d>
                      <m:r>
                        <a:rPr lang="en-US" sz="2400" b="0" i="1" smtClean="0">
                          <a:latin typeface="Cambria Math" panose="02040503050406030204" pitchFamily="18" charset="0"/>
                        </a:rPr>
                        <m:t>=</m:t>
                      </m:r>
                      <m:nary>
                        <m:naryPr>
                          <m:limLoc m:val="undOvr"/>
                          <m:ctrlPr>
                            <a:rPr lang="en-US" sz="2400" b="0" i="1" smtClean="0">
                              <a:latin typeface="Cambria Math" panose="02040503050406030204" pitchFamily="18" charset="0"/>
                            </a:rPr>
                          </m:ctrlPr>
                        </m:naryPr>
                        <m:sub>
                          <m:r>
                            <m:rPr>
                              <m:brk m:alnAt="24"/>
                            </m:rPr>
                            <a:rPr lang="en-US" sz="2400" b="0" i="1" smtClean="0">
                              <a:latin typeface="Cambria Math" panose="02040503050406030204" pitchFamily="18" charset="0"/>
                            </a:rPr>
                            <m:t>0</m:t>
                          </m:r>
                        </m:sub>
                        <m:sup>
                          <m:r>
                            <a:rPr lang="en-US" sz="2400" b="0" i="1" smtClean="0">
                              <a:latin typeface="Cambria Math" panose="02040503050406030204" pitchFamily="18" charset="0"/>
                            </a:rPr>
                            <m:t>𝑊</m:t>
                          </m:r>
                        </m:sup>
                        <m:e>
                          <m:r>
                            <a:rPr lang="en-US" sz="2400" b="0" i="1" smtClean="0">
                              <a:latin typeface="Cambria Math" panose="02040503050406030204" pitchFamily="18" charset="0"/>
                            </a:rPr>
                            <m:t>ℎ</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𝑡</m:t>
                              </m:r>
                              <m:r>
                                <a:rPr lang="en-US" sz="2400" b="0" i="1" smtClean="0">
                                  <a:latin typeface="Cambria Math" panose="02040503050406030204" pitchFamily="18" charset="0"/>
                                </a:rPr>
                                <m:t>−</m:t>
                              </m:r>
                              <m:r>
                                <a:rPr lang="en-US" sz="2400" b="0" i="1" smtClean="0">
                                  <a:latin typeface="Cambria Math" panose="02040503050406030204" pitchFamily="18" charset="0"/>
                                </a:rPr>
                                <m:t>𝜏</m:t>
                              </m:r>
                            </m:e>
                          </m:d>
                          <m:r>
                            <a:rPr lang="en-US" sz="2400" b="0" i="1" smtClean="0">
                              <a:latin typeface="Cambria Math" panose="02040503050406030204" pitchFamily="18" charset="0"/>
                            </a:rPr>
                            <m:t>𝑔</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𝑊</m:t>
                              </m:r>
                              <m:r>
                                <a:rPr lang="en-US" sz="2400" b="0" i="1" smtClean="0">
                                  <a:latin typeface="Cambria Math" panose="02040503050406030204" pitchFamily="18" charset="0"/>
                                </a:rPr>
                                <m:t>−</m:t>
                              </m:r>
                              <m:r>
                                <a:rPr lang="en-US" sz="2400" b="0" i="1" smtClean="0">
                                  <a:latin typeface="Cambria Math" panose="02040503050406030204" pitchFamily="18" charset="0"/>
                                </a:rPr>
                                <m:t>𝜏</m:t>
                              </m:r>
                            </m:e>
                          </m:d>
                          <m:r>
                            <a:rPr lang="en-US" sz="2400" b="0" i="1" smtClean="0">
                              <a:latin typeface="Cambria Math" panose="02040503050406030204" pitchFamily="18" charset="0"/>
                            </a:rPr>
                            <m:t>𝑑</m:t>
                          </m:r>
                          <m:r>
                            <a:rPr lang="en-US" sz="2400" b="0" i="1" smtClean="0">
                              <a:latin typeface="Cambria Math" panose="02040503050406030204" pitchFamily="18" charset="0"/>
                            </a:rPr>
                            <m:t>𝜏</m:t>
                          </m:r>
                        </m:e>
                      </m:nary>
                    </m:oMath>
                  </m:oMathPara>
                </a14:m>
                <a:endParaRPr lang="en-US" dirty="0"/>
              </a:p>
            </p:txBody>
          </p:sp>
        </mc:Choice>
        <mc:Fallback xmlns="">
          <p:sp>
            <p:nvSpPr>
              <p:cNvPr id="8" name="TextBox 7">
                <a:extLst>
                  <a:ext uri="{FF2B5EF4-FFF2-40B4-BE49-F238E27FC236}">
                    <a16:creationId xmlns:a16="http://schemas.microsoft.com/office/drawing/2014/main" id="{2D9E4767-2F2E-66F1-8133-372FEE99543A}"/>
                  </a:ext>
                </a:extLst>
              </p:cNvPr>
              <p:cNvSpPr txBox="1">
                <a:spLocks noRot="1" noChangeAspect="1" noMove="1" noResize="1" noEditPoints="1" noAdjustHandles="1" noChangeArrowheads="1" noChangeShapeType="1" noTextEdit="1"/>
              </p:cNvSpPr>
              <p:nvPr/>
            </p:nvSpPr>
            <p:spPr>
              <a:xfrm>
                <a:off x="4558090" y="526596"/>
                <a:ext cx="6414710" cy="1205523"/>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255355D-7A0A-65DC-B590-CF53B147A411}"/>
                  </a:ext>
                </a:extLst>
              </p:cNvPr>
              <p:cNvSpPr txBox="1"/>
              <p:nvPr/>
            </p:nvSpPr>
            <p:spPr>
              <a:xfrm>
                <a:off x="4351231" y="3554358"/>
                <a:ext cx="6096000" cy="914225"/>
              </a:xfrm>
              <a:prstGeom prst="rect">
                <a:avLst/>
              </a:prstGeom>
              <a:noFill/>
            </p:spPr>
            <p:txBody>
              <a:bodyPr wrap="square">
                <a:spAutoFit/>
              </a:bodyPr>
              <a:lstStyle/>
              <a:p>
                <a:pPr/>
                <a14:m>
                  <m:oMathPara xmlns:m="http://schemas.openxmlformats.org/officeDocument/2006/math">
                    <m:o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ℎ</m:t>
                          </m:r>
                        </m:e>
                        <m:sub>
                          <m:r>
                            <a:rPr lang="en-US" sz="2400" b="0" i="1" smtClean="0">
                              <a:latin typeface="Cambria Math" panose="02040503050406030204" pitchFamily="18" charset="0"/>
                            </a:rPr>
                            <m:t>𝑛</m:t>
                          </m:r>
                          <m:r>
                            <a:rPr lang="en-US" sz="2400" b="0" i="1" smtClean="0">
                              <a:latin typeface="Cambria Math" panose="02040503050406030204" pitchFamily="18" charset="0"/>
                            </a:rPr>
                            <m:t>+1</m:t>
                          </m:r>
                        </m:sub>
                      </m:sSub>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𝑡</m:t>
                          </m:r>
                        </m:e>
                      </m:d>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ℎ</m:t>
                          </m:r>
                        </m:e>
                        <m:sub>
                          <m:r>
                            <a:rPr lang="en-US" sz="2400" b="0" i="1" smtClean="0">
                              <a:latin typeface="Cambria Math" panose="02040503050406030204" pitchFamily="18" charset="0"/>
                            </a:rPr>
                            <m:t>𝑛</m:t>
                          </m:r>
                        </m:sub>
                      </m:sSub>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𝑡</m:t>
                          </m:r>
                        </m:e>
                      </m:d>
                      <m:r>
                        <a:rPr lang="en-US" sz="2400" b="0" i="1" smtClean="0">
                          <a:latin typeface="Cambria Math" panose="02040503050406030204" pitchFamily="18" charset="0"/>
                        </a:rPr>
                        <m:t>⋅</m:t>
                      </m:r>
                      <m:d>
                        <m:dPr>
                          <m:begChr m:val="["/>
                          <m:endChr m:val="]"/>
                          <m:ctrlPr>
                            <a:rPr lang="en-US" sz="2400" b="0" i="1" smtClean="0">
                              <a:latin typeface="Cambria Math" panose="02040503050406030204" pitchFamily="18" charset="0"/>
                            </a:rPr>
                          </m:ctrlPr>
                        </m:dPr>
                        <m:e>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𝑚</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𝑡</m:t>
                                  </m:r>
                                </m:e>
                              </m:d>
                            </m:num>
                            <m:den>
                              <m:d>
                                <m:dPr>
                                  <m:ctrlPr>
                                    <a:rPr lang="en-US" sz="2400" b="0" i="1" smtClean="0">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ℎ</m:t>
                                      </m:r>
                                    </m:e>
                                    <m:sub>
                                      <m:r>
                                        <a:rPr lang="en-US" sz="2400" b="0" i="1" smtClean="0">
                                          <a:latin typeface="Cambria Math" panose="02040503050406030204" pitchFamily="18" charset="0"/>
                                        </a:rPr>
                                        <m:t>𝑛</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𝑔</m:t>
                                      </m:r>
                                    </m:e>
                                    <m:sub>
                                      <m:r>
                                        <a:rPr lang="en-US" sz="2400" i="1">
                                          <a:latin typeface="Cambria Math" panose="02040503050406030204" pitchFamily="18" charset="0"/>
                                        </a:rPr>
                                        <m:t>𝑟𝑒𝑣</m:t>
                                      </m:r>
                                    </m:sub>
                                  </m:sSub>
                                </m:e>
                              </m:d>
                              <m:d>
                                <m:dPr>
                                  <m:ctrlPr>
                                    <a:rPr lang="en-US" sz="2400" i="1">
                                      <a:latin typeface="Cambria Math" panose="02040503050406030204" pitchFamily="18" charset="0"/>
                                    </a:rPr>
                                  </m:ctrlPr>
                                </m:dPr>
                                <m:e>
                                  <m:r>
                                    <a:rPr lang="en-US" sz="2400" i="1">
                                      <a:latin typeface="Cambria Math" panose="02040503050406030204" pitchFamily="18" charset="0"/>
                                    </a:rPr>
                                    <m:t>𝑡</m:t>
                                  </m:r>
                                </m:e>
                              </m:d>
                            </m:den>
                          </m:f>
                        </m:e>
                      </m:d>
                      <m:r>
                        <a:rPr lang="en-US" sz="2400" b="0" i="1" smtClean="0">
                          <a:latin typeface="Cambria Math" panose="02040503050406030204" pitchFamily="18" charset="0"/>
                        </a:rPr>
                        <m:t>∗</m:t>
                      </m:r>
                      <m:r>
                        <a:rPr lang="en-US" sz="2400" b="0" i="1" smtClean="0">
                          <a:latin typeface="Cambria Math" panose="02040503050406030204" pitchFamily="18" charset="0"/>
                        </a:rPr>
                        <m:t>𝑔</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m:oMathPara>
                </a14:m>
                <a:endParaRPr lang="en-US" dirty="0"/>
              </a:p>
            </p:txBody>
          </p:sp>
        </mc:Choice>
        <mc:Fallback xmlns="">
          <p:sp>
            <p:nvSpPr>
              <p:cNvPr id="7" name="TextBox 6">
                <a:extLst>
                  <a:ext uri="{FF2B5EF4-FFF2-40B4-BE49-F238E27FC236}">
                    <a16:creationId xmlns:a16="http://schemas.microsoft.com/office/drawing/2014/main" id="{B3D81DC9-AE12-D9E3-56CB-2B1552C8993B}"/>
                  </a:ext>
                </a:extLst>
              </p:cNvPr>
              <p:cNvSpPr txBox="1">
                <a:spLocks noRot="1" noChangeAspect="1" noMove="1" noResize="1" noEditPoints="1" noAdjustHandles="1" noChangeArrowheads="1" noChangeShapeType="1" noTextEdit="1"/>
              </p:cNvSpPr>
              <p:nvPr/>
            </p:nvSpPr>
            <p:spPr>
              <a:xfrm>
                <a:off x="4351231" y="3554358"/>
                <a:ext cx="6096000" cy="91422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F600E363-9CED-4C08-8A24-591CC2DD817F}"/>
                  </a:ext>
                </a:extLst>
              </p:cNvPr>
              <p:cNvSpPr txBox="1"/>
              <p:nvPr/>
            </p:nvSpPr>
            <p:spPr>
              <a:xfrm>
                <a:off x="4351231" y="4879280"/>
                <a:ext cx="6096000" cy="1169807"/>
              </a:xfrm>
              <a:prstGeom prst="rect">
                <a:avLst/>
              </a:prstGeom>
              <a:noFill/>
            </p:spPr>
            <p:txBody>
              <a:bodyPr wrap="square">
                <a:spAutoFit/>
              </a:bodyPr>
              <a:lstStyle/>
              <a:p>
                <a:pPr/>
                <a14:m>
                  <m:oMathPara xmlns:m="http://schemas.openxmlformats.org/officeDocument/2006/math">
                    <m:oMath>
                      <m:r>
                        <a:rPr lang="en-US" sz="2400" b="0" i="1" smtClean="0">
                          <a:latin typeface="Cambria Math" panose="02040503050406030204" pitchFamily="18" charset="0"/>
                        </a:rPr>
                        <m:t>𝑀𝑆</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𝐸</m:t>
                          </m:r>
                        </m:e>
                        <m:sub>
                          <m:r>
                            <a:rPr lang="en-US" sz="2400" b="0" i="1" smtClean="0">
                              <a:latin typeface="Cambria Math" panose="02040503050406030204" pitchFamily="18" charset="0"/>
                            </a:rPr>
                            <m:t>𝑛</m:t>
                          </m:r>
                        </m:sub>
                      </m:sSub>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𝑁</m:t>
                          </m:r>
                        </m:den>
                      </m:f>
                      <m:nary>
                        <m:naryPr>
                          <m:chr m:val="∑"/>
                          <m:ctrlPr>
                            <a:rPr lang="en-US" sz="2400" b="0" i="1" smtClean="0">
                              <a:latin typeface="Cambria Math" panose="02040503050406030204" pitchFamily="18" charset="0"/>
                            </a:rPr>
                          </m:ctrlPr>
                        </m:naryPr>
                        <m:sub>
                          <m:r>
                            <m:rPr>
                              <m:brk m:alnAt="23"/>
                            </m:rPr>
                            <a:rPr lang="en-US" sz="2400" b="0" i="1" smtClean="0">
                              <a:latin typeface="Cambria Math" panose="02040503050406030204" pitchFamily="18" charset="0"/>
                            </a:rPr>
                            <m:t>𝑖</m:t>
                          </m:r>
                          <m:r>
                            <a:rPr lang="en-US" sz="2400" b="0" i="1" smtClean="0">
                              <a:latin typeface="Cambria Math" panose="02040503050406030204" pitchFamily="18" charset="0"/>
                            </a:rPr>
                            <m:t>=</m:t>
                          </m:r>
                          <m:r>
                            <m:rPr>
                              <m:brk m:alnAt="23"/>
                            </m:rPr>
                            <a:rPr lang="en-US" sz="2400" b="0" i="1" smtClean="0">
                              <a:latin typeface="Cambria Math" panose="02040503050406030204" pitchFamily="18" charset="0"/>
                            </a:rPr>
                            <m:t>1</m:t>
                          </m:r>
                        </m:sub>
                        <m:sup>
                          <m:r>
                            <a:rPr lang="en-US" sz="2400" b="0" i="1" smtClean="0">
                              <a:latin typeface="Cambria Math" panose="02040503050406030204" pitchFamily="18" charset="0"/>
                            </a:rPr>
                            <m:t>𝑁</m:t>
                          </m:r>
                        </m:sup>
                        <m:e>
                          <m:sSup>
                            <m:sSupPr>
                              <m:ctrlPr>
                                <a:rPr lang="en-US" sz="2400" b="0" i="1" smtClean="0">
                                  <a:latin typeface="Cambria Math" panose="02040503050406030204" pitchFamily="18" charset="0"/>
                                </a:rPr>
                              </m:ctrlPr>
                            </m:sSupPr>
                            <m:e>
                              <m:d>
                                <m:dPr>
                                  <m:ctrlPr>
                                    <a:rPr lang="en-US" sz="2400" b="0" i="1" smtClean="0">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𝑚</m:t>
                                      </m:r>
                                    </m:e>
                                    <m:sub>
                                      <m:r>
                                        <a:rPr lang="en-US" sz="2400" b="0" i="1" smtClean="0">
                                          <a:latin typeface="Cambria Math" panose="02040503050406030204" pitchFamily="18" charset="0"/>
                                        </a:rPr>
                                        <m:t>𝑖</m:t>
                                      </m:r>
                                    </m:sub>
                                  </m:sSub>
                                  <m:d>
                                    <m:dPr>
                                      <m:ctrlPr>
                                        <a:rPr lang="en-US" sz="2400" b="0" i="1" smtClean="0">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𝑡</m:t>
                                          </m:r>
                                        </m:e>
                                        <m:sub>
                                          <m:r>
                                            <a:rPr lang="en-US" sz="2400" b="0" i="1" smtClean="0">
                                              <a:latin typeface="Cambria Math" panose="02040503050406030204" pitchFamily="18" charset="0"/>
                                            </a:rPr>
                                            <m:t>𝑖</m:t>
                                          </m:r>
                                        </m:sub>
                                      </m:sSub>
                                    </m:e>
                                  </m:d>
                                  <m:r>
                                    <a:rPr lang="en-US" sz="2400" b="0" i="1" smtClean="0">
                                      <a:latin typeface="Cambria Math" panose="02040503050406030204" pitchFamily="18" charset="0"/>
                                    </a:rPr>
                                    <m:t>−</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ℎ</m:t>
                                          </m:r>
                                        </m:e>
                                        <m:sub>
                                          <m:r>
                                            <a:rPr lang="en-US" sz="2400" i="1">
                                              <a:latin typeface="Cambria Math" panose="02040503050406030204" pitchFamily="18" charset="0"/>
                                            </a:rPr>
                                            <m:t>𝑛</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𝑔</m:t>
                                          </m:r>
                                        </m:e>
                                        <m:sub>
                                          <m:r>
                                            <a:rPr lang="en-US" sz="2400" i="1">
                                              <a:latin typeface="Cambria Math" panose="02040503050406030204" pitchFamily="18" charset="0"/>
                                            </a:rPr>
                                            <m:t>𝑟𝑒𝑣</m:t>
                                          </m:r>
                                        </m:sub>
                                      </m:sSub>
                                    </m:e>
                                  </m:d>
                                  <m:d>
                                    <m:dPr>
                                      <m:ctrlPr>
                                        <a:rPr lang="en-US" sz="2400" b="0" i="1" smtClean="0">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𝑡</m:t>
                                          </m:r>
                                        </m:e>
                                        <m:sub>
                                          <m:r>
                                            <a:rPr lang="en-US" sz="2400" b="0" i="1" smtClean="0">
                                              <a:latin typeface="Cambria Math" panose="02040503050406030204" pitchFamily="18" charset="0"/>
                                            </a:rPr>
                                            <m:t>𝑖</m:t>
                                          </m:r>
                                        </m:sub>
                                      </m:sSub>
                                    </m:e>
                                  </m:d>
                                </m:e>
                              </m:d>
                            </m:e>
                            <m:sup>
                              <m:r>
                                <a:rPr lang="en-US" sz="2400" b="0" i="1" smtClean="0">
                                  <a:latin typeface="Cambria Math" panose="02040503050406030204" pitchFamily="18" charset="0"/>
                                </a:rPr>
                                <m:t>2</m:t>
                              </m:r>
                            </m:sup>
                          </m:sSup>
                        </m:e>
                      </m:nary>
                    </m:oMath>
                  </m:oMathPara>
                </a14:m>
                <a:endParaRPr lang="en-US" dirty="0"/>
              </a:p>
            </p:txBody>
          </p:sp>
        </mc:Choice>
        <mc:Fallback xmlns="">
          <p:sp>
            <p:nvSpPr>
              <p:cNvPr id="12" name="TextBox 11">
                <a:extLst>
                  <a:ext uri="{FF2B5EF4-FFF2-40B4-BE49-F238E27FC236}">
                    <a16:creationId xmlns:a16="http://schemas.microsoft.com/office/drawing/2014/main" id="{7CC4A227-D88F-5AF2-6B39-38D79B3C1428}"/>
                  </a:ext>
                </a:extLst>
              </p:cNvPr>
              <p:cNvSpPr txBox="1">
                <a:spLocks noRot="1" noChangeAspect="1" noMove="1" noResize="1" noEditPoints="1" noAdjustHandles="1" noChangeArrowheads="1" noChangeShapeType="1" noTextEdit="1"/>
              </p:cNvSpPr>
              <p:nvPr/>
            </p:nvSpPr>
            <p:spPr>
              <a:xfrm>
                <a:off x="4351231" y="4879280"/>
                <a:ext cx="6096000" cy="1169807"/>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557295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4" grpId="0"/>
      <p:bldP spid="21" grpId="0"/>
      <p:bldP spid="8" grpId="0"/>
      <p:bldP spid="7" grpId="0"/>
      <p:bldP spid="12" grpId="0"/>
    </p:bld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8482504-B505-9216-76DA-645DFA6ADE2D}"/>
            </a:ext>
          </a:extLst>
        </p:cNvPr>
        <p:cNvGrpSpPr/>
        <p:nvPr/>
      </p:nvGrpSpPr>
      <p:grpSpPr>
        <a:xfrm>
          <a:off x="0" y="0"/>
          <a:ext cx="0" cy="0"/>
          <a:chOff x="0" y="0"/>
          <a:chExt cx="0" cy="0"/>
        </a:xfrm>
      </p:grpSpPr>
      <p:sp>
        <p:nvSpPr>
          <p:cNvPr id="95" name="כותרת 1">
            <a:extLst>
              <a:ext uri="{FF2B5EF4-FFF2-40B4-BE49-F238E27FC236}">
                <a16:creationId xmlns:a16="http://schemas.microsoft.com/office/drawing/2014/main" id="{A12F06D5-F55F-A72D-5CD2-7A219FFD418A}"/>
              </a:ext>
            </a:extLst>
          </p:cNvPr>
          <p:cNvSpPr>
            <a:spLocks noGrp="1"/>
          </p:cNvSpPr>
          <p:nvPr>
            <p:ph type="title"/>
          </p:nvPr>
        </p:nvSpPr>
        <p:spPr>
          <a:xfrm>
            <a:off x="457200" y="594359"/>
            <a:ext cx="3200400" cy="1580818"/>
          </a:xfrm>
        </p:spPr>
        <p:txBody>
          <a:bodyPr>
            <a:normAutofit/>
          </a:bodyPr>
          <a:lstStyle/>
          <a:p>
            <a:r>
              <a:rPr lang="en-US" dirty="0">
                <a:solidFill>
                  <a:schemeClr val="bg1"/>
                </a:solidFill>
              </a:rPr>
              <a:t>TPSF Measurement With Long Gate</a:t>
            </a:r>
            <a:endParaRPr lang="he-IL" dirty="0">
              <a:solidFill>
                <a:schemeClr val="bg1"/>
              </a:solidFill>
            </a:endParaRPr>
          </a:p>
        </p:txBody>
      </p:sp>
      <p:sp>
        <p:nvSpPr>
          <p:cNvPr id="96" name="מציין מיקום טקסט 3">
            <a:extLst>
              <a:ext uri="{FF2B5EF4-FFF2-40B4-BE49-F238E27FC236}">
                <a16:creationId xmlns:a16="http://schemas.microsoft.com/office/drawing/2014/main" id="{8CAFDEC7-32EA-1697-8EE1-8153AC8616EA}"/>
              </a:ext>
            </a:extLst>
          </p:cNvPr>
          <p:cNvSpPr>
            <a:spLocks noGrp="1"/>
          </p:cNvSpPr>
          <p:nvPr>
            <p:ph type="body" sz="half" idx="2"/>
          </p:nvPr>
        </p:nvSpPr>
        <p:spPr>
          <a:xfrm>
            <a:off x="457200" y="2380343"/>
            <a:ext cx="3200400" cy="3924861"/>
          </a:xfrm>
        </p:spPr>
        <p:txBody>
          <a:bodyPr>
            <a:normAutofit/>
          </a:bodyPr>
          <a:lstStyle/>
          <a:p>
            <a:pPr algn="l" rtl="0"/>
            <a:r>
              <a:rPr lang="en-US" sz="2400" b="1" dirty="0">
                <a:solidFill>
                  <a:schemeClr val="bg1"/>
                </a:solidFill>
              </a:rPr>
              <a:t>Challenge: </a:t>
            </a:r>
            <a:r>
              <a:rPr lang="en-US" sz="2400" dirty="0">
                <a:solidFill>
                  <a:schemeClr val="bg1"/>
                </a:solidFill>
              </a:rPr>
              <a:t>camera gate (6ns) is wider than IRF/TPSF FWHM (350ps to 700ps)</a:t>
            </a:r>
          </a:p>
          <a:p>
            <a:pPr algn="l" rtl="0"/>
            <a:r>
              <a:rPr lang="en-US" sz="2400" b="1" dirty="0">
                <a:solidFill>
                  <a:schemeClr val="bg1"/>
                </a:solidFill>
              </a:rPr>
              <a:t>Solution: </a:t>
            </a:r>
            <a:r>
              <a:rPr lang="en-US" sz="2400" dirty="0">
                <a:solidFill>
                  <a:schemeClr val="bg1"/>
                </a:solidFill>
              </a:rPr>
              <a:t>Richardson-Lucy Algorithm, an iterative solution to compute the TPSF</a:t>
            </a:r>
          </a:p>
          <a:p>
            <a:pPr algn="l" rtl="0"/>
            <a:r>
              <a:rPr lang="en-US" sz="2400" b="1" dirty="0">
                <a:solidFill>
                  <a:schemeClr val="bg1"/>
                </a:solidFill>
              </a:rPr>
              <a:t>Stopping point: </a:t>
            </a:r>
            <a:r>
              <a:rPr lang="en-US" sz="2400" dirty="0">
                <a:solidFill>
                  <a:schemeClr val="bg1"/>
                </a:solidFill>
              </a:rPr>
              <a:t>minimum MSE</a:t>
            </a:r>
            <a:endParaRPr lang="he-IL" sz="2400" dirty="0">
              <a:solidFill>
                <a:schemeClr val="bg1"/>
              </a:solidFill>
            </a:endParaRPr>
          </a:p>
        </p:txBody>
      </p:sp>
      <p:sp>
        <p:nvSpPr>
          <p:cNvPr id="6" name="מציין מיקום של מספר שקופית 5">
            <a:extLst>
              <a:ext uri="{FF2B5EF4-FFF2-40B4-BE49-F238E27FC236}">
                <a16:creationId xmlns:a16="http://schemas.microsoft.com/office/drawing/2014/main" id="{9D1B08E6-A30D-7B73-60A6-D5B4E91B293E}"/>
              </a:ext>
            </a:extLst>
          </p:cNvPr>
          <p:cNvSpPr>
            <a:spLocks noGrp="1"/>
          </p:cNvSpPr>
          <p:nvPr>
            <p:ph type="sldNum" sz="quarter" idx="12"/>
          </p:nvPr>
        </p:nvSpPr>
        <p:spPr/>
        <p:txBody>
          <a:bodyPr/>
          <a:lstStyle/>
          <a:p>
            <a:fld id="{2D11AD2F-9457-44B3-A1A5-67FB697FC1E5}" type="slidenum">
              <a:rPr lang="en-US" smtClean="0"/>
              <a:t>45</a:t>
            </a:fld>
            <a:endParaRPr lang="en-US"/>
          </a:p>
        </p:txBody>
      </p:sp>
      <p:pic>
        <p:nvPicPr>
          <p:cNvPr id="2" name="Picture 1">
            <a:extLst>
              <a:ext uri="{FF2B5EF4-FFF2-40B4-BE49-F238E27FC236}">
                <a16:creationId xmlns:a16="http://schemas.microsoft.com/office/drawing/2014/main" id="{9F2A93E8-6EB6-0374-4FF1-7AA5408716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17932" y="1163897"/>
            <a:ext cx="4259003" cy="4259003"/>
          </a:xfrm>
          <a:prstGeom prst="rect">
            <a:avLst/>
          </a:prstGeom>
        </p:spPr>
      </p:pic>
      <p:pic>
        <p:nvPicPr>
          <p:cNvPr id="3" name="Picture 2">
            <a:extLst>
              <a:ext uri="{FF2B5EF4-FFF2-40B4-BE49-F238E27FC236}">
                <a16:creationId xmlns:a16="http://schemas.microsoft.com/office/drawing/2014/main" id="{CE1EEE81-26BE-FF99-FE23-0784CC1A3C10}"/>
              </a:ext>
            </a:extLst>
          </p:cNvPr>
          <p:cNvPicPr>
            <a:picLocks noChangeAspect="1"/>
          </p:cNvPicPr>
          <p:nvPr/>
        </p:nvPicPr>
        <p:blipFill>
          <a:blip r:embed="rId3"/>
          <a:stretch>
            <a:fillRect/>
          </a:stretch>
        </p:blipFill>
        <p:spPr>
          <a:xfrm>
            <a:off x="8498556" y="3428998"/>
            <a:ext cx="3016198" cy="1972794"/>
          </a:xfrm>
          <a:prstGeom prst="rect">
            <a:avLst/>
          </a:prstGeom>
        </p:spPr>
      </p:pic>
      <p:pic>
        <p:nvPicPr>
          <p:cNvPr id="4" name="Picture 3">
            <a:extLst>
              <a:ext uri="{FF2B5EF4-FFF2-40B4-BE49-F238E27FC236}">
                <a16:creationId xmlns:a16="http://schemas.microsoft.com/office/drawing/2014/main" id="{E26E8262-8B33-EB19-BD85-3DB094828EB7}"/>
              </a:ext>
            </a:extLst>
          </p:cNvPr>
          <p:cNvPicPr>
            <a:picLocks noChangeAspect="1"/>
          </p:cNvPicPr>
          <p:nvPr/>
        </p:nvPicPr>
        <p:blipFill>
          <a:blip r:embed="rId4"/>
          <a:stretch>
            <a:fillRect/>
          </a:stretch>
        </p:blipFill>
        <p:spPr>
          <a:xfrm>
            <a:off x="8467461" y="1230314"/>
            <a:ext cx="3078388" cy="1972794"/>
          </a:xfrm>
          <a:prstGeom prst="rect">
            <a:avLst/>
          </a:prstGeom>
        </p:spPr>
      </p:pic>
    </p:spTree>
    <p:extLst>
      <p:ext uri="{BB962C8B-B14F-4D97-AF65-F5344CB8AC3E}">
        <p14:creationId xmlns:p14="http://schemas.microsoft.com/office/powerpoint/2010/main" val="3270587094"/>
      </p:ext>
    </p:extLst>
  </p:cSld>
  <p:clrMapOvr>
    <a:overrideClrMapping bg1="lt1" tx1="dk1" bg2="lt2" tx2="dk2" accent1="accent1" accent2="accent2" accent3="accent3" accent4="accent4" accent5="accent5" accent6="accent6" hlink="hlink" folHlink="folHlink"/>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7F7C9-8833-AA17-4E68-B8A537554504}"/>
            </a:ext>
          </a:extLst>
        </p:cNvPr>
        <p:cNvGrpSpPr/>
        <p:nvPr/>
      </p:nvGrpSpPr>
      <p:grpSpPr>
        <a:xfrm>
          <a:off x="0" y="0"/>
          <a:ext cx="0" cy="0"/>
          <a:chOff x="0" y="0"/>
          <a:chExt cx="0" cy="0"/>
        </a:xfrm>
      </p:grpSpPr>
      <p:sp>
        <p:nvSpPr>
          <p:cNvPr id="16" name="Title 1">
            <a:extLst>
              <a:ext uri="{FF2B5EF4-FFF2-40B4-BE49-F238E27FC236}">
                <a16:creationId xmlns:a16="http://schemas.microsoft.com/office/drawing/2014/main" id="{F9CF5B0F-6AC6-D60B-F678-B418FD1287C1}"/>
              </a:ext>
            </a:extLst>
          </p:cNvPr>
          <p:cNvSpPr txBox="1">
            <a:spLocks/>
          </p:cNvSpPr>
          <p:nvPr/>
        </p:nvSpPr>
        <p:spPr>
          <a:xfrm>
            <a:off x="1143000" y="0"/>
            <a:ext cx="9906000" cy="147796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pPr lvl="0">
              <a:defRPr/>
            </a:pPr>
            <a:r>
              <a:rPr lang="en-US" dirty="0"/>
              <a:t>Theory behind </a:t>
            </a:r>
            <a:r>
              <a:rPr lang="en-US" dirty="0" err="1"/>
              <a:t>PaLS-iDCS</a:t>
            </a:r>
            <a:endParaRPr kumimoji="0" lang="en-US" sz="3600" b="0" i="0" u="none" strike="noStrike" kern="1200" cap="all" spc="0" normalizeH="0" baseline="0" noProof="0" dirty="0">
              <a:ln>
                <a:noFill/>
              </a:ln>
              <a:solidFill>
                <a:sysClr val="window" lastClr="FFFFFF"/>
              </a:solidFill>
              <a:effectLst/>
              <a:uLnTx/>
              <a:uFillTx/>
              <a:latin typeface="Tw Cen MT" panose="020B0602020104020603"/>
              <a:ea typeface="+mj-ea"/>
              <a:cs typeface="+mj-cs"/>
            </a:endParaRP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F4575CB2-29EF-D872-1D61-3D5F013B643B}"/>
                  </a:ext>
                </a:extLst>
              </p:cNvPr>
              <p:cNvSpPr>
                <a:spLocks noGrp="1"/>
              </p:cNvSpPr>
              <p:nvPr>
                <p:ph idx="1"/>
              </p:nvPr>
            </p:nvSpPr>
            <p:spPr/>
            <p:txBody>
              <a:bodyPr>
                <a:normAutofit fontScale="92500"/>
              </a:bodyPr>
              <a:lstStyle/>
              <a:p>
                <a:pPr marL="0" indent="0">
                  <a:buNone/>
                </a:pPr>
                <a:r>
                  <a:rPr lang="en-US" dirty="0"/>
                  <a:t>As for the (final) autocorrelation function, we get:</a:t>
                </a:r>
              </a:p>
              <a:p>
                <a:pPr marL="0" indent="0">
                  <a:buNone/>
                </a:pPr>
                <a14:m>
                  <m:oMathPara xmlns:m="http://schemas.openxmlformats.org/officeDocument/2006/math">
                    <m:oMathParaPr>
                      <m:jc m:val="left"/>
                    </m:oMathParaPr>
                    <m:oMath>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2</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𝑔</m:t>
                              </m:r>
                            </m:sub>
                          </m:sSub>
                          <m:r>
                            <a:rPr lang="en-US" i="1">
                              <a:latin typeface="Cambria Math" panose="02040503050406030204" pitchFamily="18" charset="0"/>
                            </a:rPr>
                            <m:t>,</m:t>
                          </m:r>
                          <m:r>
                            <a:rPr lang="en-US" i="1">
                              <a:latin typeface="Cambria Math" panose="02040503050406030204" pitchFamily="18" charset="0"/>
                            </a:rPr>
                            <m:t>𝜏</m:t>
                          </m:r>
                        </m:e>
                      </m:d>
                      <m:r>
                        <a:rPr lang="en-US" i="1">
                          <a:latin typeface="Cambria Math" panose="02040503050406030204" pitchFamily="18" charset="0"/>
                        </a:rPr>
                        <m:t>=1</m:t>
                      </m:r>
                    </m:oMath>
                  </m:oMathPara>
                </a14:m>
                <a:endParaRPr lang="en-US" dirty="0"/>
              </a:p>
              <a:p>
                <a:pPr marL="0" indent="0">
                  <a:buNone/>
                </a:pPr>
                <a14:m>
                  <m:oMathPara xmlns:m="http://schemas.openxmlformats.org/officeDocument/2006/math">
                    <m:oMathParaPr>
                      <m:jc m:val="left"/>
                    </m:oMathParaPr>
                    <m:oMath>
                      <m:r>
                        <a:rPr lang="en-US"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𝑝</m:t>
                              </m:r>
                            </m:sub>
                          </m:sSub>
                        </m:num>
                        <m:den>
                          <m:r>
                            <a:rPr lang="en-US" b="0" i="1" smtClean="0">
                              <a:latin typeface="Cambria Math" panose="02040503050406030204" pitchFamily="18" charset="0"/>
                            </a:rPr>
                            <m:t>𝑀</m:t>
                          </m:r>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𝑇</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𝑔</m:t>
                                          </m:r>
                                        </m:sub>
                                      </m:sSub>
                                    </m:e>
                                  </m:d>
                                </m:e>
                              </m:d>
                            </m:e>
                            <m:sup>
                              <m:r>
                                <a:rPr lang="en-US" b="0" i="1" smtClean="0">
                                  <a:latin typeface="Cambria Math" panose="02040503050406030204" pitchFamily="18" charset="0"/>
                                </a:rPr>
                                <m:t>2</m:t>
                              </m:r>
                            </m:sup>
                          </m:sSup>
                        </m:den>
                      </m:f>
                      <m:r>
                        <a:rPr lang="en-US" b="0" i="1" smtClean="0">
                          <a:latin typeface="Cambria Math" panose="02040503050406030204" pitchFamily="18" charset="0"/>
                        </a:rPr>
                        <m:t>(</m:t>
                      </m:r>
                      <m:sSup>
                        <m:sSupPr>
                          <m:ctrlPr>
                            <a:rPr lang="en-US" b="1" i="1">
                              <a:latin typeface="Cambria Math" panose="02040503050406030204" pitchFamily="18" charset="0"/>
                            </a:rPr>
                          </m:ctrlPr>
                        </m:sSupPr>
                        <m:e>
                          <m:d>
                            <m:dPr>
                              <m:begChr m:val="⟨"/>
                              <m:endChr m:val="⟩"/>
                              <m:ctrlPr>
                                <a:rPr lang="en-US" b="1" i="1">
                                  <a:latin typeface="Cambria Math" panose="02040503050406030204" pitchFamily="18" charset="0"/>
                                </a:rPr>
                              </m:ctrlPr>
                            </m:dPr>
                            <m:e>
                              <m:sSub>
                                <m:sSubPr>
                                  <m:ctrlPr>
                                    <a:rPr lang="en-US" b="1" i="1">
                                      <a:latin typeface="Cambria Math" panose="02040503050406030204" pitchFamily="18" charset="0"/>
                                    </a:rPr>
                                  </m:ctrlPr>
                                </m:sSubPr>
                                <m:e>
                                  <m:r>
                                    <a:rPr lang="en-US" b="1" i="1">
                                      <a:latin typeface="Cambria Math" panose="02040503050406030204" pitchFamily="18" charset="0"/>
                                    </a:rPr>
                                    <m:t>𝑰</m:t>
                                  </m:r>
                                </m:e>
                                <m:sub>
                                  <m:r>
                                    <a:rPr lang="en-US" b="1" i="1" smtClean="0">
                                      <a:latin typeface="Cambria Math" panose="02040503050406030204" pitchFamily="18" charset="0"/>
                                    </a:rPr>
                                    <m:t>𝒔</m:t>
                                  </m:r>
                                </m:sub>
                              </m:sSub>
                            </m:e>
                          </m:d>
                        </m:e>
                        <m:sup>
                          <m:r>
                            <a:rPr lang="en-US" b="1" i="1" smtClean="0">
                              <a:latin typeface="Cambria Math" panose="02040503050406030204" pitchFamily="18" charset="0"/>
                            </a:rPr>
                            <m:t>𝟐</m:t>
                          </m:r>
                        </m:sup>
                      </m:sSup>
                      <m:nary>
                        <m:naryPr>
                          <m:limLoc m:val="undOvr"/>
                          <m:ctrlPr>
                            <a:rPr lang="en-US" i="1">
                              <a:latin typeface="Cambria Math" panose="02040503050406030204" pitchFamily="18" charset="0"/>
                            </a:rPr>
                          </m:ctrlPr>
                        </m:naryPr>
                        <m:sub>
                          <m:r>
                            <m:rPr>
                              <m:brk m:alnAt="24"/>
                            </m:rPr>
                            <a:rPr lang="en-US" i="1">
                              <a:latin typeface="Cambria Math" panose="02040503050406030204" pitchFamily="18" charset="0"/>
                            </a:rPr>
                            <m:t>0</m:t>
                          </m:r>
                        </m:sub>
                        <m:sup>
                          <m:r>
                            <a:rPr lang="en-US" i="1">
                              <a:latin typeface="Cambria Math" panose="02040503050406030204" pitchFamily="18" charset="0"/>
                            </a:rPr>
                            <m:t>∞</m:t>
                          </m:r>
                        </m:sup>
                        <m:e>
                          <m:nary>
                            <m:naryPr>
                              <m:limLoc m:val="undOvr"/>
                              <m:ctrlPr>
                                <a:rPr lang="en-US" i="1">
                                  <a:latin typeface="Cambria Math" panose="02040503050406030204" pitchFamily="18" charset="0"/>
                                </a:rPr>
                              </m:ctrlPr>
                            </m:naryPr>
                            <m:sub>
                              <m:r>
                                <m:rPr>
                                  <m:brk m:alnAt="24"/>
                                </m:rPr>
                                <a:rPr lang="en-US" i="1">
                                  <a:latin typeface="Cambria Math" panose="02040503050406030204" pitchFamily="18" charset="0"/>
                                </a:rPr>
                                <m:t>0</m:t>
                              </m:r>
                            </m:sub>
                            <m:sup>
                              <m:r>
                                <a:rPr lang="en-US" i="1">
                                  <a:latin typeface="Cambria Math" panose="02040503050406030204" pitchFamily="18" charset="0"/>
                                </a:rPr>
                                <m:t>∞</m:t>
                              </m:r>
                            </m:sup>
                            <m:e>
                              <m:sSup>
                                <m:sSupPr>
                                  <m:ctrlPr>
                                    <a:rPr lang="en-US" i="1">
                                      <a:latin typeface="Cambria Math" panose="02040503050406030204" pitchFamily="18" charset="0"/>
                                    </a:rPr>
                                  </m:ctrlPr>
                                </m:sSupPr>
                                <m:e>
                                  <m:r>
                                    <a:rPr lang="en-US" i="1">
                                      <a:latin typeface="Cambria Math" panose="02040503050406030204" pitchFamily="18" charset="0"/>
                                    </a:rPr>
                                    <m:t>𝑃</m:t>
                                  </m:r>
                                </m:e>
                                <m:sup>
                                  <m:r>
                                    <a:rPr lang="en-US" i="1">
                                      <a:latin typeface="Cambria Math" panose="02040503050406030204" pitchFamily="18" charset="0"/>
                                    </a:rPr>
                                    <m:t>′</m:t>
                                  </m:r>
                                </m:sup>
                              </m:sSup>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𝑠</m:t>
                                      </m:r>
                                    </m:e>
                                    <m:sup>
                                      <m:r>
                                        <a:rPr lang="en-US" i="1">
                                          <a:latin typeface="Cambria Math" panose="02040503050406030204" pitchFamily="18" charset="0"/>
                                        </a:rPr>
                                        <m:t>′</m:t>
                                      </m:r>
                                    </m:sup>
                                  </m:sSup>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𝑔</m:t>
                                      </m:r>
                                    </m:sub>
                                  </m:sSub>
                                </m:e>
                              </m:d>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1</m:t>
                                  </m:r>
                                </m:sub>
                              </m:sSub>
                              <m:d>
                                <m:dPr>
                                  <m:ctrlPr>
                                    <a:rPr lang="en-US" i="1">
                                      <a:latin typeface="Cambria Math" panose="02040503050406030204" pitchFamily="18" charset="0"/>
                                    </a:rPr>
                                  </m:ctrlPr>
                                </m:dPr>
                                <m:e>
                                  <m:r>
                                    <a:rPr lang="en-US" i="1">
                                      <a:latin typeface="Cambria Math" panose="02040503050406030204" pitchFamily="18" charset="0"/>
                                    </a:rPr>
                                    <m:t>𝜏</m:t>
                                  </m:r>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e>
                              </m:d>
                              <m:sSup>
                                <m:sSupPr>
                                  <m:ctrlPr>
                                    <a:rPr lang="en-US" i="1">
                                      <a:latin typeface="Cambria Math" panose="02040503050406030204" pitchFamily="18" charset="0"/>
                                    </a:rPr>
                                  </m:ctrlPr>
                                </m:sSupPr>
                                <m:e>
                                  <m:r>
                                    <a:rPr lang="en-US" i="1">
                                      <a:latin typeface="Cambria Math" panose="02040503050406030204" pitchFamily="18" charset="0"/>
                                    </a:rPr>
                                    <m:t>𝑃</m:t>
                                  </m:r>
                                </m:e>
                                <m:sup>
                                  <m:r>
                                    <a:rPr lang="en-US" i="1">
                                      <a:latin typeface="Cambria Math" panose="02040503050406030204" pitchFamily="18" charset="0"/>
                                    </a:rPr>
                                    <m:t>′</m:t>
                                  </m:r>
                                </m:sup>
                              </m:sSup>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𝑔</m:t>
                                      </m:r>
                                    </m:sub>
                                  </m:sSub>
                                </m:e>
                              </m:d>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1</m:t>
                                  </m:r>
                                </m:sub>
                              </m:sSub>
                              <m:d>
                                <m:dPr>
                                  <m:ctrlPr>
                                    <a:rPr lang="en-US" i="1">
                                      <a:latin typeface="Cambria Math" panose="02040503050406030204" pitchFamily="18" charset="0"/>
                                    </a:rPr>
                                  </m:ctrlPr>
                                </m:dPr>
                                <m:e>
                                  <m:r>
                                    <a:rPr lang="en-US" i="1">
                                      <a:latin typeface="Cambria Math" panose="02040503050406030204" pitchFamily="18" charset="0"/>
                                    </a:rPr>
                                    <m:t>𝜏</m:t>
                                  </m:r>
                                  <m:r>
                                    <a:rPr lang="en-US" i="1">
                                      <a:latin typeface="Cambria Math" panose="02040503050406030204" pitchFamily="18" charset="0"/>
                                    </a:rPr>
                                    <m:t>,</m:t>
                                  </m:r>
                                  <m:r>
                                    <a:rPr lang="en-US" i="1">
                                      <a:latin typeface="Cambria Math" panose="02040503050406030204" pitchFamily="18" charset="0"/>
                                    </a:rPr>
                                    <m:t>𝑠</m:t>
                                  </m:r>
                                </m:e>
                              </m:d>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2</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𝑠</m:t>
                                                  </m:r>
                                                </m:e>
                                                <m:sup>
                                                  <m:r>
                                                    <a:rPr lang="en-US" i="1">
                                                      <a:latin typeface="Cambria Math" panose="02040503050406030204" pitchFamily="18" charset="0"/>
                                                    </a:rPr>
                                                    <m:t>′</m:t>
                                                  </m:r>
                                                </m:sup>
                                              </m:sSup>
                                            </m:e>
                                          </m:d>
                                        </m:e>
                                        <m:sup>
                                          <m:r>
                                            <a:rPr lang="en-US" i="1">
                                              <a:latin typeface="Cambria Math" panose="02040503050406030204" pitchFamily="18" charset="0"/>
                                            </a:rPr>
                                            <m:t>2</m:t>
                                          </m:r>
                                        </m:sup>
                                      </m:sSup>
                                    </m:num>
                                    <m:den>
                                      <m:sSubSup>
                                        <m:sSubSupPr>
                                          <m:ctrlPr>
                                            <a:rPr lang="en-US" i="1">
                                              <a:latin typeface="Cambria Math" panose="02040503050406030204" pitchFamily="18" charset="0"/>
                                            </a:rPr>
                                          </m:ctrlPr>
                                        </m:sSubSupPr>
                                        <m:e>
                                          <m:r>
                                            <a:rPr lang="en-US" i="1">
                                              <a:latin typeface="Cambria Math" panose="02040503050406030204" pitchFamily="18" charset="0"/>
                                            </a:rPr>
                                            <m:t>𝑙</m:t>
                                          </m:r>
                                        </m:e>
                                        <m:sub>
                                          <m:r>
                                            <a:rPr lang="en-US" i="1">
                                              <a:latin typeface="Cambria Math" panose="02040503050406030204" pitchFamily="18" charset="0"/>
                                            </a:rPr>
                                            <m:t>𝑐</m:t>
                                          </m:r>
                                        </m:sub>
                                        <m:sup>
                                          <m:r>
                                            <a:rPr lang="en-US" i="1">
                                              <a:latin typeface="Cambria Math" panose="02040503050406030204" pitchFamily="18" charset="0"/>
                                            </a:rPr>
                                            <m:t>2</m:t>
                                          </m:r>
                                        </m:sup>
                                      </m:sSubSup>
                                    </m:den>
                                  </m:f>
                                </m:sup>
                              </m:sSup>
                              <m:r>
                                <a:rPr lang="en-US" i="1">
                                  <a:latin typeface="Cambria Math" panose="02040503050406030204" pitchFamily="18" charset="0"/>
                                </a:rPr>
                                <m:t>𝑑𝑠𝑑</m:t>
                              </m:r>
                              <m:sSup>
                                <m:sSupPr>
                                  <m:ctrlPr>
                                    <a:rPr lang="en-US" i="1">
                                      <a:latin typeface="Cambria Math" panose="02040503050406030204" pitchFamily="18" charset="0"/>
                                    </a:rPr>
                                  </m:ctrlPr>
                                </m:sSupPr>
                                <m:e>
                                  <m:r>
                                    <a:rPr lang="en-US" i="1">
                                      <a:latin typeface="Cambria Math" panose="02040503050406030204" pitchFamily="18" charset="0"/>
                                    </a:rPr>
                                    <m:t>𝑠</m:t>
                                  </m:r>
                                </m:e>
                                <m:sup>
                                  <m:r>
                                    <a:rPr lang="en-US" i="1">
                                      <a:latin typeface="Cambria Math" panose="02040503050406030204" pitchFamily="18" charset="0"/>
                                    </a:rPr>
                                    <m:t>′</m:t>
                                  </m:r>
                                </m:sup>
                              </m:sSup>
                            </m:e>
                          </m:nary>
                        </m:e>
                      </m:nary>
                    </m:oMath>
                  </m:oMathPara>
                </a14:m>
                <a:endParaRPr lang="en-US" dirty="0"/>
              </a:p>
              <a:p>
                <a:pPr marL="0" indent="0">
                  <a:buNone/>
                </a:pPr>
                <a14:m>
                  <m:oMathPara xmlns:m="http://schemas.openxmlformats.org/officeDocument/2006/math">
                    <m:oMathParaPr>
                      <m:jc m:val="left"/>
                    </m:oMathParaPr>
                    <m:oMath>
                      <m:r>
                        <a:rPr lang="en-US" b="0" i="1" smtClean="0">
                          <a:latin typeface="Cambria Math" panose="02040503050406030204" pitchFamily="18" charset="0"/>
                        </a:rPr>
                        <m:t>+ 2</m:t>
                      </m:r>
                      <m:d>
                        <m:dPr>
                          <m:begChr m:val="⟨"/>
                          <m:endChr m:val="⟩"/>
                          <m:ctrlPr>
                            <a:rPr lang="en-US" b="1" i="1">
                              <a:latin typeface="Cambria Math" panose="02040503050406030204" pitchFamily="18" charset="0"/>
                            </a:rPr>
                          </m:ctrlPr>
                        </m:dPr>
                        <m:e>
                          <m:sSub>
                            <m:sSubPr>
                              <m:ctrlPr>
                                <a:rPr lang="en-US" b="1" i="1">
                                  <a:latin typeface="Cambria Math" panose="02040503050406030204" pitchFamily="18" charset="0"/>
                                </a:rPr>
                              </m:ctrlPr>
                            </m:sSubPr>
                            <m:e>
                              <m:r>
                                <a:rPr lang="en-US" b="1" i="1">
                                  <a:latin typeface="Cambria Math" panose="02040503050406030204" pitchFamily="18" charset="0"/>
                                </a:rPr>
                                <m:t>𝑰</m:t>
                              </m:r>
                            </m:e>
                            <m:sub>
                              <m:r>
                                <a:rPr lang="en-US" b="1" i="1">
                                  <a:latin typeface="Cambria Math" panose="02040503050406030204" pitchFamily="18" charset="0"/>
                                </a:rPr>
                                <m:t>𝒔</m:t>
                              </m:r>
                            </m:sub>
                          </m:sSub>
                        </m:e>
                      </m:d>
                      <m:d>
                        <m:dPr>
                          <m:begChr m:val="⟨"/>
                          <m:endChr m:val="⟩"/>
                          <m:ctrlPr>
                            <a:rPr lang="en-US" b="1" i="1">
                              <a:latin typeface="Cambria Math" panose="02040503050406030204" pitchFamily="18" charset="0"/>
                            </a:rPr>
                          </m:ctrlPr>
                        </m:dPr>
                        <m:e>
                          <m:sSub>
                            <m:sSubPr>
                              <m:ctrlPr>
                                <a:rPr lang="en-US" b="1" i="1">
                                  <a:latin typeface="Cambria Math" panose="02040503050406030204" pitchFamily="18" charset="0"/>
                                </a:rPr>
                              </m:ctrlPr>
                            </m:sSubPr>
                            <m:e>
                              <m:r>
                                <a:rPr lang="en-US" b="1" i="1">
                                  <a:latin typeface="Cambria Math" panose="02040503050406030204" pitchFamily="18" charset="0"/>
                                </a:rPr>
                                <m:t>𝑰</m:t>
                              </m:r>
                            </m:e>
                            <m:sub>
                              <m:r>
                                <a:rPr lang="en-US" b="1" i="1" smtClean="0">
                                  <a:latin typeface="Cambria Math" panose="02040503050406030204" pitchFamily="18" charset="0"/>
                                </a:rPr>
                                <m:t>𝑹</m:t>
                              </m:r>
                            </m:sub>
                          </m:sSub>
                        </m:e>
                      </m:d>
                      <m:nary>
                        <m:naryPr>
                          <m:limLoc m:val="undOvr"/>
                          <m:ctrlPr>
                            <a:rPr lang="en-US" i="1">
                              <a:latin typeface="Cambria Math" panose="02040503050406030204" pitchFamily="18" charset="0"/>
                            </a:rPr>
                          </m:ctrlPr>
                        </m:naryPr>
                        <m:sub>
                          <m:r>
                            <m:rPr>
                              <m:brk m:alnAt="24"/>
                            </m:rPr>
                            <a:rPr lang="en-US" i="1">
                              <a:latin typeface="Cambria Math" panose="02040503050406030204" pitchFamily="18" charset="0"/>
                            </a:rPr>
                            <m:t>0</m:t>
                          </m:r>
                        </m:sub>
                        <m:sup>
                          <m:r>
                            <a:rPr lang="en-US" i="1">
                              <a:latin typeface="Cambria Math" panose="02040503050406030204" pitchFamily="18" charset="0"/>
                            </a:rPr>
                            <m:t>∞</m:t>
                          </m:r>
                        </m:sup>
                        <m:e>
                          <m:sSup>
                            <m:sSupPr>
                              <m:ctrlPr>
                                <a:rPr lang="en-US" i="1">
                                  <a:latin typeface="Cambria Math" panose="02040503050406030204" pitchFamily="18" charset="0"/>
                                </a:rPr>
                              </m:ctrlPr>
                            </m:sSupPr>
                            <m:e>
                              <m:r>
                                <a:rPr lang="en-US" i="1">
                                  <a:latin typeface="Cambria Math" panose="02040503050406030204" pitchFamily="18" charset="0"/>
                                </a:rPr>
                                <m:t>𝑃</m:t>
                              </m:r>
                            </m:e>
                            <m:sup>
                              <m:r>
                                <a:rPr lang="en-US" i="1">
                                  <a:latin typeface="Cambria Math" panose="02040503050406030204" pitchFamily="18" charset="0"/>
                                </a:rPr>
                                <m:t>′</m:t>
                              </m:r>
                            </m:sup>
                          </m:sSup>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𝑔</m:t>
                                  </m:r>
                                </m:sub>
                              </m:sSub>
                            </m:e>
                          </m:d>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1</m:t>
                              </m:r>
                            </m:sub>
                          </m:sSub>
                          <m:d>
                            <m:dPr>
                              <m:ctrlPr>
                                <a:rPr lang="en-US" i="1">
                                  <a:latin typeface="Cambria Math" panose="02040503050406030204" pitchFamily="18" charset="0"/>
                                </a:rPr>
                              </m:ctrlPr>
                            </m:dPr>
                            <m:e>
                              <m:r>
                                <a:rPr lang="en-US" i="1">
                                  <a:latin typeface="Cambria Math" panose="02040503050406030204" pitchFamily="18" charset="0"/>
                                </a:rPr>
                                <m:t>𝜏</m:t>
                              </m:r>
                              <m:r>
                                <a:rPr lang="en-US" i="1">
                                  <a:latin typeface="Cambria Math" panose="02040503050406030204" pitchFamily="18" charset="0"/>
                                </a:rPr>
                                <m:t>,</m:t>
                              </m:r>
                              <m:r>
                                <a:rPr lang="en-US" i="1">
                                  <a:latin typeface="Cambria Math" panose="02040503050406030204" pitchFamily="18" charset="0"/>
                                </a:rPr>
                                <m:t>𝑠</m:t>
                              </m:r>
                            </m:e>
                          </m:d>
                          <m:r>
                            <a:rPr lang="en-US" i="1">
                              <a:latin typeface="Cambria Math" panose="02040503050406030204" pitchFamily="18" charset="0"/>
                            </a:rPr>
                            <m:t>𝐼𝑅𝐹</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𝑔</m:t>
                              </m:r>
                            </m:sub>
                          </m:sSub>
                          <m:r>
                            <a:rPr lang="en-US" i="1">
                              <a:latin typeface="Cambria Math" panose="02040503050406030204" pitchFamily="18" charset="0"/>
                            </a:rPr>
                            <m:t>−</m:t>
                          </m:r>
                          <m:f>
                            <m:fPr>
                              <m:type m:val="skw"/>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𝑙</m:t>
                                  </m:r>
                                </m:e>
                                <m:sub>
                                  <m:r>
                                    <a:rPr lang="en-US" b="0" i="1" smtClean="0">
                                      <a:latin typeface="Cambria Math" panose="02040503050406030204" pitchFamily="18" charset="0"/>
                                    </a:rPr>
                                    <m:t>𝑅</m:t>
                                  </m:r>
                                </m:sub>
                              </m:sSub>
                            </m:num>
                            <m:den>
                              <m:r>
                                <a:rPr lang="en-US" i="1">
                                  <a:latin typeface="Cambria Math" panose="02040503050406030204" pitchFamily="18" charset="0"/>
                                </a:rPr>
                                <m:t>𝑣</m:t>
                              </m:r>
                            </m:den>
                          </m:f>
                          <m:r>
                            <a:rPr lang="en-US" i="1">
                              <a:latin typeface="Cambria Math" panose="02040503050406030204" pitchFamily="18" charset="0"/>
                            </a:rPr>
                            <m:t>)</m:t>
                          </m:r>
                          <m:r>
                            <m:rPr>
                              <m:nor/>
                            </m:rPr>
                            <a:rPr lang="en-US" i="0" dirty="0"/>
                            <m:t> </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2</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𝑙</m:t>
                                              </m:r>
                                            </m:e>
                                            <m:sub>
                                              <m:r>
                                                <a:rPr lang="en-US" b="0" i="1" smtClean="0">
                                                  <a:latin typeface="Cambria Math" panose="02040503050406030204" pitchFamily="18" charset="0"/>
                                                </a:rPr>
                                                <m:t>𝑅</m:t>
                                              </m:r>
                                            </m:sub>
                                          </m:sSub>
                                        </m:e>
                                      </m:d>
                                    </m:e>
                                    <m:sup>
                                      <m:r>
                                        <a:rPr lang="en-US" i="1">
                                          <a:latin typeface="Cambria Math" panose="02040503050406030204" pitchFamily="18" charset="0"/>
                                        </a:rPr>
                                        <m:t>2</m:t>
                                      </m:r>
                                    </m:sup>
                                  </m:sSup>
                                </m:num>
                                <m:den>
                                  <m:sSubSup>
                                    <m:sSubSupPr>
                                      <m:ctrlPr>
                                        <a:rPr lang="en-US" i="1">
                                          <a:latin typeface="Cambria Math" panose="02040503050406030204" pitchFamily="18" charset="0"/>
                                        </a:rPr>
                                      </m:ctrlPr>
                                    </m:sSubSupPr>
                                    <m:e>
                                      <m:r>
                                        <a:rPr lang="en-US" i="1">
                                          <a:latin typeface="Cambria Math" panose="02040503050406030204" pitchFamily="18" charset="0"/>
                                        </a:rPr>
                                        <m:t>𝑙</m:t>
                                      </m:r>
                                    </m:e>
                                    <m:sub>
                                      <m:r>
                                        <a:rPr lang="en-US" i="1">
                                          <a:latin typeface="Cambria Math" panose="02040503050406030204" pitchFamily="18" charset="0"/>
                                        </a:rPr>
                                        <m:t>𝑐</m:t>
                                      </m:r>
                                    </m:sub>
                                    <m:sup>
                                      <m:r>
                                        <a:rPr lang="en-US" i="1">
                                          <a:latin typeface="Cambria Math" panose="02040503050406030204" pitchFamily="18" charset="0"/>
                                        </a:rPr>
                                        <m:t>2</m:t>
                                      </m:r>
                                    </m:sup>
                                  </m:sSubSup>
                                </m:den>
                              </m:f>
                            </m:sup>
                          </m:sSup>
                          <m:r>
                            <a:rPr lang="en-US" i="1">
                              <a:latin typeface="Cambria Math" panose="02040503050406030204" pitchFamily="18" charset="0"/>
                            </a:rPr>
                            <m:t>𝑑𝑠</m:t>
                          </m:r>
                          <m:r>
                            <a:rPr lang="en-US" b="0" i="1" smtClean="0">
                              <a:latin typeface="Cambria Math" panose="02040503050406030204" pitchFamily="18" charset="0"/>
                            </a:rPr>
                            <m:t>)</m:t>
                          </m:r>
                        </m:e>
                      </m:nary>
                    </m:oMath>
                  </m:oMathPara>
                </a14:m>
                <a:endParaRPr lang="en-US" dirty="0"/>
              </a:p>
              <a:p>
                <a:pPr marL="0" indent="0">
                  <a:buNone/>
                </a:pPr>
                <a:r>
                  <a:rPr lang="en-US" dirty="0"/>
                  <a:t>where M is the number of detected spatial modes, </a:t>
                </a:r>
                <a14:m>
                  <m:oMath xmlns:m="http://schemas.openxmlformats.org/officeDocument/2006/math">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𝑇</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𝑔</m:t>
                                </m:r>
                              </m:sub>
                            </m:sSub>
                          </m:e>
                        </m:d>
                      </m:e>
                    </m:d>
                  </m:oMath>
                </a14:m>
                <a:r>
                  <a:rPr lang="en-US" dirty="0"/>
                  <a:t> is the average total intensity that falls within the selected time gate centered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𝑔</m:t>
                        </m:r>
                      </m:sub>
                    </m:sSub>
                  </m:oMath>
                </a14:m>
                <a:r>
                  <a:rPr lang="en-US" dirty="0"/>
                  <a:t>, </a:t>
                </a:r>
                <a14:m>
                  <m:oMath xmlns:m="http://schemas.openxmlformats.org/officeDocument/2006/math">
                    <m:d>
                      <m:dPr>
                        <m:begChr m:val="⟨"/>
                        <m:endChr m:val="⟩"/>
                        <m:ctrlPr>
                          <a:rPr lang="en-US" b="1" i="1">
                            <a:latin typeface="Cambria Math" panose="02040503050406030204" pitchFamily="18" charset="0"/>
                          </a:rPr>
                        </m:ctrlPr>
                      </m:dPr>
                      <m:e>
                        <m:sSub>
                          <m:sSubPr>
                            <m:ctrlPr>
                              <a:rPr lang="en-US" b="1" i="1">
                                <a:latin typeface="Cambria Math" panose="02040503050406030204" pitchFamily="18" charset="0"/>
                              </a:rPr>
                            </m:ctrlPr>
                          </m:sSubPr>
                          <m:e>
                            <m:r>
                              <a:rPr lang="en-US" b="1" i="1">
                                <a:latin typeface="Cambria Math" panose="02040503050406030204" pitchFamily="18" charset="0"/>
                              </a:rPr>
                              <m:t>𝑰</m:t>
                            </m:r>
                          </m:e>
                          <m:sub>
                            <m:r>
                              <a:rPr lang="en-US" b="1" i="1">
                                <a:latin typeface="Cambria Math" panose="02040503050406030204" pitchFamily="18" charset="0"/>
                              </a:rPr>
                              <m:t>𝒔</m:t>
                            </m:r>
                          </m:sub>
                        </m:sSub>
                      </m:e>
                    </m:d>
                    <m:r>
                      <a:rPr lang="en-US" b="1" i="1" smtClean="0">
                        <a:latin typeface="Cambria Math" panose="02040503050406030204" pitchFamily="18" charset="0"/>
                      </a:rPr>
                      <m:t> ,</m:t>
                    </m:r>
                    <m:d>
                      <m:dPr>
                        <m:begChr m:val="⟨"/>
                        <m:endChr m:val="⟩"/>
                        <m:ctrlPr>
                          <a:rPr lang="en-US" b="1" i="1">
                            <a:latin typeface="Cambria Math" panose="02040503050406030204" pitchFamily="18" charset="0"/>
                          </a:rPr>
                        </m:ctrlPr>
                      </m:dPr>
                      <m:e>
                        <m:sSub>
                          <m:sSubPr>
                            <m:ctrlPr>
                              <a:rPr lang="en-US" b="1" i="1">
                                <a:latin typeface="Cambria Math" panose="02040503050406030204" pitchFamily="18" charset="0"/>
                              </a:rPr>
                            </m:ctrlPr>
                          </m:sSubPr>
                          <m:e>
                            <m:r>
                              <a:rPr lang="en-US" b="1" i="1">
                                <a:latin typeface="Cambria Math" panose="02040503050406030204" pitchFamily="18" charset="0"/>
                              </a:rPr>
                              <m:t>𝑰</m:t>
                            </m:r>
                          </m:e>
                          <m:sub>
                            <m:r>
                              <a:rPr lang="en-US" b="1" i="1">
                                <a:latin typeface="Cambria Math" panose="02040503050406030204" pitchFamily="18" charset="0"/>
                              </a:rPr>
                              <m:t>𝑹</m:t>
                            </m:r>
                          </m:sub>
                        </m:sSub>
                      </m:e>
                    </m:d>
                  </m:oMath>
                </a14:m>
                <a:r>
                  <a:rPr lang="en-US" dirty="0"/>
                  <a:t> are the </a:t>
                </a:r>
                <a:r>
                  <a:rPr lang="en-US" b="1" dirty="0"/>
                  <a:t>average sample and reference arm intensity</a:t>
                </a:r>
                <a:r>
                  <a:rPr lang="en-US" dirty="0"/>
                  <a:t> respectively,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𝒍</m:t>
                        </m:r>
                      </m:e>
                      <m:sub>
                        <m:r>
                          <a:rPr lang="en-US" b="1" i="1">
                            <a:latin typeface="Cambria Math" panose="02040503050406030204" pitchFamily="18" charset="0"/>
                          </a:rPr>
                          <m:t>𝑹</m:t>
                        </m:r>
                      </m:sub>
                    </m:sSub>
                  </m:oMath>
                </a14:m>
                <a:r>
                  <a:rPr lang="en-US" b="1" dirty="0"/>
                  <a:t> </a:t>
                </a:r>
                <a:r>
                  <a:rPr lang="en-US" dirty="0"/>
                  <a:t>is the </a:t>
                </a:r>
                <a:r>
                  <a:rPr lang="en-US" b="1" dirty="0"/>
                  <a:t>length of the reference arm pathlength</a:t>
                </a:r>
                <a:r>
                  <a:rPr lang="en-US" dirty="0"/>
                  <a:t>,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𝑝</m:t>
                        </m:r>
                      </m:sub>
                    </m:sSub>
                  </m:oMath>
                </a14:m>
                <a:r>
                  <a:rPr lang="en-US" dirty="0"/>
                  <a:t> is the polarization-dependent coherence factor: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𝑝</m:t>
                        </m:r>
                      </m:sub>
                    </m:sSub>
                    <m:r>
                      <a:rPr lang="en-US" i="1">
                        <a:latin typeface="Cambria Math" panose="02040503050406030204" pitchFamily="18" charset="0"/>
                      </a:rPr>
                      <m:t>=</m:t>
                    </m:r>
                    <m:f>
                      <m:fPr>
                        <m:ctrlPr>
                          <a:rPr lang="en-US" i="1">
                            <a:latin typeface="Cambria Math" panose="02040503050406030204" pitchFamily="18" charset="0"/>
                          </a:rPr>
                        </m:ctrlPr>
                      </m:fPr>
                      <m:num>
                        <m:sSubSup>
                          <m:sSubSupPr>
                            <m:ctrlPr>
                              <a:rPr lang="en-US" i="1">
                                <a:latin typeface="Cambria Math" panose="02040503050406030204" pitchFamily="18" charset="0"/>
                              </a:rPr>
                            </m:ctrlPr>
                          </m:sSubSupPr>
                          <m:e>
                            <m:r>
                              <a:rPr lang="en-US" i="1">
                                <a:latin typeface="Cambria Math" panose="02040503050406030204" pitchFamily="18" charset="0"/>
                              </a:rPr>
                              <m:t>𝐼</m:t>
                            </m:r>
                          </m:e>
                          <m:sub>
                            <m:r>
                              <a:rPr lang="en-US" i="1">
                                <a:latin typeface="Cambria Math" panose="02040503050406030204" pitchFamily="18" charset="0"/>
                                <a:ea typeface="Cambria Math" panose="02040503050406030204" pitchFamily="18" charset="0"/>
                              </a:rPr>
                              <m:t>∥</m:t>
                            </m:r>
                          </m:sub>
                          <m:sup>
                            <m:r>
                              <a:rPr lang="en-US" i="1">
                                <a:latin typeface="Cambria Math" panose="02040503050406030204" pitchFamily="18" charset="0"/>
                              </a:rPr>
                              <m:t>2</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𝐼</m:t>
                            </m:r>
                          </m:e>
                          <m:sub>
                            <m:r>
                              <a:rPr lang="en-US" i="1">
                                <a:latin typeface="Cambria Math" panose="02040503050406030204" pitchFamily="18" charset="0"/>
                                <a:ea typeface="Cambria Math" panose="02040503050406030204" pitchFamily="18" charset="0"/>
                              </a:rPr>
                              <m:t>⊥</m:t>
                            </m:r>
                          </m:sub>
                          <m:sup>
                            <m:r>
                              <a:rPr lang="en-US" i="1">
                                <a:latin typeface="Cambria Math" panose="02040503050406030204" pitchFamily="18" charset="0"/>
                                <a:ea typeface="Cambria Math" panose="02040503050406030204" pitchFamily="18" charset="0"/>
                              </a:rPr>
                              <m:t>2</m:t>
                            </m:r>
                          </m:sup>
                        </m:sSubSup>
                      </m:num>
                      <m:den>
                        <m:sSup>
                          <m:sSupPr>
                            <m:ctrlPr>
                              <a:rPr lang="en-US" i="1">
                                <a:latin typeface="Cambria Math" panose="02040503050406030204" pitchFamily="18" charset="0"/>
                              </a:rPr>
                            </m:ctrlPr>
                          </m:sSup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ea typeface="Cambria Math" panose="02040503050406030204" pitchFamily="18" charset="0"/>
                                      </a:rPr>
                                      <m:t>∥</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ea typeface="Cambria Math" panose="02040503050406030204" pitchFamily="18" charset="0"/>
                                      </a:rPr>
                                      <m:t>⊥</m:t>
                                    </m:r>
                                  </m:sub>
                                </m:sSub>
                              </m:e>
                            </m:d>
                          </m:e>
                          <m:sup>
                            <m:r>
                              <a:rPr lang="en-US" i="1">
                                <a:latin typeface="Cambria Math" panose="02040503050406030204" pitchFamily="18" charset="0"/>
                                <a:ea typeface="Cambria Math" panose="02040503050406030204" pitchFamily="18" charset="0"/>
                              </a:rPr>
                              <m:t>2</m:t>
                            </m:r>
                          </m:sup>
                        </m:sSup>
                      </m:den>
                    </m:f>
                  </m:oMath>
                </a14:m>
                <a:r>
                  <a:rPr lang="en-US" dirty="0"/>
                  <a:t> </a:t>
                </a:r>
              </a:p>
              <a:p>
                <a:pPr marL="0" indent="0">
                  <a:buNone/>
                </a:pPr>
                <a:endParaRPr lang="en-US" dirty="0"/>
              </a:p>
            </p:txBody>
          </p:sp>
        </mc:Choice>
        <mc:Fallback xmlns="">
          <p:sp>
            <p:nvSpPr>
              <p:cNvPr id="4" name="Content Placeholder 2">
                <a:extLst>
                  <a:ext uri="{FF2B5EF4-FFF2-40B4-BE49-F238E27FC236}">
                    <a16:creationId xmlns:a16="http://schemas.microsoft.com/office/drawing/2014/main" id="{F4575CB2-29EF-D872-1D61-3D5F013B643B}"/>
                  </a:ext>
                </a:extLst>
              </p:cNvPr>
              <p:cNvSpPr>
                <a:spLocks noGrp="1" noRot="1" noChangeAspect="1" noMove="1" noResize="1" noEditPoints="1" noAdjustHandles="1" noChangeArrowheads="1" noChangeShapeType="1" noTextEdit="1"/>
              </p:cNvSpPr>
              <p:nvPr>
                <p:ph idx="1"/>
              </p:nvPr>
            </p:nvSpPr>
            <p:spPr>
              <a:blipFill>
                <a:blip r:embed="rId2"/>
                <a:stretch>
                  <a:fillRect l="-1455" t="-1515"/>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A4DD80E2-9D6C-7ABB-69F2-A02D63A9159D}"/>
              </a:ext>
            </a:extLst>
          </p:cNvPr>
          <p:cNvSpPr>
            <a:spLocks noGrp="1"/>
          </p:cNvSpPr>
          <p:nvPr>
            <p:ph type="sldNum" sz="quarter" idx="12"/>
          </p:nvPr>
        </p:nvSpPr>
        <p:spPr/>
        <p:txBody>
          <a:bodyPr/>
          <a:lstStyle/>
          <a:p>
            <a:fld id="{2D11AD2F-9457-44B3-A1A5-67FB697FC1E5}" type="slidenum">
              <a:rPr lang="en-US" smtClean="0"/>
              <a:t>46</a:t>
            </a:fld>
            <a:endParaRPr lang="en-US"/>
          </a:p>
        </p:txBody>
      </p:sp>
      <p:pic>
        <p:nvPicPr>
          <p:cNvPr id="7" name="Picture 6" descr="Faculty of Engineering Bar-Ilan University">
            <a:extLst>
              <a:ext uri="{FF2B5EF4-FFF2-40B4-BE49-F238E27FC236}">
                <a16:creationId xmlns:a16="http://schemas.microsoft.com/office/drawing/2014/main" id="{E2AD9B5F-930F-4F85-5C19-DEF2B2843337}"/>
              </a:ext>
            </a:extLst>
          </p:cNvPr>
          <p:cNvPicPr/>
          <p:nvPr/>
        </p:nvPicPr>
        <p:blipFill>
          <a:blip r:embed="rId3">
            <a:extLst>
              <a:ext uri="{28A0092B-C50C-407E-A947-70E740481C1C}">
                <a14:useLocalDpi xmlns:a14="http://schemas.microsoft.com/office/drawing/2010/main" val="0"/>
              </a:ext>
            </a:extLst>
          </a:blip>
          <a:stretch>
            <a:fillRect/>
          </a:stretch>
        </p:blipFill>
        <p:spPr bwMode="auto">
          <a:xfrm>
            <a:off x="91074" y="6367558"/>
            <a:ext cx="2023476" cy="5513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887721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E3568-C15E-C9A5-18BD-87F0BB029DF5}"/>
            </a:ext>
          </a:extLst>
        </p:cNvPr>
        <p:cNvGrpSpPr/>
        <p:nvPr/>
      </p:nvGrpSpPr>
      <p:grpSpPr>
        <a:xfrm>
          <a:off x="0" y="0"/>
          <a:ext cx="0" cy="0"/>
          <a:chOff x="0" y="0"/>
          <a:chExt cx="0" cy="0"/>
        </a:xfrm>
      </p:grpSpPr>
      <p:sp>
        <p:nvSpPr>
          <p:cNvPr id="16" name="Title 1">
            <a:extLst>
              <a:ext uri="{FF2B5EF4-FFF2-40B4-BE49-F238E27FC236}">
                <a16:creationId xmlns:a16="http://schemas.microsoft.com/office/drawing/2014/main" id="{81855D3F-4E85-3744-DB66-D7AEC1320662}"/>
              </a:ext>
            </a:extLst>
          </p:cNvPr>
          <p:cNvSpPr txBox="1">
            <a:spLocks/>
          </p:cNvSpPr>
          <p:nvPr/>
        </p:nvSpPr>
        <p:spPr>
          <a:xfrm>
            <a:off x="1143000" y="265949"/>
            <a:ext cx="9906000" cy="147796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pPr lvl="0">
              <a:defRPr/>
            </a:pPr>
            <a:r>
              <a:rPr lang="en-US" dirty="0"/>
              <a:t>Theory behind </a:t>
            </a:r>
            <a:r>
              <a:rPr lang="en-US" dirty="0" err="1"/>
              <a:t>PaLS-iDCS</a:t>
            </a:r>
            <a:endParaRPr lang="en-US" sz="6000" dirty="0">
              <a:solidFill>
                <a:sysClr val="window" lastClr="FFFFFF"/>
              </a:solidFill>
            </a:endParaRP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D3282269-17AE-F182-92C9-5B97CE56CAA9}"/>
                  </a:ext>
                </a:extLst>
              </p:cNvPr>
              <p:cNvSpPr>
                <a:spLocks noGrp="1"/>
              </p:cNvSpPr>
              <p:nvPr>
                <p:ph idx="1"/>
              </p:nvPr>
            </p:nvSpPr>
            <p:spPr/>
            <p:txBody>
              <a:bodyPr>
                <a:normAutofit/>
              </a:bodyPr>
              <a:lstStyle/>
              <a:p>
                <a:pPr marL="0" indent="0">
                  <a:buNone/>
                </a:pPr>
                <a:r>
                  <a:rPr lang="en-US" dirty="0"/>
                  <a:t>Let’s divide the function to two parts (excluding the 1 and </a:t>
                </a:r>
                <a14:m>
                  <m:oMath xmlns:m="http://schemas.openxmlformats.org/officeDocument/2006/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𝑝</m:t>
                            </m:r>
                          </m:sub>
                        </m:sSub>
                      </m:num>
                      <m:den>
                        <m:r>
                          <a:rPr lang="en-US" i="1">
                            <a:latin typeface="Cambria Math" panose="02040503050406030204" pitchFamily="18" charset="0"/>
                          </a:rPr>
                          <m:t>𝑀</m:t>
                        </m:r>
                        <m:sSup>
                          <m:sSupPr>
                            <m:ctrlPr>
                              <a:rPr lang="en-US" i="1">
                                <a:latin typeface="Cambria Math" panose="02040503050406030204" pitchFamily="18" charset="0"/>
                              </a:rPr>
                            </m:ctrlPr>
                          </m:sSupPr>
                          <m:e>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𝑇</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𝑔</m:t>
                                        </m:r>
                                      </m:sub>
                                    </m:sSub>
                                  </m:e>
                                </m:d>
                              </m:e>
                            </m:d>
                          </m:e>
                          <m:sup>
                            <m:r>
                              <a:rPr lang="en-US" i="1">
                                <a:latin typeface="Cambria Math" panose="02040503050406030204" pitchFamily="18" charset="0"/>
                              </a:rPr>
                              <m:t>2</m:t>
                            </m:r>
                          </m:sup>
                        </m:sSup>
                      </m:den>
                    </m:f>
                  </m:oMath>
                </a14:m>
                <a:r>
                  <a:rPr lang="en-US" dirty="0"/>
                  <a:t> ):</a:t>
                </a:r>
              </a:p>
              <a:p>
                <a:pPr marL="0" indent="0">
                  <a:buNone/>
                </a:pPr>
                <a:r>
                  <a:rPr lang="en-US" dirty="0"/>
                  <a:t>1 - </a:t>
                </a:r>
                <a14:m>
                  <m:oMath xmlns:m="http://schemas.openxmlformats.org/officeDocument/2006/math">
                    <m:sSup>
                      <m:sSupPr>
                        <m:ctrlPr>
                          <a:rPr lang="en-US" i="1">
                            <a:latin typeface="Cambria Math" panose="02040503050406030204" pitchFamily="18" charset="0"/>
                          </a:rPr>
                        </m:ctrlPr>
                      </m:sSupPr>
                      <m:e>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𝑠</m:t>
                                </m:r>
                              </m:sub>
                            </m:sSub>
                          </m:e>
                        </m:d>
                      </m:e>
                      <m:sup>
                        <m:r>
                          <a:rPr lang="en-US" i="1">
                            <a:latin typeface="Cambria Math" panose="02040503050406030204" pitchFamily="18" charset="0"/>
                          </a:rPr>
                          <m:t>2</m:t>
                        </m:r>
                      </m:sup>
                    </m:sSup>
                    <m:nary>
                      <m:naryPr>
                        <m:limLoc m:val="undOvr"/>
                        <m:ctrlPr>
                          <a:rPr lang="en-US" i="1">
                            <a:latin typeface="Cambria Math" panose="02040503050406030204" pitchFamily="18" charset="0"/>
                          </a:rPr>
                        </m:ctrlPr>
                      </m:naryPr>
                      <m:sub>
                        <m:r>
                          <m:rPr>
                            <m:brk m:alnAt="24"/>
                          </m:rPr>
                          <a:rPr lang="en-US" i="1">
                            <a:latin typeface="Cambria Math" panose="02040503050406030204" pitchFamily="18" charset="0"/>
                          </a:rPr>
                          <m:t>0</m:t>
                        </m:r>
                      </m:sub>
                      <m:sup>
                        <m:r>
                          <a:rPr lang="en-US" i="1">
                            <a:latin typeface="Cambria Math" panose="02040503050406030204" pitchFamily="18" charset="0"/>
                          </a:rPr>
                          <m:t>∞</m:t>
                        </m:r>
                      </m:sup>
                      <m:e>
                        <m:nary>
                          <m:naryPr>
                            <m:limLoc m:val="undOvr"/>
                            <m:ctrlPr>
                              <a:rPr lang="en-US" i="1">
                                <a:latin typeface="Cambria Math" panose="02040503050406030204" pitchFamily="18" charset="0"/>
                              </a:rPr>
                            </m:ctrlPr>
                          </m:naryPr>
                          <m:sub>
                            <m:r>
                              <m:rPr>
                                <m:brk m:alnAt="24"/>
                              </m:rPr>
                              <a:rPr lang="en-US" i="1">
                                <a:latin typeface="Cambria Math" panose="02040503050406030204" pitchFamily="18" charset="0"/>
                              </a:rPr>
                              <m:t>0</m:t>
                            </m:r>
                          </m:sub>
                          <m:sup>
                            <m:r>
                              <a:rPr lang="en-US" i="1">
                                <a:latin typeface="Cambria Math" panose="02040503050406030204" pitchFamily="18" charset="0"/>
                              </a:rPr>
                              <m:t>∞</m:t>
                            </m:r>
                          </m:sup>
                          <m:e>
                            <m:sSup>
                              <m:sSupPr>
                                <m:ctrlPr>
                                  <a:rPr lang="en-US" i="1">
                                    <a:latin typeface="Cambria Math" panose="02040503050406030204" pitchFamily="18" charset="0"/>
                                  </a:rPr>
                                </m:ctrlPr>
                              </m:sSupPr>
                              <m:e>
                                <m:r>
                                  <a:rPr lang="en-US" i="1">
                                    <a:latin typeface="Cambria Math" panose="02040503050406030204" pitchFamily="18" charset="0"/>
                                  </a:rPr>
                                  <m:t>𝑃</m:t>
                                </m:r>
                              </m:e>
                              <m:sup>
                                <m:r>
                                  <a:rPr lang="en-US" i="1">
                                    <a:latin typeface="Cambria Math" panose="02040503050406030204" pitchFamily="18" charset="0"/>
                                  </a:rPr>
                                  <m:t>′</m:t>
                                </m:r>
                              </m:sup>
                            </m:sSup>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𝑠</m:t>
                                    </m:r>
                                  </m:e>
                                  <m:sup>
                                    <m:r>
                                      <a:rPr lang="en-US" i="1">
                                        <a:latin typeface="Cambria Math" panose="02040503050406030204" pitchFamily="18" charset="0"/>
                                      </a:rPr>
                                      <m:t>′</m:t>
                                    </m:r>
                                  </m:sup>
                                </m:sSup>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𝑔</m:t>
                                    </m:r>
                                  </m:sub>
                                </m:sSub>
                              </m:e>
                            </m:d>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1</m:t>
                                </m:r>
                              </m:sub>
                            </m:sSub>
                            <m:d>
                              <m:dPr>
                                <m:ctrlPr>
                                  <a:rPr lang="en-US" i="1">
                                    <a:latin typeface="Cambria Math" panose="02040503050406030204" pitchFamily="18" charset="0"/>
                                  </a:rPr>
                                </m:ctrlPr>
                              </m:dPr>
                              <m:e>
                                <m:r>
                                  <a:rPr lang="en-US" i="1">
                                    <a:latin typeface="Cambria Math" panose="02040503050406030204" pitchFamily="18" charset="0"/>
                                  </a:rPr>
                                  <m:t>𝜏</m:t>
                                </m:r>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e>
                            </m:d>
                            <m:sSup>
                              <m:sSupPr>
                                <m:ctrlPr>
                                  <a:rPr lang="en-US" i="1">
                                    <a:latin typeface="Cambria Math" panose="02040503050406030204" pitchFamily="18" charset="0"/>
                                  </a:rPr>
                                </m:ctrlPr>
                              </m:sSupPr>
                              <m:e>
                                <m:r>
                                  <a:rPr lang="en-US" i="1">
                                    <a:latin typeface="Cambria Math" panose="02040503050406030204" pitchFamily="18" charset="0"/>
                                  </a:rPr>
                                  <m:t>𝑃</m:t>
                                </m:r>
                              </m:e>
                              <m:sup>
                                <m:r>
                                  <a:rPr lang="en-US" i="1">
                                    <a:latin typeface="Cambria Math" panose="02040503050406030204" pitchFamily="18" charset="0"/>
                                  </a:rPr>
                                  <m:t>′</m:t>
                                </m:r>
                              </m:sup>
                            </m:sSup>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𝑔</m:t>
                                    </m:r>
                                  </m:sub>
                                </m:sSub>
                              </m:e>
                            </m:d>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1</m:t>
                                </m:r>
                              </m:sub>
                            </m:sSub>
                            <m:d>
                              <m:dPr>
                                <m:ctrlPr>
                                  <a:rPr lang="en-US" i="1">
                                    <a:latin typeface="Cambria Math" panose="02040503050406030204" pitchFamily="18" charset="0"/>
                                  </a:rPr>
                                </m:ctrlPr>
                              </m:dPr>
                              <m:e>
                                <m:r>
                                  <a:rPr lang="en-US" i="1">
                                    <a:latin typeface="Cambria Math" panose="02040503050406030204" pitchFamily="18" charset="0"/>
                                  </a:rPr>
                                  <m:t>𝜏</m:t>
                                </m:r>
                                <m:r>
                                  <a:rPr lang="en-US" i="1">
                                    <a:latin typeface="Cambria Math" panose="02040503050406030204" pitchFamily="18" charset="0"/>
                                  </a:rPr>
                                  <m:t>,</m:t>
                                </m:r>
                                <m:r>
                                  <a:rPr lang="en-US" i="1">
                                    <a:latin typeface="Cambria Math" panose="02040503050406030204" pitchFamily="18" charset="0"/>
                                  </a:rPr>
                                  <m:t>𝑠</m:t>
                                </m:r>
                              </m:e>
                            </m:d>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2</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𝑠</m:t>
                                                </m:r>
                                              </m:e>
                                              <m:sup>
                                                <m:r>
                                                  <a:rPr lang="en-US" i="1">
                                                    <a:latin typeface="Cambria Math" panose="02040503050406030204" pitchFamily="18" charset="0"/>
                                                  </a:rPr>
                                                  <m:t>′</m:t>
                                                </m:r>
                                              </m:sup>
                                            </m:sSup>
                                          </m:e>
                                        </m:d>
                                      </m:e>
                                      <m:sup>
                                        <m:r>
                                          <a:rPr lang="en-US" i="1">
                                            <a:latin typeface="Cambria Math" panose="02040503050406030204" pitchFamily="18" charset="0"/>
                                          </a:rPr>
                                          <m:t>2</m:t>
                                        </m:r>
                                      </m:sup>
                                    </m:sSup>
                                  </m:num>
                                  <m:den>
                                    <m:sSubSup>
                                      <m:sSubSupPr>
                                        <m:ctrlPr>
                                          <a:rPr lang="en-US" i="1">
                                            <a:latin typeface="Cambria Math" panose="02040503050406030204" pitchFamily="18" charset="0"/>
                                          </a:rPr>
                                        </m:ctrlPr>
                                      </m:sSubSupPr>
                                      <m:e>
                                        <m:r>
                                          <a:rPr lang="en-US" i="1">
                                            <a:latin typeface="Cambria Math" panose="02040503050406030204" pitchFamily="18" charset="0"/>
                                          </a:rPr>
                                          <m:t>𝑙</m:t>
                                        </m:r>
                                      </m:e>
                                      <m:sub>
                                        <m:r>
                                          <a:rPr lang="en-US" i="1">
                                            <a:latin typeface="Cambria Math" panose="02040503050406030204" pitchFamily="18" charset="0"/>
                                          </a:rPr>
                                          <m:t>𝑐</m:t>
                                        </m:r>
                                      </m:sub>
                                      <m:sup>
                                        <m:r>
                                          <a:rPr lang="en-US" i="1">
                                            <a:latin typeface="Cambria Math" panose="02040503050406030204" pitchFamily="18" charset="0"/>
                                          </a:rPr>
                                          <m:t>2</m:t>
                                        </m:r>
                                      </m:sup>
                                    </m:sSubSup>
                                  </m:den>
                                </m:f>
                              </m:sup>
                            </m:sSup>
                            <m:r>
                              <a:rPr lang="en-US" i="1">
                                <a:latin typeface="Cambria Math" panose="02040503050406030204" pitchFamily="18" charset="0"/>
                              </a:rPr>
                              <m:t>𝑑𝑠𝑑</m:t>
                            </m:r>
                            <m:sSup>
                              <m:sSupPr>
                                <m:ctrlPr>
                                  <a:rPr lang="en-US" i="1">
                                    <a:latin typeface="Cambria Math" panose="02040503050406030204" pitchFamily="18" charset="0"/>
                                  </a:rPr>
                                </m:ctrlPr>
                              </m:sSupPr>
                              <m:e>
                                <m:r>
                                  <a:rPr lang="en-US" i="1">
                                    <a:latin typeface="Cambria Math" panose="02040503050406030204" pitchFamily="18" charset="0"/>
                                  </a:rPr>
                                  <m:t>𝑠</m:t>
                                </m:r>
                              </m:e>
                              <m:sup>
                                <m:r>
                                  <a:rPr lang="en-US" i="1">
                                    <a:latin typeface="Cambria Math" panose="02040503050406030204" pitchFamily="18" charset="0"/>
                                  </a:rPr>
                                  <m:t>′</m:t>
                                </m:r>
                              </m:sup>
                            </m:sSup>
                          </m:e>
                        </m:nary>
                      </m:e>
                    </m:nary>
                  </m:oMath>
                </a14:m>
                <a:r>
                  <a:rPr lang="en-US" dirty="0"/>
                  <a:t> </a:t>
                </a:r>
              </a:p>
              <a:p>
                <a:pPr marL="0" indent="0">
                  <a:buNone/>
                </a:pPr>
                <a:r>
                  <a:rPr lang="en-US" dirty="0"/>
                  <a:t>2 - </a:t>
                </a:r>
                <a14:m>
                  <m:oMath xmlns:m="http://schemas.openxmlformats.org/officeDocument/2006/math">
                    <m:r>
                      <a:rPr lang="en-US" i="1">
                        <a:latin typeface="Cambria Math" panose="02040503050406030204" pitchFamily="18" charset="0"/>
                      </a:rPr>
                      <m:t>2</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𝑠</m:t>
                            </m:r>
                          </m:sub>
                        </m:sSub>
                      </m:e>
                    </m:d>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𝑅</m:t>
                            </m:r>
                          </m:sub>
                        </m:sSub>
                      </m:e>
                    </m:d>
                    <m:nary>
                      <m:naryPr>
                        <m:limLoc m:val="undOvr"/>
                        <m:ctrlPr>
                          <a:rPr lang="en-US" i="1">
                            <a:latin typeface="Cambria Math" panose="02040503050406030204" pitchFamily="18" charset="0"/>
                          </a:rPr>
                        </m:ctrlPr>
                      </m:naryPr>
                      <m:sub>
                        <m:r>
                          <m:rPr>
                            <m:brk m:alnAt="24"/>
                          </m:rPr>
                          <a:rPr lang="en-US" i="1">
                            <a:latin typeface="Cambria Math" panose="02040503050406030204" pitchFamily="18" charset="0"/>
                          </a:rPr>
                          <m:t>0</m:t>
                        </m:r>
                      </m:sub>
                      <m:sup>
                        <m:r>
                          <a:rPr lang="en-US" i="1">
                            <a:latin typeface="Cambria Math" panose="02040503050406030204" pitchFamily="18" charset="0"/>
                          </a:rPr>
                          <m:t>∞</m:t>
                        </m:r>
                      </m:sup>
                      <m:e>
                        <m:sSup>
                          <m:sSupPr>
                            <m:ctrlPr>
                              <a:rPr lang="en-US" i="1">
                                <a:latin typeface="Cambria Math" panose="02040503050406030204" pitchFamily="18" charset="0"/>
                              </a:rPr>
                            </m:ctrlPr>
                          </m:sSupPr>
                          <m:e>
                            <m:r>
                              <a:rPr lang="en-US" i="1">
                                <a:latin typeface="Cambria Math" panose="02040503050406030204" pitchFamily="18" charset="0"/>
                              </a:rPr>
                              <m:t>𝑃</m:t>
                            </m:r>
                          </m:e>
                          <m:sup>
                            <m:r>
                              <a:rPr lang="en-US" i="1">
                                <a:latin typeface="Cambria Math" panose="02040503050406030204" pitchFamily="18" charset="0"/>
                              </a:rPr>
                              <m:t>′</m:t>
                            </m:r>
                          </m:sup>
                        </m:sSup>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𝑔</m:t>
                                </m:r>
                              </m:sub>
                            </m:sSub>
                          </m:e>
                        </m:d>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1</m:t>
                            </m:r>
                          </m:sub>
                        </m:sSub>
                        <m:d>
                          <m:dPr>
                            <m:ctrlPr>
                              <a:rPr lang="en-US" i="1">
                                <a:latin typeface="Cambria Math" panose="02040503050406030204" pitchFamily="18" charset="0"/>
                              </a:rPr>
                            </m:ctrlPr>
                          </m:dPr>
                          <m:e>
                            <m:r>
                              <a:rPr lang="en-US" i="1">
                                <a:latin typeface="Cambria Math" panose="02040503050406030204" pitchFamily="18" charset="0"/>
                              </a:rPr>
                              <m:t>𝜏</m:t>
                            </m:r>
                            <m:r>
                              <a:rPr lang="en-US" i="1">
                                <a:latin typeface="Cambria Math" panose="02040503050406030204" pitchFamily="18" charset="0"/>
                              </a:rPr>
                              <m:t>,</m:t>
                            </m:r>
                            <m:r>
                              <a:rPr lang="en-US" i="1">
                                <a:latin typeface="Cambria Math" panose="02040503050406030204" pitchFamily="18" charset="0"/>
                              </a:rPr>
                              <m:t>𝑠</m:t>
                            </m:r>
                          </m:e>
                        </m:d>
                        <m:r>
                          <a:rPr lang="en-US" i="1">
                            <a:latin typeface="Cambria Math" panose="02040503050406030204" pitchFamily="18" charset="0"/>
                          </a:rPr>
                          <m:t>𝐼𝑅𝐹</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𝑔</m:t>
                            </m:r>
                          </m:sub>
                        </m:sSub>
                        <m:r>
                          <a:rPr lang="en-US" i="1">
                            <a:latin typeface="Cambria Math" panose="02040503050406030204" pitchFamily="18" charset="0"/>
                          </a:rPr>
                          <m:t>−</m:t>
                        </m:r>
                        <m:f>
                          <m:fPr>
                            <m:type m:val="skw"/>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𝑙</m:t>
                                </m:r>
                              </m:e>
                              <m:sub>
                                <m:r>
                                  <a:rPr lang="en-US" i="1">
                                    <a:latin typeface="Cambria Math" panose="02040503050406030204" pitchFamily="18" charset="0"/>
                                  </a:rPr>
                                  <m:t>𝑅</m:t>
                                </m:r>
                              </m:sub>
                            </m:sSub>
                          </m:num>
                          <m:den>
                            <m:r>
                              <a:rPr lang="en-US" i="1">
                                <a:latin typeface="Cambria Math" panose="02040503050406030204" pitchFamily="18" charset="0"/>
                              </a:rPr>
                              <m:t>𝑣</m:t>
                            </m:r>
                          </m:den>
                        </m:f>
                        <m:r>
                          <a:rPr lang="en-US" i="1">
                            <a:latin typeface="Cambria Math" panose="02040503050406030204" pitchFamily="18" charset="0"/>
                          </a:rPr>
                          <m:t>)</m:t>
                        </m:r>
                        <m:r>
                          <m:rPr>
                            <m:nor/>
                          </m:rPr>
                          <a:rPr lang="en-US" i="0" dirty="0"/>
                          <m:t> </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2</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𝑙</m:t>
                                            </m:r>
                                          </m:e>
                                          <m:sub>
                                            <m:r>
                                              <a:rPr lang="en-US" b="0" i="1" smtClean="0">
                                                <a:latin typeface="Cambria Math" panose="02040503050406030204" pitchFamily="18" charset="0"/>
                                              </a:rPr>
                                              <m:t>𝑅</m:t>
                                            </m:r>
                                          </m:sub>
                                        </m:sSub>
                                      </m:e>
                                    </m:d>
                                  </m:e>
                                  <m:sup>
                                    <m:r>
                                      <a:rPr lang="en-US" i="1">
                                        <a:latin typeface="Cambria Math" panose="02040503050406030204" pitchFamily="18" charset="0"/>
                                      </a:rPr>
                                      <m:t>2</m:t>
                                    </m:r>
                                  </m:sup>
                                </m:sSup>
                              </m:num>
                              <m:den>
                                <m:sSubSup>
                                  <m:sSubSupPr>
                                    <m:ctrlPr>
                                      <a:rPr lang="en-US" i="1">
                                        <a:latin typeface="Cambria Math" panose="02040503050406030204" pitchFamily="18" charset="0"/>
                                      </a:rPr>
                                    </m:ctrlPr>
                                  </m:sSubSupPr>
                                  <m:e>
                                    <m:r>
                                      <a:rPr lang="en-US" i="1">
                                        <a:latin typeface="Cambria Math" panose="02040503050406030204" pitchFamily="18" charset="0"/>
                                      </a:rPr>
                                      <m:t>𝑙</m:t>
                                    </m:r>
                                  </m:e>
                                  <m:sub>
                                    <m:r>
                                      <a:rPr lang="en-US" i="1">
                                        <a:latin typeface="Cambria Math" panose="02040503050406030204" pitchFamily="18" charset="0"/>
                                      </a:rPr>
                                      <m:t>𝑐</m:t>
                                    </m:r>
                                  </m:sub>
                                  <m:sup>
                                    <m:r>
                                      <a:rPr lang="en-US" i="1">
                                        <a:latin typeface="Cambria Math" panose="02040503050406030204" pitchFamily="18" charset="0"/>
                                      </a:rPr>
                                      <m:t>2</m:t>
                                    </m:r>
                                  </m:sup>
                                </m:sSubSup>
                              </m:den>
                            </m:f>
                          </m:sup>
                        </m:sSup>
                        <m:r>
                          <a:rPr lang="en-US" i="1">
                            <a:latin typeface="Cambria Math" panose="02040503050406030204" pitchFamily="18" charset="0"/>
                          </a:rPr>
                          <m:t>𝑑𝑠</m:t>
                        </m:r>
                        <m:r>
                          <a:rPr lang="en-US" i="1">
                            <a:latin typeface="Cambria Math" panose="02040503050406030204" pitchFamily="18" charset="0"/>
                          </a:rPr>
                          <m:t>)</m:t>
                        </m:r>
                      </m:e>
                    </m:nary>
                  </m:oMath>
                </a14:m>
                <a:endParaRPr lang="en-US" dirty="0"/>
              </a:p>
              <a:p>
                <a:pPr marL="0" indent="0">
                  <a:buNone/>
                </a:pPr>
                <a:r>
                  <a:rPr lang="en-US" dirty="0"/>
                  <a:t>The first term can be identified as a </a:t>
                </a:r>
                <a:r>
                  <a:rPr lang="en-US" b="1" dirty="0"/>
                  <a:t>traditional TD-DCS</a:t>
                </a:r>
                <a:r>
                  <a:rPr lang="en-US" dirty="0"/>
                  <a:t>, While the second term is </a:t>
                </a:r>
                <a:r>
                  <a:rPr lang="en-US" b="1" dirty="0"/>
                  <a:t>unique for </a:t>
                </a:r>
                <a:r>
                  <a:rPr lang="en-US" b="1" dirty="0" err="1"/>
                  <a:t>PaLS-iDCS</a:t>
                </a:r>
                <a:r>
                  <a:rPr lang="en-US" dirty="0"/>
                  <a:t>. </a:t>
                </a:r>
              </a:p>
              <a:p>
                <a:pPr marL="0" indent="0">
                  <a:buNone/>
                </a:pPr>
                <a:r>
                  <a:rPr lang="en-US" dirty="0"/>
                  <a:t>Now, let’s assume a high reference intensity is selected (</a:t>
                </a:r>
                <a14:m>
                  <m:oMath xmlns:m="http://schemas.openxmlformats.org/officeDocument/2006/math">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𝑅</m:t>
                            </m:r>
                          </m:sub>
                        </m:sSub>
                      </m:e>
                    </m:d>
                    <m:r>
                      <a:rPr lang="en-US" i="1" smtClean="0">
                        <a:latin typeface="Cambria Math" panose="02040503050406030204" pitchFamily="18" charset="0"/>
                        <a:ea typeface="Cambria Math" panose="02040503050406030204" pitchFamily="18" charset="0"/>
                      </a:rPr>
                      <m:t>≫</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𝑠</m:t>
                            </m:r>
                          </m:sub>
                        </m:sSub>
                      </m:e>
                    </m:d>
                    <m:r>
                      <a:rPr lang="en-US" b="0" i="1" smtClean="0">
                        <a:latin typeface="Cambria Math" panose="02040503050406030204" pitchFamily="18" charset="0"/>
                      </a:rPr>
                      <m:t>)</m:t>
                    </m:r>
                  </m:oMath>
                </a14:m>
                <a:endParaRPr lang="en-US" dirty="0"/>
              </a:p>
            </p:txBody>
          </p:sp>
        </mc:Choice>
        <mc:Fallback xmlns="">
          <p:sp>
            <p:nvSpPr>
              <p:cNvPr id="4" name="Content Placeholder 2">
                <a:extLst>
                  <a:ext uri="{FF2B5EF4-FFF2-40B4-BE49-F238E27FC236}">
                    <a16:creationId xmlns:a16="http://schemas.microsoft.com/office/drawing/2014/main" id="{D3282269-17AE-F182-92C9-5B97CE56CAA9}"/>
                  </a:ext>
                </a:extLst>
              </p:cNvPr>
              <p:cNvSpPr>
                <a:spLocks noGrp="1" noRot="1" noChangeAspect="1" noMove="1" noResize="1" noEditPoints="1" noAdjustHandles="1" noChangeArrowheads="1" noChangeShapeType="1" noTextEdit="1"/>
              </p:cNvSpPr>
              <p:nvPr>
                <p:ph idx="1"/>
              </p:nvPr>
            </p:nvSpPr>
            <p:spPr>
              <a:blipFill>
                <a:blip r:embed="rId2"/>
                <a:stretch>
                  <a:fillRect l="-1515"/>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03CA4362-68D0-94E6-AF29-B86BE7A50915}"/>
              </a:ext>
            </a:extLst>
          </p:cNvPr>
          <p:cNvSpPr>
            <a:spLocks noGrp="1"/>
          </p:cNvSpPr>
          <p:nvPr>
            <p:ph type="sldNum" sz="quarter" idx="12"/>
          </p:nvPr>
        </p:nvSpPr>
        <p:spPr/>
        <p:txBody>
          <a:bodyPr/>
          <a:lstStyle/>
          <a:p>
            <a:fld id="{2D11AD2F-9457-44B3-A1A5-67FB697FC1E5}" type="slidenum">
              <a:rPr lang="en-US" smtClean="0"/>
              <a:t>47</a:t>
            </a:fld>
            <a:endParaRPr lang="en-US"/>
          </a:p>
        </p:txBody>
      </p:sp>
      <p:pic>
        <p:nvPicPr>
          <p:cNvPr id="6" name="Picture 6" descr="Faculty of Engineering Bar-Ilan University">
            <a:extLst>
              <a:ext uri="{FF2B5EF4-FFF2-40B4-BE49-F238E27FC236}">
                <a16:creationId xmlns:a16="http://schemas.microsoft.com/office/drawing/2014/main" id="{126DAD30-82E5-A5D4-08D6-5BB4652D8F39}"/>
              </a:ext>
            </a:extLst>
          </p:cNvPr>
          <p:cNvPicPr/>
          <p:nvPr/>
        </p:nvPicPr>
        <p:blipFill>
          <a:blip r:embed="rId3">
            <a:extLst>
              <a:ext uri="{28A0092B-C50C-407E-A947-70E740481C1C}">
                <a14:useLocalDpi xmlns:a14="http://schemas.microsoft.com/office/drawing/2010/main" val="0"/>
              </a:ext>
            </a:extLst>
          </a:blip>
          <a:stretch>
            <a:fillRect/>
          </a:stretch>
        </p:blipFill>
        <p:spPr bwMode="auto">
          <a:xfrm>
            <a:off x="91074" y="6367558"/>
            <a:ext cx="2023476" cy="5513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376969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7DE879-A673-7E73-E33A-9DE3E09FFBE6}"/>
            </a:ext>
          </a:extLst>
        </p:cNvPr>
        <p:cNvGrpSpPr/>
        <p:nvPr/>
      </p:nvGrpSpPr>
      <p:grpSpPr>
        <a:xfrm>
          <a:off x="0" y="0"/>
          <a:ext cx="0" cy="0"/>
          <a:chOff x="0" y="0"/>
          <a:chExt cx="0" cy="0"/>
        </a:xfrm>
      </p:grpSpPr>
      <p:sp>
        <p:nvSpPr>
          <p:cNvPr id="16" name="Title 1">
            <a:extLst>
              <a:ext uri="{FF2B5EF4-FFF2-40B4-BE49-F238E27FC236}">
                <a16:creationId xmlns:a16="http://schemas.microsoft.com/office/drawing/2014/main" id="{8C358838-5306-45D8-95FA-483171127EA9}"/>
              </a:ext>
            </a:extLst>
          </p:cNvPr>
          <p:cNvSpPr txBox="1">
            <a:spLocks/>
          </p:cNvSpPr>
          <p:nvPr/>
        </p:nvSpPr>
        <p:spPr>
          <a:xfrm>
            <a:off x="1143000" y="365200"/>
            <a:ext cx="9906000" cy="147796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pPr lvl="0">
              <a:defRPr/>
            </a:pPr>
            <a:r>
              <a:rPr lang="en-US" dirty="0"/>
              <a:t>Theory behind </a:t>
            </a:r>
            <a:r>
              <a:rPr lang="en-US" dirty="0" err="1"/>
              <a:t>PaLS-iDCS</a:t>
            </a:r>
            <a:endParaRPr lang="en-US" sz="6000" dirty="0">
              <a:solidFill>
                <a:sysClr val="window" lastClr="FFFFFF"/>
              </a:solidFill>
            </a:endParaRP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CB75CE32-3A08-5A4D-AB88-774509BA87A8}"/>
                  </a:ext>
                </a:extLst>
              </p:cNvPr>
              <p:cNvSpPr>
                <a:spLocks noGrp="1"/>
              </p:cNvSpPr>
              <p:nvPr>
                <p:ph idx="1"/>
              </p:nvPr>
            </p:nvSpPr>
            <p:spPr/>
            <p:txBody>
              <a:bodyPr>
                <a:normAutofit/>
              </a:bodyPr>
              <a:lstStyle/>
              <a:p>
                <a:pPr marL="0" indent="0">
                  <a:buNone/>
                </a:pPr>
                <a:r>
                  <a:rPr lang="en-US" dirty="0"/>
                  <a:t>We will drop the first term, giving us:</a:t>
                </a:r>
              </a:p>
              <a:p>
                <a:pPr marL="0" indent="0">
                  <a:buNone/>
                </a:pPr>
                <a14:m>
                  <m:oMathPara xmlns:m="http://schemas.openxmlformats.org/officeDocument/2006/math">
                    <m:oMathParaPr>
                      <m:jc m:val="left"/>
                    </m:oMathParaPr>
                    <m:oMath>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2</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𝑔</m:t>
                              </m:r>
                            </m:sub>
                          </m:sSub>
                          <m:r>
                            <a:rPr lang="en-US" i="1">
                              <a:latin typeface="Cambria Math" panose="02040503050406030204" pitchFamily="18" charset="0"/>
                            </a:rPr>
                            <m:t>,</m:t>
                          </m:r>
                          <m:r>
                            <a:rPr lang="en-US" i="1">
                              <a:latin typeface="Cambria Math" panose="02040503050406030204" pitchFamily="18" charset="0"/>
                            </a:rPr>
                            <m:t>𝜏</m:t>
                          </m:r>
                        </m:e>
                      </m:d>
                      <m:r>
                        <a:rPr lang="en-US" i="1">
                          <a:latin typeface="Cambria Math" panose="02040503050406030204" pitchFamily="18" charset="0"/>
                        </a:rPr>
                        <m:t>=1</m:t>
                      </m:r>
                    </m:oMath>
                  </m:oMathPara>
                </a14:m>
                <a:endParaRPr lang="en-US" dirty="0"/>
              </a:p>
              <a:p>
                <a:pPr marL="0" indent="0">
                  <a:buNone/>
                </a:pPr>
                <a14:m>
                  <m:oMathPara xmlns:m="http://schemas.openxmlformats.org/officeDocument/2006/math">
                    <m:oMathParaPr>
                      <m:jc m:val="left"/>
                    </m:oMathParaPr>
                    <m:oMath>
                      <m:r>
                        <a:rPr lang="en-US" i="1">
                          <a:latin typeface="Cambria Math" panose="02040503050406030204" pitchFamily="18" charset="0"/>
                        </a:rPr>
                        <m:t>+ 2</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𝑠</m:t>
                              </m:r>
                            </m:sub>
                          </m:sSub>
                        </m:e>
                      </m:d>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𝑅</m:t>
                              </m:r>
                            </m:sub>
                          </m:sSub>
                        </m:e>
                      </m:d>
                      <m:nary>
                        <m:naryPr>
                          <m:limLoc m:val="undOvr"/>
                          <m:ctrlPr>
                            <a:rPr lang="en-US" i="1">
                              <a:latin typeface="Cambria Math" panose="02040503050406030204" pitchFamily="18" charset="0"/>
                            </a:rPr>
                          </m:ctrlPr>
                        </m:naryPr>
                        <m:sub>
                          <m:r>
                            <m:rPr>
                              <m:brk m:alnAt="24"/>
                            </m:rPr>
                            <a:rPr lang="en-US" i="1">
                              <a:latin typeface="Cambria Math" panose="02040503050406030204" pitchFamily="18" charset="0"/>
                            </a:rPr>
                            <m:t>0</m:t>
                          </m:r>
                        </m:sub>
                        <m:sup>
                          <m:r>
                            <a:rPr lang="en-US" i="1">
                              <a:latin typeface="Cambria Math" panose="02040503050406030204" pitchFamily="18" charset="0"/>
                            </a:rPr>
                            <m:t>∞</m:t>
                          </m:r>
                        </m:sup>
                        <m:e>
                          <m:sSup>
                            <m:sSupPr>
                              <m:ctrlPr>
                                <a:rPr lang="en-US" i="1">
                                  <a:latin typeface="Cambria Math" panose="02040503050406030204" pitchFamily="18" charset="0"/>
                                </a:rPr>
                              </m:ctrlPr>
                            </m:sSupPr>
                            <m:e>
                              <m:r>
                                <a:rPr lang="en-US" i="1">
                                  <a:latin typeface="Cambria Math" panose="02040503050406030204" pitchFamily="18" charset="0"/>
                                </a:rPr>
                                <m:t>𝑃</m:t>
                              </m:r>
                            </m:e>
                            <m:sup>
                              <m:r>
                                <a:rPr lang="en-US" i="1">
                                  <a:latin typeface="Cambria Math" panose="02040503050406030204" pitchFamily="18" charset="0"/>
                                </a:rPr>
                                <m:t>′</m:t>
                              </m:r>
                            </m:sup>
                          </m:sSup>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𝑔</m:t>
                                  </m:r>
                                </m:sub>
                              </m:sSub>
                            </m:e>
                          </m:d>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1</m:t>
                              </m:r>
                            </m:sub>
                          </m:sSub>
                          <m:d>
                            <m:dPr>
                              <m:ctrlPr>
                                <a:rPr lang="en-US" i="1">
                                  <a:latin typeface="Cambria Math" panose="02040503050406030204" pitchFamily="18" charset="0"/>
                                </a:rPr>
                              </m:ctrlPr>
                            </m:dPr>
                            <m:e>
                              <m:r>
                                <a:rPr lang="en-US" i="1">
                                  <a:latin typeface="Cambria Math" panose="02040503050406030204" pitchFamily="18" charset="0"/>
                                </a:rPr>
                                <m:t>𝜏</m:t>
                              </m:r>
                              <m:r>
                                <a:rPr lang="en-US" i="1">
                                  <a:latin typeface="Cambria Math" panose="02040503050406030204" pitchFamily="18" charset="0"/>
                                </a:rPr>
                                <m:t>,</m:t>
                              </m:r>
                              <m:r>
                                <a:rPr lang="en-US" i="1">
                                  <a:latin typeface="Cambria Math" panose="02040503050406030204" pitchFamily="18" charset="0"/>
                                </a:rPr>
                                <m:t>𝑠</m:t>
                              </m:r>
                            </m:e>
                          </m:d>
                          <m:r>
                            <a:rPr lang="en-US" i="1">
                              <a:latin typeface="Cambria Math" panose="02040503050406030204" pitchFamily="18" charset="0"/>
                            </a:rPr>
                            <m:t>𝐼𝑅𝐹</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𝑔</m:t>
                              </m:r>
                            </m:sub>
                          </m:sSub>
                          <m:r>
                            <a:rPr lang="en-US" i="1">
                              <a:latin typeface="Cambria Math" panose="02040503050406030204" pitchFamily="18" charset="0"/>
                            </a:rPr>
                            <m:t>−</m:t>
                          </m:r>
                          <m:f>
                            <m:fPr>
                              <m:type m:val="skw"/>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𝑙</m:t>
                                  </m:r>
                                </m:e>
                                <m:sub>
                                  <m:r>
                                    <a:rPr lang="en-US" i="1">
                                      <a:latin typeface="Cambria Math" panose="02040503050406030204" pitchFamily="18" charset="0"/>
                                    </a:rPr>
                                    <m:t>𝑅</m:t>
                                  </m:r>
                                </m:sub>
                              </m:sSub>
                            </m:num>
                            <m:den>
                              <m:r>
                                <a:rPr lang="en-US" i="1">
                                  <a:latin typeface="Cambria Math" panose="02040503050406030204" pitchFamily="18" charset="0"/>
                                </a:rPr>
                                <m:t>𝑣</m:t>
                              </m:r>
                            </m:den>
                          </m:f>
                          <m:r>
                            <a:rPr lang="en-US" i="1">
                              <a:latin typeface="Cambria Math" panose="02040503050406030204" pitchFamily="18" charset="0"/>
                            </a:rPr>
                            <m:t>)</m:t>
                          </m:r>
                          <m:r>
                            <m:rPr>
                              <m:nor/>
                            </m:rPr>
                            <a:rPr lang="en-US" i="0" dirty="0"/>
                            <m:t> </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2</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𝑙</m:t>
                                              </m:r>
                                            </m:e>
                                            <m:sub>
                                              <m:r>
                                                <a:rPr lang="en-US" i="1">
                                                  <a:latin typeface="Cambria Math" panose="02040503050406030204" pitchFamily="18" charset="0"/>
                                                </a:rPr>
                                                <m:t>𝑅</m:t>
                                              </m:r>
                                            </m:sub>
                                          </m:sSub>
                                        </m:e>
                                      </m:d>
                                    </m:e>
                                    <m:sup>
                                      <m:r>
                                        <a:rPr lang="en-US" i="1">
                                          <a:latin typeface="Cambria Math" panose="02040503050406030204" pitchFamily="18" charset="0"/>
                                        </a:rPr>
                                        <m:t>2</m:t>
                                      </m:r>
                                    </m:sup>
                                  </m:sSup>
                                </m:num>
                                <m:den>
                                  <m:sSubSup>
                                    <m:sSubSupPr>
                                      <m:ctrlPr>
                                        <a:rPr lang="en-US" i="1">
                                          <a:latin typeface="Cambria Math" panose="02040503050406030204" pitchFamily="18" charset="0"/>
                                        </a:rPr>
                                      </m:ctrlPr>
                                    </m:sSubSupPr>
                                    <m:e>
                                      <m:r>
                                        <a:rPr lang="en-US" i="1">
                                          <a:latin typeface="Cambria Math" panose="02040503050406030204" pitchFamily="18" charset="0"/>
                                        </a:rPr>
                                        <m:t>𝑙</m:t>
                                      </m:r>
                                    </m:e>
                                    <m:sub>
                                      <m:r>
                                        <a:rPr lang="en-US" i="1">
                                          <a:latin typeface="Cambria Math" panose="02040503050406030204" pitchFamily="18" charset="0"/>
                                        </a:rPr>
                                        <m:t>𝑐</m:t>
                                      </m:r>
                                    </m:sub>
                                    <m:sup>
                                      <m:r>
                                        <a:rPr lang="en-US" i="1">
                                          <a:latin typeface="Cambria Math" panose="02040503050406030204" pitchFamily="18" charset="0"/>
                                        </a:rPr>
                                        <m:t>2</m:t>
                                      </m:r>
                                    </m:sup>
                                  </m:sSubSup>
                                </m:den>
                              </m:f>
                            </m:sup>
                          </m:sSup>
                          <m:r>
                            <a:rPr lang="en-US" i="1">
                              <a:latin typeface="Cambria Math" panose="02040503050406030204" pitchFamily="18" charset="0"/>
                            </a:rPr>
                            <m:t>𝑑𝑠</m:t>
                          </m:r>
                          <m:r>
                            <a:rPr lang="en-US" i="1">
                              <a:latin typeface="Cambria Math" panose="02040503050406030204" pitchFamily="18" charset="0"/>
                            </a:rPr>
                            <m:t>)</m:t>
                          </m:r>
                        </m:e>
                      </m:nary>
                    </m:oMath>
                  </m:oMathPara>
                </a14:m>
                <a:endParaRPr lang="en-US" dirty="0"/>
              </a:p>
              <a:p>
                <a:pPr marL="0" indent="0">
                  <a:buNone/>
                </a:pPr>
                <a:r>
                  <a:rPr lang="en-US" dirty="0"/>
                  <a:t>We still have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𝑔</m:t>
                        </m:r>
                      </m:sub>
                    </m:sSub>
                  </m:oMath>
                </a14:m>
                <a:r>
                  <a:rPr lang="en-US" dirty="0"/>
                  <a:t> dependency, but we can subvert that by a few principles that move the dependency to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𝑙</m:t>
                        </m:r>
                      </m:e>
                      <m:sub>
                        <m:r>
                          <a:rPr lang="en-US" i="1">
                            <a:latin typeface="Cambria Math" panose="02040503050406030204" pitchFamily="18" charset="0"/>
                          </a:rPr>
                          <m:t>𝑅</m:t>
                        </m:r>
                      </m:sub>
                    </m:sSub>
                  </m:oMath>
                </a14:m>
                <a:r>
                  <a:rPr lang="en-US" dirty="0"/>
                  <a:t>.</a:t>
                </a:r>
              </a:p>
            </p:txBody>
          </p:sp>
        </mc:Choice>
        <mc:Fallback xmlns="">
          <p:sp>
            <p:nvSpPr>
              <p:cNvPr id="4" name="Content Placeholder 2">
                <a:extLst>
                  <a:ext uri="{FF2B5EF4-FFF2-40B4-BE49-F238E27FC236}">
                    <a16:creationId xmlns:a16="http://schemas.microsoft.com/office/drawing/2014/main" id="{CB75CE32-3A08-5A4D-AB88-774509BA87A8}"/>
                  </a:ext>
                </a:extLst>
              </p:cNvPr>
              <p:cNvSpPr>
                <a:spLocks noGrp="1" noRot="1" noChangeAspect="1" noMove="1" noResize="1" noEditPoints="1" noAdjustHandles="1" noChangeArrowheads="1" noChangeShapeType="1" noTextEdit="1"/>
              </p:cNvSpPr>
              <p:nvPr>
                <p:ph idx="1"/>
              </p:nvPr>
            </p:nvSpPr>
            <p:spPr>
              <a:blipFill>
                <a:blip r:embed="rId2"/>
                <a:stretch>
                  <a:fillRect l="-1515" t="-1667"/>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DD385A93-E096-1480-18DF-6C4DA0BFDB17}"/>
              </a:ext>
            </a:extLst>
          </p:cNvPr>
          <p:cNvSpPr>
            <a:spLocks noGrp="1"/>
          </p:cNvSpPr>
          <p:nvPr>
            <p:ph type="sldNum" sz="quarter" idx="12"/>
          </p:nvPr>
        </p:nvSpPr>
        <p:spPr/>
        <p:txBody>
          <a:bodyPr/>
          <a:lstStyle/>
          <a:p>
            <a:fld id="{2D11AD2F-9457-44B3-A1A5-67FB697FC1E5}" type="slidenum">
              <a:rPr lang="en-US" smtClean="0"/>
              <a:t>48</a:t>
            </a:fld>
            <a:endParaRPr lang="en-US"/>
          </a:p>
        </p:txBody>
      </p:sp>
      <p:pic>
        <p:nvPicPr>
          <p:cNvPr id="6" name="Picture 6" descr="Faculty of Engineering Bar-Ilan University">
            <a:extLst>
              <a:ext uri="{FF2B5EF4-FFF2-40B4-BE49-F238E27FC236}">
                <a16:creationId xmlns:a16="http://schemas.microsoft.com/office/drawing/2014/main" id="{0F2368F0-405A-5A91-3103-B77562CDBD8E}"/>
              </a:ext>
            </a:extLst>
          </p:cNvPr>
          <p:cNvPicPr/>
          <p:nvPr/>
        </p:nvPicPr>
        <p:blipFill>
          <a:blip r:embed="rId3">
            <a:extLst>
              <a:ext uri="{28A0092B-C50C-407E-A947-70E740481C1C}">
                <a14:useLocalDpi xmlns:a14="http://schemas.microsoft.com/office/drawing/2010/main" val="0"/>
              </a:ext>
            </a:extLst>
          </a:blip>
          <a:stretch>
            <a:fillRect/>
          </a:stretch>
        </p:blipFill>
        <p:spPr bwMode="auto">
          <a:xfrm>
            <a:off x="91074" y="6367558"/>
            <a:ext cx="2023476" cy="5513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593503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0C685-0AA2-40B7-23FE-A1DAC3A66E6E}"/>
            </a:ext>
          </a:extLst>
        </p:cNvPr>
        <p:cNvGrpSpPr/>
        <p:nvPr/>
      </p:nvGrpSpPr>
      <p:grpSpPr>
        <a:xfrm>
          <a:off x="0" y="0"/>
          <a:ext cx="0" cy="0"/>
          <a:chOff x="0" y="0"/>
          <a:chExt cx="0" cy="0"/>
        </a:xfrm>
      </p:grpSpPr>
      <p:sp>
        <p:nvSpPr>
          <p:cNvPr id="16" name="Title 1">
            <a:extLst>
              <a:ext uri="{FF2B5EF4-FFF2-40B4-BE49-F238E27FC236}">
                <a16:creationId xmlns:a16="http://schemas.microsoft.com/office/drawing/2014/main" id="{37D73C05-9D47-E65C-0E6E-49288701F612}"/>
              </a:ext>
            </a:extLst>
          </p:cNvPr>
          <p:cNvSpPr txBox="1">
            <a:spLocks/>
          </p:cNvSpPr>
          <p:nvPr/>
        </p:nvSpPr>
        <p:spPr>
          <a:xfrm>
            <a:off x="1141410" y="299212"/>
            <a:ext cx="9906000" cy="147796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pPr lvl="0">
              <a:defRPr/>
            </a:pPr>
            <a:r>
              <a:rPr lang="en-US" dirty="0"/>
              <a:t>Theory behind </a:t>
            </a:r>
            <a:r>
              <a:rPr lang="en-US" dirty="0" err="1"/>
              <a:t>PaLS-iDCS</a:t>
            </a:r>
            <a:endParaRPr lang="en-US" sz="6000" dirty="0">
              <a:solidFill>
                <a:sysClr val="window" lastClr="FFFFFF"/>
              </a:solidFill>
            </a:endParaRP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AFC2B051-D592-AD58-77F6-33274C1A095B}"/>
                  </a:ext>
                </a:extLst>
              </p:cNvPr>
              <p:cNvSpPr>
                <a:spLocks noGrp="1"/>
              </p:cNvSpPr>
              <p:nvPr>
                <p:ph idx="1"/>
              </p:nvPr>
            </p:nvSpPr>
            <p:spPr/>
            <p:txBody>
              <a:bodyPr>
                <a:normAutofit/>
              </a:bodyPr>
              <a:lstStyle/>
              <a:p>
                <a:pPr marL="0" indent="0">
                  <a:buNone/>
                </a:pPr>
                <a:r>
                  <a:rPr lang="en-US" dirty="0"/>
                  <a:t>First, if we look at the coherence gate function, we can see that we achieve a peek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r>
                          <a:rPr lang="en-US" b="0" i="1" smtClean="0">
                            <a:latin typeface="Cambria Math" panose="02040503050406030204" pitchFamily="18" charset="0"/>
                          </a:rPr>
                          <m:t>=</m:t>
                        </m:r>
                        <m:r>
                          <a:rPr lang="en-US" i="1">
                            <a:latin typeface="Cambria Math" panose="02040503050406030204" pitchFamily="18" charset="0"/>
                          </a:rPr>
                          <m:t>𝑙</m:t>
                        </m:r>
                      </m:e>
                      <m:sub>
                        <m:r>
                          <a:rPr lang="en-US" i="1">
                            <a:latin typeface="Cambria Math" panose="02040503050406030204" pitchFamily="18" charset="0"/>
                          </a:rPr>
                          <m:t>𝑅</m:t>
                        </m:r>
                      </m:sub>
                    </m:sSub>
                    <m:r>
                      <a:rPr lang="en-US" i="1">
                        <a:latin typeface="Cambria Math" panose="02040503050406030204" pitchFamily="18" charset="0"/>
                      </a:rPr>
                      <m:t> </m:t>
                    </m:r>
                  </m:oMath>
                </a14:m>
                <a:r>
                  <a:rPr lang="en-US" dirty="0"/>
                  <a:t>:</a:t>
                </a:r>
              </a:p>
              <a:p>
                <a:pPr marL="0" indent="0">
                  <a:buNone/>
                </a:pPr>
                <a14:m>
                  <m:oMathPara xmlns:m="http://schemas.openxmlformats.org/officeDocument/2006/math">
                    <m:oMath>
                      <m:sSup>
                        <m:sSupPr>
                          <m:ctrlPr>
                            <a:rPr lang="el-GR" i="0"/>
                          </m:ctrlPr>
                        </m:sSupPr>
                        <m:e>
                          <m:r>
                            <m:rPr>
                              <m:nor/>
                            </m:rPr>
                            <a:rPr lang="el-GR" i="0"/>
                            <m:t>Γ</m:t>
                          </m:r>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𝑙</m:t>
                              </m:r>
                            </m:e>
                            <m:sub>
                              <m:r>
                                <a:rPr lang="en-US" i="1">
                                  <a:latin typeface="Cambria Math" panose="02040503050406030204" pitchFamily="18" charset="0"/>
                                </a:rPr>
                                <m:t>𝑅</m:t>
                              </m:r>
                            </m:sub>
                          </m:sSub>
                          <m:r>
                            <a:rPr lang="en-US" i="1">
                              <a:latin typeface="Cambria Math" panose="02040503050406030204" pitchFamily="18" charset="0"/>
                            </a:rPr>
                            <m:t>)=</m:t>
                          </m:r>
                          <m:r>
                            <a:rPr lang="en-US" i="1">
                              <a:latin typeface="Cambria Math" panose="02040503050406030204" pitchFamily="18" charset="0"/>
                            </a:rPr>
                            <m:t>𝑒</m:t>
                          </m:r>
                        </m:e>
                        <m:sup>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2</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𝑙</m:t>
                                          </m:r>
                                        </m:e>
                                        <m:sub>
                                          <m:r>
                                            <a:rPr lang="en-US" i="1">
                                              <a:latin typeface="Cambria Math" panose="02040503050406030204" pitchFamily="18" charset="0"/>
                                            </a:rPr>
                                            <m:t>𝑅</m:t>
                                          </m:r>
                                        </m:sub>
                                      </m:sSub>
                                    </m:e>
                                  </m:d>
                                </m:e>
                                <m:sup>
                                  <m:r>
                                    <a:rPr lang="en-US" i="1">
                                      <a:latin typeface="Cambria Math" panose="02040503050406030204" pitchFamily="18" charset="0"/>
                                    </a:rPr>
                                    <m:t>2</m:t>
                                  </m:r>
                                </m:sup>
                              </m:sSup>
                            </m:num>
                            <m:den>
                              <m:sSubSup>
                                <m:sSubSupPr>
                                  <m:ctrlPr>
                                    <a:rPr lang="en-US" i="1">
                                      <a:latin typeface="Cambria Math" panose="02040503050406030204" pitchFamily="18" charset="0"/>
                                    </a:rPr>
                                  </m:ctrlPr>
                                </m:sSubSupPr>
                                <m:e>
                                  <m:r>
                                    <a:rPr lang="en-US" i="1">
                                      <a:latin typeface="Cambria Math" panose="02040503050406030204" pitchFamily="18" charset="0"/>
                                    </a:rPr>
                                    <m:t>𝑙</m:t>
                                  </m:r>
                                </m:e>
                                <m:sub>
                                  <m:r>
                                    <a:rPr lang="en-US" i="1">
                                      <a:latin typeface="Cambria Math" panose="02040503050406030204" pitchFamily="18" charset="0"/>
                                    </a:rPr>
                                    <m:t>𝑐</m:t>
                                  </m:r>
                                </m:sub>
                                <m:sup>
                                  <m:r>
                                    <a:rPr lang="en-US" i="1">
                                      <a:latin typeface="Cambria Math" panose="02040503050406030204" pitchFamily="18" charset="0"/>
                                    </a:rPr>
                                    <m:t>2</m:t>
                                  </m:r>
                                </m:sup>
                              </m:sSubSup>
                            </m:den>
                          </m:f>
                        </m:sup>
                      </m:sSup>
                    </m:oMath>
                  </m:oMathPara>
                </a14:m>
                <a:endParaRPr lang="en-US" dirty="0"/>
              </a:p>
              <a:p>
                <a:pPr marL="0" indent="0">
                  <a:buNone/>
                </a:pPr>
                <a:r>
                  <a:rPr lang="en-US" dirty="0"/>
                  <a:t>This function defines the interference window.  interference is only significant when the optical pathlength s of the scattered sample photon matches the reference arm pathlength </a:t>
                </a:r>
                <a14:m>
                  <m:oMath xmlns:m="http://schemas.openxmlformats.org/officeDocument/2006/math">
                    <m:sSub>
                      <m:sSubPr>
                        <m:ctrlPr>
                          <a:rPr lang="en-US" b="0" i="1">
                            <a:latin typeface="Cambria Math" panose="02040503050406030204" pitchFamily="18" charset="0"/>
                          </a:rPr>
                        </m:ctrlPr>
                      </m:sSubPr>
                      <m:e>
                        <m:r>
                          <a:rPr lang="en-US" b="0" i="1">
                            <a:latin typeface="Cambria Math" panose="02040503050406030204" pitchFamily="18" charset="0"/>
                          </a:rPr>
                          <m:t>𝑙</m:t>
                        </m:r>
                      </m:e>
                      <m:sub>
                        <m:r>
                          <a:rPr lang="en-US" b="0" i="1">
                            <a:latin typeface="Cambria Math" panose="02040503050406030204" pitchFamily="18" charset="0"/>
                          </a:rPr>
                          <m:t>𝑅</m:t>
                        </m:r>
                      </m:sub>
                    </m:sSub>
                    <m:r>
                      <a:rPr lang="en-US" b="0" i="1">
                        <a:latin typeface="Cambria Math" panose="02040503050406030204" pitchFamily="18" charset="0"/>
                      </a:rPr>
                      <m:t> </m:t>
                    </m:r>
                  </m:oMath>
                </a14:m>
                <a:r>
                  <a:rPr lang="en-US" dirty="0"/>
                  <a:t>​ within the coherence length </a:t>
                </a:r>
                <a14:m>
                  <m:oMath xmlns:m="http://schemas.openxmlformats.org/officeDocument/2006/math">
                    <m:sSub>
                      <m:sSubPr>
                        <m:ctrlPr>
                          <a:rPr lang="en-US" b="0" i="1">
                            <a:latin typeface="Cambria Math" panose="02040503050406030204" pitchFamily="18" charset="0"/>
                          </a:rPr>
                        </m:ctrlPr>
                      </m:sSubPr>
                      <m:e>
                        <m:r>
                          <a:rPr lang="en-US" b="0" i="1">
                            <a:latin typeface="Cambria Math" panose="02040503050406030204" pitchFamily="18" charset="0"/>
                          </a:rPr>
                          <m:t>𝑙</m:t>
                        </m:r>
                      </m:e>
                      <m:sub>
                        <m:r>
                          <a:rPr lang="en-US" b="0" i="1" smtClean="0">
                            <a:latin typeface="Cambria Math" panose="02040503050406030204" pitchFamily="18" charset="0"/>
                          </a:rPr>
                          <m:t>𝐶</m:t>
                        </m:r>
                      </m:sub>
                    </m:sSub>
                    <m:r>
                      <a:rPr lang="en-US" b="0" i="1">
                        <a:latin typeface="Cambria Math" panose="02040503050406030204" pitchFamily="18" charset="0"/>
                      </a:rPr>
                      <m:t> </m:t>
                    </m:r>
                  </m:oMath>
                </a14:m>
                <a:r>
                  <a:rPr lang="en-US" dirty="0"/>
                  <a:t>​ of the light source.</a:t>
                </a:r>
              </a:p>
              <a:p>
                <a:pPr marL="0" indent="0">
                  <a:buNone/>
                </a:pPr>
                <a:r>
                  <a:rPr lang="en-US" dirty="0"/>
                  <a:t>i.e.,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𝒍</m:t>
                        </m:r>
                      </m:e>
                      <m:sub>
                        <m:r>
                          <a:rPr lang="en-US" b="1" i="1">
                            <a:latin typeface="Cambria Math" panose="02040503050406030204" pitchFamily="18" charset="0"/>
                          </a:rPr>
                          <m:t>𝑹</m:t>
                        </m:r>
                      </m:sub>
                    </m:sSub>
                  </m:oMath>
                </a14:m>
                <a:r>
                  <a:rPr lang="en-US" b="1" dirty="0"/>
                  <a:t> defines the coherence gate.</a:t>
                </a:r>
                <a:endParaRPr lang="en-US" dirty="0"/>
              </a:p>
            </p:txBody>
          </p:sp>
        </mc:Choice>
        <mc:Fallback xmlns="">
          <p:sp>
            <p:nvSpPr>
              <p:cNvPr id="4" name="Content Placeholder 2">
                <a:extLst>
                  <a:ext uri="{FF2B5EF4-FFF2-40B4-BE49-F238E27FC236}">
                    <a16:creationId xmlns:a16="http://schemas.microsoft.com/office/drawing/2014/main" id="{AFC2B051-D592-AD58-77F6-33274C1A095B}"/>
                  </a:ext>
                </a:extLst>
              </p:cNvPr>
              <p:cNvSpPr>
                <a:spLocks noGrp="1" noRot="1" noChangeAspect="1" noMove="1" noResize="1" noEditPoints="1" noAdjustHandles="1" noChangeArrowheads="1" noChangeShapeType="1" noTextEdit="1"/>
              </p:cNvSpPr>
              <p:nvPr>
                <p:ph idx="1"/>
              </p:nvPr>
            </p:nvSpPr>
            <p:spPr>
              <a:blipFill>
                <a:blip r:embed="rId2"/>
                <a:stretch>
                  <a:fillRect l="-1515" t="-1667"/>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5245C679-213B-AA1F-5093-6ED25EDF4DA6}"/>
              </a:ext>
            </a:extLst>
          </p:cNvPr>
          <p:cNvSpPr>
            <a:spLocks noGrp="1"/>
          </p:cNvSpPr>
          <p:nvPr>
            <p:ph type="sldNum" sz="quarter" idx="12"/>
          </p:nvPr>
        </p:nvSpPr>
        <p:spPr/>
        <p:txBody>
          <a:bodyPr/>
          <a:lstStyle/>
          <a:p>
            <a:fld id="{2D11AD2F-9457-44B3-A1A5-67FB697FC1E5}" type="slidenum">
              <a:rPr lang="en-US" smtClean="0"/>
              <a:t>49</a:t>
            </a:fld>
            <a:endParaRPr lang="en-US"/>
          </a:p>
        </p:txBody>
      </p:sp>
      <p:pic>
        <p:nvPicPr>
          <p:cNvPr id="6" name="Picture 6" descr="Faculty of Engineering Bar-Ilan University">
            <a:extLst>
              <a:ext uri="{FF2B5EF4-FFF2-40B4-BE49-F238E27FC236}">
                <a16:creationId xmlns:a16="http://schemas.microsoft.com/office/drawing/2014/main" id="{EBF0148D-BF0E-A4F9-19BF-0B79B4286C48}"/>
              </a:ext>
            </a:extLst>
          </p:cNvPr>
          <p:cNvPicPr/>
          <p:nvPr/>
        </p:nvPicPr>
        <p:blipFill>
          <a:blip r:embed="rId3">
            <a:extLst>
              <a:ext uri="{28A0092B-C50C-407E-A947-70E740481C1C}">
                <a14:useLocalDpi xmlns:a14="http://schemas.microsoft.com/office/drawing/2010/main" val="0"/>
              </a:ext>
            </a:extLst>
          </a:blip>
          <a:stretch>
            <a:fillRect/>
          </a:stretch>
        </p:blipFill>
        <p:spPr bwMode="auto">
          <a:xfrm>
            <a:off x="91074" y="6367558"/>
            <a:ext cx="2023476" cy="5513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544498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26A950-BDA6-05FA-780B-809BC1F554BB}"/>
            </a:ext>
          </a:extLst>
        </p:cNvPr>
        <p:cNvGrpSpPr/>
        <p:nvPr/>
      </p:nvGrpSpPr>
      <p:grpSpPr>
        <a:xfrm>
          <a:off x="0" y="0"/>
          <a:ext cx="0" cy="0"/>
          <a:chOff x="0" y="0"/>
          <a:chExt cx="0" cy="0"/>
        </a:xfrm>
      </p:grpSpPr>
      <p:sp>
        <p:nvSpPr>
          <p:cNvPr id="16" name="Title 1">
            <a:extLst>
              <a:ext uri="{FF2B5EF4-FFF2-40B4-BE49-F238E27FC236}">
                <a16:creationId xmlns:a16="http://schemas.microsoft.com/office/drawing/2014/main" id="{98600543-1CCF-0D2D-CF23-D1CC1D6F38B4}"/>
              </a:ext>
            </a:extLst>
          </p:cNvPr>
          <p:cNvSpPr txBox="1">
            <a:spLocks/>
          </p:cNvSpPr>
          <p:nvPr/>
        </p:nvSpPr>
        <p:spPr>
          <a:xfrm>
            <a:off x="1141410" y="237938"/>
            <a:ext cx="9906000" cy="147796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pPr lvl="0">
              <a:defRPr/>
            </a:pPr>
            <a:r>
              <a:rPr lang="en-US" dirty="0"/>
              <a:t>Theory behind </a:t>
            </a:r>
            <a:r>
              <a:rPr lang="en-US" dirty="0" err="1"/>
              <a:t>PaLS-iDCS</a:t>
            </a:r>
            <a:endParaRPr lang="en-US" sz="6000" dirty="0">
              <a:solidFill>
                <a:sysClr val="window" lastClr="FFFFFF"/>
              </a:solidFill>
            </a:endParaRP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E0E95D6B-CE1B-30AC-79D7-79B83B3ED9F3}"/>
                  </a:ext>
                </a:extLst>
              </p:cNvPr>
              <p:cNvSpPr>
                <a:spLocks noGrp="1"/>
              </p:cNvSpPr>
              <p:nvPr>
                <p:ph idx="1"/>
              </p:nvPr>
            </p:nvSpPr>
            <p:spPr/>
            <p:txBody>
              <a:bodyPr>
                <a:normAutofit/>
              </a:bodyPr>
              <a:lstStyle/>
              <a:p>
                <a:pPr marL="0" indent="0">
                  <a:buNone/>
                </a:pPr>
                <a:r>
                  <a:rPr lang="en-US" dirty="0"/>
                  <a:t>Now, we must take into account </a:t>
                </a:r>
                <a14:m>
                  <m:oMath xmlns:m="http://schemas.openxmlformats.org/officeDocument/2006/math">
                    <m:sSup>
                      <m:sSupPr>
                        <m:ctrlPr>
                          <a:rPr lang="en-US" b="0" i="1">
                            <a:latin typeface="Cambria Math" panose="02040503050406030204" pitchFamily="18" charset="0"/>
                          </a:rPr>
                        </m:ctrlPr>
                      </m:sSupPr>
                      <m:e>
                        <m:r>
                          <a:rPr lang="en-US" b="0" i="1">
                            <a:latin typeface="Cambria Math" panose="02040503050406030204" pitchFamily="18" charset="0"/>
                          </a:rPr>
                          <m:t>𝑃</m:t>
                        </m:r>
                      </m:e>
                      <m:sup>
                        <m:r>
                          <a:rPr lang="en-US" b="0" i="1">
                            <a:latin typeface="Cambria Math" panose="02040503050406030204" pitchFamily="18" charset="0"/>
                          </a:rPr>
                          <m:t>′</m:t>
                        </m:r>
                      </m:sup>
                    </m:sSup>
                    <m:d>
                      <m:dPr>
                        <m:ctrlPr>
                          <a:rPr lang="en-US" b="0" i="1">
                            <a:latin typeface="Cambria Math" panose="02040503050406030204" pitchFamily="18" charset="0"/>
                          </a:rPr>
                        </m:ctrlPr>
                      </m:dPr>
                      <m:e>
                        <m:r>
                          <a:rPr lang="en-US" b="0" i="1">
                            <a:latin typeface="Cambria Math" panose="02040503050406030204" pitchFamily="18" charset="0"/>
                          </a:rPr>
                          <m:t>𝑠</m:t>
                        </m:r>
                        <m:r>
                          <a:rPr lang="en-US" b="0" i="1">
                            <a:latin typeface="Cambria Math" panose="02040503050406030204" pitchFamily="18" charset="0"/>
                          </a:rPr>
                          <m:t>,</m:t>
                        </m:r>
                        <m:sSub>
                          <m:sSubPr>
                            <m:ctrlPr>
                              <a:rPr lang="en-US" b="0" i="1">
                                <a:latin typeface="Cambria Math" panose="02040503050406030204" pitchFamily="18" charset="0"/>
                              </a:rPr>
                            </m:ctrlPr>
                          </m:sSubPr>
                          <m:e>
                            <m:r>
                              <a:rPr lang="en-US" b="0" i="1">
                                <a:latin typeface="Cambria Math" panose="02040503050406030204" pitchFamily="18" charset="0"/>
                              </a:rPr>
                              <m:t>𝑡</m:t>
                            </m:r>
                          </m:e>
                          <m:sub>
                            <m:r>
                              <a:rPr lang="en-US" b="0" i="1">
                                <a:latin typeface="Cambria Math" panose="02040503050406030204" pitchFamily="18" charset="0"/>
                              </a:rPr>
                              <m:t>𝑔</m:t>
                            </m:r>
                          </m:sub>
                        </m:sSub>
                      </m:e>
                    </m:d>
                  </m:oMath>
                </a14:m>
                <a:r>
                  <a:rPr lang="en-US" dirty="0"/>
                  <a:t> and </a:t>
                </a:r>
                <a14:m>
                  <m:oMath xmlns:m="http://schemas.openxmlformats.org/officeDocument/2006/math">
                    <m:r>
                      <a:rPr lang="en-US" b="0" i="1">
                        <a:latin typeface="Cambria Math" panose="02040503050406030204" pitchFamily="18" charset="0"/>
                      </a:rPr>
                      <m:t>𝐼𝑅𝐹</m:t>
                    </m:r>
                    <m:r>
                      <a:rPr lang="en-US" b="0" i="1">
                        <a:latin typeface="Cambria Math" panose="02040503050406030204" pitchFamily="18" charset="0"/>
                      </a:rPr>
                      <m:t>(</m:t>
                    </m:r>
                    <m:sSub>
                      <m:sSubPr>
                        <m:ctrlPr>
                          <a:rPr lang="en-US" b="0" i="1">
                            <a:latin typeface="Cambria Math" panose="02040503050406030204" pitchFamily="18" charset="0"/>
                          </a:rPr>
                        </m:ctrlPr>
                      </m:sSubPr>
                      <m:e>
                        <m:r>
                          <a:rPr lang="en-US" b="0" i="1">
                            <a:latin typeface="Cambria Math" panose="02040503050406030204" pitchFamily="18" charset="0"/>
                          </a:rPr>
                          <m:t>𝑡</m:t>
                        </m:r>
                      </m:e>
                      <m:sub>
                        <m:r>
                          <a:rPr lang="en-US" b="0" i="1">
                            <a:latin typeface="Cambria Math" panose="02040503050406030204" pitchFamily="18" charset="0"/>
                          </a:rPr>
                          <m:t>𝑔</m:t>
                        </m:r>
                      </m:sub>
                    </m:sSub>
                    <m:r>
                      <a:rPr lang="en-US" b="0" i="1">
                        <a:latin typeface="Cambria Math" panose="02040503050406030204" pitchFamily="18" charset="0"/>
                      </a:rPr>
                      <m:t>−</m:t>
                    </m:r>
                    <m:f>
                      <m:fPr>
                        <m:type m:val="skw"/>
                        <m:ctrlPr>
                          <a:rPr lang="en-US" i="1">
                            <a:latin typeface="Cambria Math" panose="02040503050406030204" pitchFamily="18" charset="0"/>
                          </a:rPr>
                        </m:ctrlPr>
                      </m:fPr>
                      <m:num>
                        <m:sSub>
                          <m:sSubPr>
                            <m:ctrlPr>
                              <a:rPr lang="en-US" b="0" i="1">
                                <a:latin typeface="Cambria Math" panose="02040503050406030204" pitchFamily="18" charset="0"/>
                              </a:rPr>
                            </m:ctrlPr>
                          </m:sSubPr>
                          <m:e>
                            <m:r>
                              <a:rPr lang="en-US" b="0" i="1">
                                <a:latin typeface="Cambria Math" panose="02040503050406030204" pitchFamily="18" charset="0"/>
                              </a:rPr>
                              <m:t>𝑙</m:t>
                            </m:r>
                          </m:e>
                          <m:sub>
                            <m:r>
                              <a:rPr lang="en-US" b="0" i="1">
                                <a:latin typeface="Cambria Math" panose="02040503050406030204" pitchFamily="18" charset="0"/>
                              </a:rPr>
                              <m:t>𝑅</m:t>
                            </m:r>
                          </m:sub>
                        </m:sSub>
                      </m:num>
                      <m:den>
                        <m:r>
                          <a:rPr lang="en-US" b="0" i="1">
                            <a:latin typeface="Cambria Math" panose="02040503050406030204" pitchFamily="18" charset="0"/>
                          </a:rPr>
                          <m:t>𝑣</m:t>
                        </m:r>
                      </m:den>
                    </m:f>
                    <m:r>
                      <a:rPr lang="en-US" b="0" i="1">
                        <a:latin typeface="Cambria Math" panose="02040503050406030204" pitchFamily="18" charset="0"/>
                      </a:rPr>
                      <m:t>)</m:t>
                    </m:r>
                  </m:oMath>
                </a14:m>
                <a:r>
                  <a:rPr lang="en-US" dirty="0"/>
                  <a:t>.</a:t>
                </a:r>
              </a:p>
              <a:p>
                <a:pPr marL="0" indent="0">
                  <a:buNone/>
                </a:pPr>
                <a:r>
                  <a:rPr lang="en-US" dirty="0"/>
                  <a:t>While the equation includes dependencies on both the effective pathlength distribution </a:t>
                </a:r>
                <a14:m>
                  <m:oMath xmlns:m="http://schemas.openxmlformats.org/officeDocument/2006/math">
                    <m:sSup>
                      <m:sSupPr>
                        <m:ctrlPr>
                          <a:rPr lang="en-US" b="0" i="1">
                            <a:latin typeface="Cambria Math" panose="02040503050406030204" pitchFamily="18" charset="0"/>
                          </a:rPr>
                        </m:ctrlPr>
                      </m:sSupPr>
                      <m:e>
                        <m:r>
                          <a:rPr lang="en-US" b="0" i="1">
                            <a:latin typeface="Cambria Math" panose="02040503050406030204" pitchFamily="18" charset="0"/>
                          </a:rPr>
                          <m:t>𝑃</m:t>
                        </m:r>
                      </m:e>
                      <m:sup>
                        <m:r>
                          <a:rPr lang="en-US" b="0" i="1">
                            <a:latin typeface="Cambria Math" panose="02040503050406030204" pitchFamily="18" charset="0"/>
                          </a:rPr>
                          <m:t>′</m:t>
                        </m:r>
                      </m:sup>
                    </m:sSup>
                    <m:d>
                      <m:dPr>
                        <m:ctrlPr>
                          <a:rPr lang="en-US" b="0" i="1">
                            <a:latin typeface="Cambria Math" panose="02040503050406030204" pitchFamily="18" charset="0"/>
                          </a:rPr>
                        </m:ctrlPr>
                      </m:dPr>
                      <m:e>
                        <m:r>
                          <a:rPr lang="en-US" b="0" i="1">
                            <a:latin typeface="Cambria Math" panose="02040503050406030204" pitchFamily="18" charset="0"/>
                          </a:rPr>
                          <m:t>𝑠</m:t>
                        </m:r>
                        <m:r>
                          <a:rPr lang="en-US" b="0" i="1">
                            <a:latin typeface="Cambria Math" panose="02040503050406030204" pitchFamily="18" charset="0"/>
                          </a:rPr>
                          <m:t>,</m:t>
                        </m:r>
                        <m:sSub>
                          <m:sSubPr>
                            <m:ctrlPr>
                              <a:rPr lang="en-US" b="0" i="1">
                                <a:latin typeface="Cambria Math" panose="02040503050406030204" pitchFamily="18" charset="0"/>
                              </a:rPr>
                            </m:ctrlPr>
                          </m:sSubPr>
                          <m:e>
                            <m:r>
                              <a:rPr lang="en-US" b="0" i="1">
                                <a:latin typeface="Cambria Math" panose="02040503050406030204" pitchFamily="18" charset="0"/>
                              </a:rPr>
                              <m:t>𝑡</m:t>
                            </m:r>
                          </m:e>
                          <m:sub>
                            <m:r>
                              <a:rPr lang="en-US" b="0" i="1">
                                <a:latin typeface="Cambria Math" panose="02040503050406030204" pitchFamily="18" charset="0"/>
                              </a:rPr>
                              <m:t>𝑔</m:t>
                            </m:r>
                          </m:sub>
                        </m:sSub>
                      </m:e>
                    </m:d>
                    <m:r>
                      <a:rPr lang="en-US" b="0" i="1">
                        <a:latin typeface="Cambria Math" panose="02040503050406030204" pitchFamily="18" charset="0"/>
                      </a:rPr>
                      <m:t> </m:t>
                    </m:r>
                  </m:oMath>
                </a14:m>
                <a:r>
                  <a:rPr lang="en-US" dirty="0"/>
                  <a:t>and the instrument response function </a:t>
                </a:r>
                <a14:m>
                  <m:oMath xmlns:m="http://schemas.openxmlformats.org/officeDocument/2006/math">
                    <m:r>
                      <a:rPr lang="en-US" b="0" i="1">
                        <a:latin typeface="Cambria Math" panose="02040503050406030204" pitchFamily="18" charset="0"/>
                      </a:rPr>
                      <m:t>𝐼𝑅𝐹</m:t>
                    </m:r>
                    <m:d>
                      <m:dPr>
                        <m:ctrlPr>
                          <a:rPr lang="en-US" i="1">
                            <a:latin typeface="Cambria Math" panose="02040503050406030204" pitchFamily="18" charset="0"/>
                          </a:rPr>
                        </m:ctrlPr>
                      </m:dPr>
                      <m:e>
                        <m:sSub>
                          <m:sSubPr>
                            <m:ctrlPr>
                              <a:rPr lang="en-US" b="0" i="1">
                                <a:latin typeface="Cambria Math" panose="02040503050406030204" pitchFamily="18" charset="0"/>
                              </a:rPr>
                            </m:ctrlPr>
                          </m:sSubPr>
                          <m:e>
                            <m:r>
                              <a:rPr lang="en-US" b="0" i="1">
                                <a:latin typeface="Cambria Math" panose="02040503050406030204" pitchFamily="18" charset="0"/>
                              </a:rPr>
                              <m:t>𝑡</m:t>
                            </m:r>
                          </m:e>
                          <m:sub>
                            <m:r>
                              <a:rPr lang="en-US" b="0" i="1">
                                <a:latin typeface="Cambria Math" panose="02040503050406030204" pitchFamily="18" charset="0"/>
                              </a:rPr>
                              <m:t>𝑔</m:t>
                            </m:r>
                          </m:sub>
                        </m:sSub>
                        <m:r>
                          <a:rPr lang="en-US" b="0" i="1">
                            <a:latin typeface="Cambria Math" panose="02040503050406030204" pitchFamily="18" charset="0"/>
                          </a:rPr>
                          <m:t>−</m:t>
                        </m:r>
                        <m:f>
                          <m:fPr>
                            <m:type m:val="skw"/>
                            <m:ctrlPr>
                              <a:rPr lang="en-US" i="1">
                                <a:latin typeface="Cambria Math" panose="02040503050406030204" pitchFamily="18" charset="0"/>
                              </a:rPr>
                            </m:ctrlPr>
                          </m:fPr>
                          <m:num>
                            <m:sSub>
                              <m:sSubPr>
                                <m:ctrlPr>
                                  <a:rPr lang="en-US" b="0" i="1">
                                    <a:latin typeface="Cambria Math" panose="02040503050406030204" pitchFamily="18" charset="0"/>
                                  </a:rPr>
                                </m:ctrlPr>
                              </m:sSubPr>
                              <m:e>
                                <m:r>
                                  <a:rPr lang="en-US" b="0" i="1">
                                    <a:latin typeface="Cambria Math" panose="02040503050406030204" pitchFamily="18" charset="0"/>
                                  </a:rPr>
                                  <m:t>𝑙</m:t>
                                </m:r>
                              </m:e>
                              <m:sub>
                                <m:r>
                                  <a:rPr lang="en-US" b="0" i="1">
                                    <a:latin typeface="Cambria Math" panose="02040503050406030204" pitchFamily="18" charset="0"/>
                                  </a:rPr>
                                  <m:t>𝑅</m:t>
                                </m:r>
                              </m:sub>
                            </m:sSub>
                          </m:num>
                          <m:den>
                            <m:r>
                              <a:rPr lang="en-US" b="0" i="1">
                                <a:latin typeface="Cambria Math" panose="02040503050406030204" pitchFamily="18" charset="0"/>
                              </a:rPr>
                              <m:t>𝑣</m:t>
                            </m:r>
                          </m:den>
                        </m:f>
                      </m:e>
                    </m:d>
                  </m:oMath>
                </a14:m>
                <a:r>
                  <a:rPr lang="en-US" dirty="0"/>
                  <a:t>, in </a:t>
                </a:r>
                <a:r>
                  <a:rPr lang="en-US" dirty="0" err="1"/>
                  <a:t>PaLS-iDCS</a:t>
                </a:r>
                <a:r>
                  <a:rPr lang="en-US" dirty="0"/>
                  <a:t> these are not independently varied or scanned.</a:t>
                </a:r>
              </a:p>
              <a:p>
                <a:pPr marL="0" indent="0">
                  <a:buNone/>
                </a:pPr>
                <a:r>
                  <a:rPr lang="en-US" dirty="0"/>
                  <a:t>Instead, due to the interference mechanism, the </a:t>
                </a:r>
                <a:r>
                  <a:rPr lang="en-US" b="1" dirty="0"/>
                  <a:t>reference arm length</a:t>
                </a:r>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𝑙</m:t>
                        </m:r>
                      </m:e>
                      <m:sub>
                        <m:r>
                          <a:rPr lang="en-US" i="1">
                            <a:latin typeface="Cambria Math" panose="02040503050406030204" pitchFamily="18" charset="0"/>
                          </a:rPr>
                          <m:t>𝑅</m:t>
                        </m:r>
                      </m:sub>
                    </m:sSub>
                    <m:r>
                      <a:rPr lang="en-US" i="1">
                        <a:latin typeface="Cambria Math" panose="02040503050406030204" pitchFamily="18" charset="0"/>
                      </a:rPr>
                      <m:t> </m:t>
                    </m:r>
                  </m:oMath>
                </a14:m>
                <a:r>
                  <a:rPr lang="en-US" dirty="0"/>
                  <a:t>​ effectively </a:t>
                </a:r>
                <a:r>
                  <a:rPr lang="en-US" b="1" dirty="0"/>
                  <a:t>sets the gate center</a:t>
                </a:r>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𝑔</m:t>
                        </m:r>
                      </m:sub>
                    </m:sSub>
                    <m:r>
                      <a:rPr lang="en-US" i="1">
                        <a:latin typeface="Cambria Math" panose="02040503050406030204" pitchFamily="18" charset="0"/>
                      </a:rPr>
                      <m:t> </m:t>
                    </m:r>
                  </m:oMath>
                </a14:m>
                <a:r>
                  <a:rPr lang="en-US" dirty="0"/>
                  <a:t>​, because photons with pathlength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𝑙</m:t>
                        </m:r>
                      </m:e>
                      <m:sub>
                        <m:r>
                          <a:rPr lang="en-US" i="1">
                            <a:latin typeface="Cambria Math" panose="02040503050406030204" pitchFamily="18" charset="0"/>
                          </a:rPr>
                          <m:t>𝑅</m:t>
                        </m:r>
                      </m:sub>
                    </m:sSub>
                    <m:r>
                      <a:rPr lang="en-US" i="1">
                        <a:latin typeface="Cambria Math" panose="02040503050406030204" pitchFamily="18" charset="0"/>
                      </a:rPr>
                      <m:t> </m:t>
                    </m:r>
                  </m:oMath>
                </a14:m>
                <a:r>
                  <a:rPr lang="en-US" dirty="0"/>
                  <a:t>​ will arrive at:</a:t>
                </a:r>
              </a:p>
              <a:p>
                <a:pPr marL="0" indent="0">
                  <a:buNone/>
                </a:pPr>
                <a14:m>
                  <m:oMathPara xmlns:m="http://schemas.openxmlformats.org/officeDocument/2006/math">
                    <m:oMath>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𝑔</m:t>
                          </m:r>
                        </m:sub>
                      </m:sSub>
                      <m:r>
                        <a:rPr lang="en-US" i="1" smtClean="0">
                          <a:latin typeface="Cambria Math" panose="02040503050406030204" pitchFamily="18" charset="0"/>
                          <a:ea typeface="Cambria Math" panose="02040503050406030204" pitchFamily="18" charset="0"/>
                        </a:rPr>
                        <m:t>≅</m:t>
                      </m:r>
                      <m:f>
                        <m:fPr>
                          <m:type m:val="skw"/>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𝑙</m:t>
                              </m:r>
                            </m:e>
                            <m:sub>
                              <m:r>
                                <a:rPr lang="en-US" i="1">
                                  <a:latin typeface="Cambria Math" panose="02040503050406030204" pitchFamily="18" charset="0"/>
                                </a:rPr>
                                <m:t>𝑅</m:t>
                              </m:r>
                            </m:sub>
                          </m:sSub>
                        </m:num>
                        <m:den>
                          <m:r>
                            <a:rPr lang="en-US" i="1">
                              <a:latin typeface="Cambria Math" panose="02040503050406030204" pitchFamily="18" charset="0"/>
                            </a:rPr>
                            <m:t>𝑣</m:t>
                          </m:r>
                        </m:den>
                      </m:f>
                    </m:oMath>
                  </m:oMathPara>
                </a14:m>
                <a:endParaRPr lang="en-US" dirty="0"/>
              </a:p>
              <a:p>
                <a:pPr marL="0" indent="0">
                  <a:buNone/>
                </a:pPr>
                <a:endParaRPr lang="en-US" dirty="0"/>
              </a:p>
            </p:txBody>
          </p:sp>
        </mc:Choice>
        <mc:Fallback xmlns="">
          <p:sp>
            <p:nvSpPr>
              <p:cNvPr id="4" name="Content Placeholder 2">
                <a:extLst>
                  <a:ext uri="{FF2B5EF4-FFF2-40B4-BE49-F238E27FC236}">
                    <a16:creationId xmlns:a16="http://schemas.microsoft.com/office/drawing/2014/main" id="{E0E95D6B-CE1B-30AC-79D7-79B83B3ED9F3}"/>
                  </a:ext>
                </a:extLst>
              </p:cNvPr>
              <p:cNvSpPr>
                <a:spLocks noGrp="1" noRot="1" noChangeAspect="1" noMove="1" noResize="1" noEditPoints="1" noAdjustHandles="1" noChangeArrowheads="1" noChangeShapeType="1" noTextEdit="1"/>
              </p:cNvSpPr>
              <p:nvPr>
                <p:ph idx="1"/>
              </p:nvPr>
            </p:nvSpPr>
            <p:spPr>
              <a:blipFill>
                <a:blip r:embed="rId2"/>
                <a:stretch>
                  <a:fillRect l="-1515" t="-11970"/>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C4C72E08-BB83-7E28-A925-F22A70085E61}"/>
              </a:ext>
            </a:extLst>
          </p:cNvPr>
          <p:cNvSpPr>
            <a:spLocks noGrp="1"/>
          </p:cNvSpPr>
          <p:nvPr>
            <p:ph type="sldNum" sz="quarter" idx="12"/>
          </p:nvPr>
        </p:nvSpPr>
        <p:spPr/>
        <p:txBody>
          <a:bodyPr/>
          <a:lstStyle/>
          <a:p>
            <a:fld id="{2D11AD2F-9457-44B3-A1A5-67FB697FC1E5}" type="slidenum">
              <a:rPr lang="en-US" smtClean="0"/>
              <a:t>50</a:t>
            </a:fld>
            <a:endParaRPr lang="en-US"/>
          </a:p>
        </p:txBody>
      </p:sp>
      <p:pic>
        <p:nvPicPr>
          <p:cNvPr id="6" name="Picture 6" descr="Faculty of Engineering Bar-Ilan University">
            <a:extLst>
              <a:ext uri="{FF2B5EF4-FFF2-40B4-BE49-F238E27FC236}">
                <a16:creationId xmlns:a16="http://schemas.microsoft.com/office/drawing/2014/main" id="{C9E7D08E-2158-B156-1A84-3C685CD72460}"/>
              </a:ext>
            </a:extLst>
          </p:cNvPr>
          <p:cNvPicPr/>
          <p:nvPr/>
        </p:nvPicPr>
        <p:blipFill>
          <a:blip r:embed="rId3">
            <a:extLst>
              <a:ext uri="{28A0092B-C50C-407E-A947-70E740481C1C}">
                <a14:useLocalDpi xmlns:a14="http://schemas.microsoft.com/office/drawing/2010/main" val="0"/>
              </a:ext>
            </a:extLst>
          </a:blip>
          <a:stretch>
            <a:fillRect/>
          </a:stretch>
        </p:blipFill>
        <p:spPr bwMode="auto">
          <a:xfrm>
            <a:off x="91074" y="6367558"/>
            <a:ext cx="2023476" cy="5513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113768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F9AEC4-103A-13D5-01FD-C5A8AD924FF5}"/>
            </a:ext>
          </a:extLst>
        </p:cNvPr>
        <p:cNvGrpSpPr/>
        <p:nvPr/>
      </p:nvGrpSpPr>
      <p:grpSpPr>
        <a:xfrm>
          <a:off x="0" y="0"/>
          <a:ext cx="0" cy="0"/>
          <a:chOff x="0" y="0"/>
          <a:chExt cx="0" cy="0"/>
        </a:xfrm>
      </p:grpSpPr>
      <p:sp>
        <p:nvSpPr>
          <p:cNvPr id="16" name="Title 1">
            <a:extLst>
              <a:ext uri="{FF2B5EF4-FFF2-40B4-BE49-F238E27FC236}">
                <a16:creationId xmlns:a16="http://schemas.microsoft.com/office/drawing/2014/main" id="{559DC316-1A7B-86C5-A329-2BA71A7AE23E}"/>
              </a:ext>
            </a:extLst>
          </p:cNvPr>
          <p:cNvSpPr txBox="1">
            <a:spLocks/>
          </p:cNvSpPr>
          <p:nvPr/>
        </p:nvSpPr>
        <p:spPr>
          <a:xfrm>
            <a:off x="1143000" y="247365"/>
            <a:ext cx="9906000" cy="147796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pPr lvl="0">
              <a:defRPr/>
            </a:pPr>
            <a:r>
              <a:rPr lang="en-US" dirty="0"/>
              <a:t>Theory behind </a:t>
            </a:r>
            <a:r>
              <a:rPr lang="en-US" dirty="0" err="1"/>
              <a:t>PaLS-iDCS</a:t>
            </a:r>
            <a:endParaRPr lang="en-US" sz="6000" dirty="0">
              <a:solidFill>
                <a:sysClr val="window" lastClr="FFFFFF"/>
              </a:solidFill>
            </a:endParaRP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C3E15312-C4AE-A0BA-6084-492186F28FAF}"/>
                  </a:ext>
                </a:extLst>
              </p:cNvPr>
              <p:cNvSpPr>
                <a:spLocks noGrp="1"/>
              </p:cNvSpPr>
              <p:nvPr>
                <p:ph idx="1"/>
              </p:nvPr>
            </p:nvSpPr>
            <p:spPr/>
            <p:txBody>
              <a:bodyPr>
                <a:normAutofit/>
              </a:bodyPr>
              <a:lstStyle/>
              <a:p>
                <a:pPr marL="0" indent="0">
                  <a:buNone/>
                </a:pPr>
                <a:r>
                  <a:rPr lang="en-US" dirty="0"/>
                  <a:t>This means that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𝑔</m:t>
                        </m:r>
                      </m:sub>
                    </m:sSub>
                    <m:r>
                      <a:rPr lang="en-US" i="1">
                        <a:latin typeface="Cambria Math" panose="02040503050406030204" pitchFamily="18" charset="0"/>
                      </a:rPr>
                      <m:t> </m:t>
                    </m:r>
                  </m:oMath>
                </a14:m>
                <a:r>
                  <a:rPr lang="en-US" dirty="0"/>
                  <a:t>​ is chosen based on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𝑙</m:t>
                        </m:r>
                      </m:e>
                      <m:sub>
                        <m:r>
                          <a:rPr lang="en-US" i="1">
                            <a:latin typeface="Cambria Math" panose="02040503050406030204" pitchFamily="18" charset="0"/>
                          </a:rPr>
                          <m:t>𝑅</m:t>
                        </m:r>
                      </m:sub>
                    </m:sSub>
                    <m:r>
                      <a:rPr lang="en-US" i="1">
                        <a:latin typeface="Cambria Math" panose="02040503050406030204" pitchFamily="18" charset="0"/>
                      </a:rPr>
                      <m:t> </m:t>
                    </m:r>
                  </m:oMath>
                </a14:m>
                <a:r>
                  <a:rPr lang="en-US" dirty="0"/>
                  <a:t>​to select photons of specific pathlengths. </a:t>
                </a:r>
              </a:p>
              <a:p>
                <a:pPr marL="0" indent="0">
                  <a:buNone/>
                </a:pPr>
                <a:r>
                  <a:rPr lang="en-US" dirty="0"/>
                  <a:t>This is the connection between time and coherence gate!</a:t>
                </a:r>
              </a:p>
              <a:p>
                <a:pPr marL="0" indent="0">
                  <a:buNone/>
                </a:pPr>
                <a:r>
                  <a:rPr lang="en-US" dirty="0"/>
                  <a:t>Now, let’s discuss how to extract the optical properties of the system.</a:t>
                </a:r>
              </a:p>
              <a:p>
                <a:pPr marL="0" indent="0">
                  <a:buNone/>
                </a:pPr>
                <a:endParaRPr lang="en-US" dirty="0"/>
              </a:p>
            </p:txBody>
          </p:sp>
        </mc:Choice>
        <mc:Fallback xmlns="">
          <p:sp>
            <p:nvSpPr>
              <p:cNvPr id="4" name="Content Placeholder 2">
                <a:extLst>
                  <a:ext uri="{FF2B5EF4-FFF2-40B4-BE49-F238E27FC236}">
                    <a16:creationId xmlns:a16="http://schemas.microsoft.com/office/drawing/2014/main" id="{C3E15312-C4AE-A0BA-6084-492186F28FAF}"/>
                  </a:ext>
                </a:extLst>
              </p:cNvPr>
              <p:cNvSpPr>
                <a:spLocks noGrp="1" noRot="1" noChangeAspect="1" noMove="1" noResize="1" noEditPoints="1" noAdjustHandles="1" noChangeArrowheads="1" noChangeShapeType="1" noTextEdit="1"/>
              </p:cNvSpPr>
              <p:nvPr>
                <p:ph idx="1"/>
              </p:nvPr>
            </p:nvSpPr>
            <p:spPr>
              <a:blipFill>
                <a:blip r:embed="rId2"/>
                <a:stretch>
                  <a:fillRect l="-1515" t="-1364"/>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CA2A8293-7ACF-68F0-5F3F-4C0B3BDD572D}"/>
              </a:ext>
            </a:extLst>
          </p:cNvPr>
          <p:cNvSpPr>
            <a:spLocks noGrp="1"/>
          </p:cNvSpPr>
          <p:nvPr>
            <p:ph type="sldNum" sz="quarter" idx="12"/>
          </p:nvPr>
        </p:nvSpPr>
        <p:spPr/>
        <p:txBody>
          <a:bodyPr/>
          <a:lstStyle/>
          <a:p>
            <a:fld id="{2D11AD2F-9457-44B3-A1A5-67FB697FC1E5}" type="slidenum">
              <a:rPr lang="en-US" smtClean="0"/>
              <a:t>51</a:t>
            </a:fld>
            <a:endParaRPr lang="en-US"/>
          </a:p>
        </p:txBody>
      </p:sp>
      <p:pic>
        <p:nvPicPr>
          <p:cNvPr id="6" name="Picture 6" descr="Faculty of Engineering Bar-Ilan University">
            <a:extLst>
              <a:ext uri="{FF2B5EF4-FFF2-40B4-BE49-F238E27FC236}">
                <a16:creationId xmlns:a16="http://schemas.microsoft.com/office/drawing/2014/main" id="{2C256FCE-E7C7-1627-46EE-CFDAFC7D1969}"/>
              </a:ext>
            </a:extLst>
          </p:cNvPr>
          <p:cNvPicPr/>
          <p:nvPr/>
        </p:nvPicPr>
        <p:blipFill>
          <a:blip r:embed="rId3">
            <a:extLst>
              <a:ext uri="{28A0092B-C50C-407E-A947-70E740481C1C}">
                <a14:useLocalDpi xmlns:a14="http://schemas.microsoft.com/office/drawing/2010/main" val="0"/>
              </a:ext>
            </a:extLst>
          </a:blip>
          <a:stretch>
            <a:fillRect/>
          </a:stretch>
        </p:blipFill>
        <p:spPr bwMode="auto">
          <a:xfrm>
            <a:off x="91074" y="6367558"/>
            <a:ext cx="2023476" cy="5513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125951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1F350-B25E-9745-2399-D8CE00C56B4B}"/>
            </a:ext>
          </a:extLst>
        </p:cNvPr>
        <p:cNvGrpSpPr/>
        <p:nvPr/>
      </p:nvGrpSpPr>
      <p:grpSpPr>
        <a:xfrm>
          <a:off x="0" y="0"/>
          <a:ext cx="0" cy="0"/>
          <a:chOff x="0" y="0"/>
          <a:chExt cx="0" cy="0"/>
        </a:xfrm>
      </p:grpSpPr>
      <p:sp>
        <p:nvSpPr>
          <p:cNvPr id="16" name="Title 1">
            <a:extLst>
              <a:ext uri="{FF2B5EF4-FFF2-40B4-BE49-F238E27FC236}">
                <a16:creationId xmlns:a16="http://schemas.microsoft.com/office/drawing/2014/main" id="{0785CDA3-E071-ABA2-A950-12352BE42D6B}"/>
              </a:ext>
            </a:extLst>
          </p:cNvPr>
          <p:cNvSpPr txBox="1">
            <a:spLocks/>
          </p:cNvSpPr>
          <p:nvPr/>
        </p:nvSpPr>
        <p:spPr>
          <a:xfrm>
            <a:off x="1143000" y="0"/>
            <a:ext cx="9906000" cy="147796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pPr lvl="0">
              <a:defRPr/>
            </a:pPr>
            <a:r>
              <a:rPr lang="en-US" dirty="0"/>
              <a:t>Theory behind </a:t>
            </a:r>
            <a:r>
              <a:rPr lang="en-US" dirty="0" err="1"/>
              <a:t>PaLS-iDCS</a:t>
            </a:r>
            <a:endParaRPr lang="en-US" sz="6000" dirty="0">
              <a:solidFill>
                <a:sysClr val="window" lastClr="FFFFFF"/>
              </a:solidFill>
            </a:endParaRP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B0389A82-B013-F2CB-4C9D-F3B95006293D}"/>
                  </a:ext>
                </a:extLst>
              </p:cNvPr>
              <p:cNvSpPr>
                <a:spLocks noGrp="1"/>
              </p:cNvSpPr>
              <p:nvPr>
                <p:ph idx="1"/>
              </p:nvPr>
            </p:nvSpPr>
            <p:spPr/>
            <p:txBody>
              <a:bodyPr>
                <a:normAutofit/>
              </a:bodyPr>
              <a:lstStyle/>
              <a:p>
                <a:pPr marL="0" indent="0">
                  <a:buNone/>
                </a:pPr>
                <a:r>
                  <a:rPr lang="en-US" dirty="0"/>
                  <a:t>Since we are still using the Siegert relation, the general form is still:</a:t>
                </a:r>
              </a:p>
              <a:p>
                <a:pPr marL="0" indent="0">
                  <a:buNone/>
                </a:pPr>
                <a14:m>
                  <m:oMathPara xmlns:m="http://schemas.openxmlformats.org/officeDocument/2006/math">
                    <m:oMath>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2</m:t>
                          </m:r>
                        </m:sub>
                      </m:sSub>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𝑔</m:t>
                          </m:r>
                        </m:sub>
                      </m:sSub>
                      <m:r>
                        <a:rPr lang="en-US" b="0" i="1" smtClean="0">
                          <a:latin typeface="Cambria Math" panose="02040503050406030204" pitchFamily="18" charset="0"/>
                        </a:rPr>
                        <m:t>,</m:t>
                      </m:r>
                      <m:r>
                        <a:rPr lang="en-US" i="1">
                          <a:latin typeface="Cambria Math" panose="02040503050406030204" pitchFamily="18" charset="0"/>
                        </a:rPr>
                        <m:t>𝜏</m:t>
                      </m:r>
                      <m:r>
                        <a:rPr lang="en-US" i="1">
                          <a:latin typeface="Cambria Math" panose="02040503050406030204" pitchFamily="18" charset="0"/>
                        </a:rPr>
                        <m:t>)=1+</m:t>
                      </m:r>
                      <m:r>
                        <a:rPr lang="en-US" i="1">
                          <a:latin typeface="Cambria Math" panose="02040503050406030204" pitchFamily="18" charset="0"/>
                        </a:rPr>
                        <m:t>𝛽</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𝑔</m:t>
                          </m:r>
                        </m:sub>
                      </m:sSub>
                      <m:r>
                        <a:rPr lang="en-US" b="0" i="1" smtClean="0">
                          <a:latin typeface="Cambria Math" panose="02040503050406030204" pitchFamily="18" charset="0"/>
                        </a:rPr>
                        <m:t>)</m:t>
                      </m:r>
                      <m:sSup>
                        <m:sSupPr>
                          <m:ctrlPr>
                            <a:rPr lang="en-US" i="1">
                              <a:latin typeface="Cambria Math" panose="02040503050406030204" pitchFamily="18" charset="0"/>
                            </a:rPr>
                          </m:ctrlPr>
                        </m:sSupPr>
                        <m:e>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1</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𝑔</m:t>
                                      </m:r>
                                    </m:sub>
                                  </m:sSub>
                                  <m:r>
                                    <a:rPr lang="en-US" i="1">
                                      <a:latin typeface="Cambria Math" panose="02040503050406030204" pitchFamily="18" charset="0"/>
                                    </a:rPr>
                                    <m:t>,</m:t>
                                  </m:r>
                                  <m:r>
                                    <a:rPr lang="en-US" i="1">
                                      <a:latin typeface="Cambria Math" panose="02040503050406030204" pitchFamily="18" charset="0"/>
                                    </a:rPr>
                                    <m:t>𝜏</m:t>
                                  </m:r>
                                </m:e>
                              </m:d>
                            </m:e>
                          </m:d>
                        </m:e>
                        <m:sup>
                          <m:r>
                            <a:rPr lang="en-US" i="1">
                              <a:latin typeface="Cambria Math" panose="02040503050406030204" pitchFamily="18" charset="0"/>
                            </a:rPr>
                            <m:t>2</m:t>
                          </m:r>
                        </m:sup>
                      </m:sSup>
                    </m:oMath>
                  </m:oMathPara>
                </a14:m>
                <a:endParaRPr lang="en-US" dirty="0"/>
              </a:p>
              <a:p>
                <a:pPr marL="0" indent="0">
                  <a:buNone/>
                </a:pPr>
                <a:r>
                  <a:rPr lang="en-US" dirty="0"/>
                  <a:t>So, to infer </a:t>
                </a:r>
                <a14:m>
                  <m:oMath xmlns:m="http://schemas.openxmlformats.org/officeDocument/2006/math">
                    <m:r>
                      <a:rPr lang="en-US" i="1">
                        <a:latin typeface="Cambria Math" panose="02040503050406030204" pitchFamily="18" charset="0"/>
                      </a:rPr>
                      <m:t>𝛽</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𝑔</m:t>
                        </m:r>
                      </m:sub>
                    </m:sSub>
                    <m:r>
                      <a:rPr lang="en-US" i="1">
                        <a:latin typeface="Cambria Math" panose="02040503050406030204" pitchFamily="18" charset="0"/>
                      </a:rPr>
                      <m:t>)</m:t>
                    </m:r>
                  </m:oMath>
                </a14:m>
                <a:r>
                  <a:rPr lang="en-US" dirty="0"/>
                  <a:t>, we can use </a:t>
                </a:r>
                <a14:m>
                  <m:oMath xmlns:m="http://schemas.openxmlformats.org/officeDocument/2006/math">
                    <m:r>
                      <a:rPr lang="en-US" i="1">
                        <a:latin typeface="Cambria Math" panose="02040503050406030204" pitchFamily="18" charset="0"/>
                      </a:rPr>
                      <m:t>𝜏</m:t>
                    </m:r>
                    <m:r>
                      <a:rPr lang="en-US" b="0" i="1" smtClean="0">
                        <a:latin typeface="Cambria Math" panose="02040503050406030204" pitchFamily="18" charset="0"/>
                      </a:rPr>
                      <m:t>=0</m:t>
                    </m:r>
                  </m:oMath>
                </a14:m>
                <a:r>
                  <a:rPr lang="en-US" dirty="0"/>
                  <a:t> and multiple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𝑔</m:t>
                        </m:r>
                      </m:sub>
                    </m:sSub>
                  </m:oMath>
                </a14:m>
                <a:r>
                  <a:rPr lang="en-US" dirty="0"/>
                  <a:t> to get </a:t>
                </a:r>
                <a14:m>
                  <m:oMath xmlns:m="http://schemas.openxmlformats.org/officeDocument/2006/math">
                    <m:r>
                      <a:rPr lang="en-US" i="1">
                        <a:latin typeface="Cambria Math" panose="02040503050406030204" pitchFamily="18" charset="0"/>
                      </a:rPr>
                      <m:t>𝛽</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𝑔</m:t>
                            </m:r>
                          </m:sub>
                        </m:sSub>
                      </m:e>
                    </m:d>
                  </m:oMath>
                </a14:m>
                <a:r>
                  <a:rPr lang="en-US" dirty="0"/>
                  <a:t> at different time points:</a:t>
                </a:r>
              </a:p>
              <a:p>
                <a:pPr marL="0" indent="0">
                  <a:buNone/>
                </a:pPr>
                <a14:m>
                  <m:oMathPara xmlns:m="http://schemas.openxmlformats.org/officeDocument/2006/math">
                    <m:oMathParaPr>
                      <m:jc m:val="left"/>
                    </m:oMathParaPr>
                    <m:oMath>
                      <m:r>
                        <a:rPr lang="en-US" i="1" smtClean="0">
                          <a:latin typeface="Cambria Math" panose="02040503050406030204" pitchFamily="18" charset="0"/>
                        </a:rPr>
                        <m:t>𝛽</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𝑔</m:t>
                              </m:r>
                            </m:sub>
                          </m:sSub>
                        </m:e>
                      </m:d>
                      <m:r>
                        <a:rPr lang="en-US" b="0" i="1" smtClean="0">
                          <a:latin typeface="Cambria Math" panose="02040503050406030204" pitchFamily="18" charset="0"/>
                        </a:rPr>
                        <m:t>=</m:t>
                      </m:r>
                    </m:oMath>
                  </m:oMathPara>
                </a14:m>
                <a:endParaRPr lang="en-US" dirty="0"/>
              </a:p>
              <a:p>
                <a:pPr marL="0" indent="0">
                  <a:buNone/>
                </a:pPr>
                <a14:m>
                  <m:oMathPara xmlns:m="http://schemas.openxmlformats.org/officeDocument/2006/math">
                    <m:oMathParaPr>
                      <m:jc m:val="left"/>
                    </m:oMathParaPr>
                    <m:o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𝑝</m:t>
                              </m:r>
                            </m:sub>
                          </m:sSub>
                        </m:num>
                        <m:den>
                          <m:r>
                            <a:rPr lang="en-US" i="1">
                              <a:latin typeface="Cambria Math" panose="02040503050406030204" pitchFamily="18" charset="0"/>
                            </a:rPr>
                            <m:t>𝑀</m:t>
                          </m:r>
                          <m:sSup>
                            <m:sSupPr>
                              <m:ctrlPr>
                                <a:rPr lang="en-US" i="1">
                                  <a:latin typeface="Cambria Math" panose="02040503050406030204" pitchFamily="18" charset="0"/>
                                </a:rPr>
                              </m:ctrlPr>
                            </m:sSupPr>
                            <m:e>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𝑇</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𝑔</m:t>
                                          </m:r>
                                        </m:sub>
                                      </m:sSub>
                                    </m:e>
                                  </m:d>
                                </m:e>
                              </m:d>
                            </m:e>
                            <m:sup>
                              <m:r>
                                <a:rPr lang="en-US" i="1">
                                  <a:latin typeface="Cambria Math" panose="02040503050406030204" pitchFamily="18" charset="0"/>
                                </a:rPr>
                                <m:t>2</m:t>
                              </m:r>
                            </m:sup>
                          </m:sSup>
                        </m:den>
                      </m:f>
                      <m:r>
                        <a:rPr lang="en-US" i="1">
                          <a:latin typeface="Cambria Math" panose="02040503050406030204" pitchFamily="18" charset="0"/>
                        </a:rPr>
                        <m:t>(</m:t>
                      </m:r>
                      <m:sSup>
                        <m:sSupPr>
                          <m:ctrlPr>
                            <a:rPr lang="en-US" i="1">
                              <a:latin typeface="Cambria Math" panose="02040503050406030204" pitchFamily="18" charset="0"/>
                            </a:rPr>
                          </m:ctrlPr>
                        </m:sSupPr>
                        <m:e>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𝑠</m:t>
                                  </m:r>
                                </m:sub>
                              </m:sSub>
                            </m:e>
                          </m:d>
                        </m:e>
                        <m:sup>
                          <m:r>
                            <a:rPr lang="en-US" i="1">
                              <a:latin typeface="Cambria Math" panose="02040503050406030204" pitchFamily="18" charset="0"/>
                            </a:rPr>
                            <m:t>2</m:t>
                          </m:r>
                        </m:sup>
                      </m:sSup>
                      <m:nary>
                        <m:naryPr>
                          <m:limLoc m:val="undOvr"/>
                          <m:ctrlPr>
                            <a:rPr lang="en-US" i="1">
                              <a:latin typeface="Cambria Math" panose="02040503050406030204" pitchFamily="18" charset="0"/>
                            </a:rPr>
                          </m:ctrlPr>
                        </m:naryPr>
                        <m:sub>
                          <m:r>
                            <m:rPr>
                              <m:brk m:alnAt="24"/>
                            </m:rPr>
                            <a:rPr lang="en-US" i="1">
                              <a:latin typeface="Cambria Math" panose="02040503050406030204" pitchFamily="18" charset="0"/>
                            </a:rPr>
                            <m:t>0</m:t>
                          </m:r>
                        </m:sub>
                        <m:sup>
                          <m:r>
                            <a:rPr lang="en-US" i="1">
                              <a:latin typeface="Cambria Math" panose="02040503050406030204" pitchFamily="18" charset="0"/>
                            </a:rPr>
                            <m:t>∞</m:t>
                          </m:r>
                        </m:sup>
                        <m:e>
                          <m:nary>
                            <m:naryPr>
                              <m:limLoc m:val="undOvr"/>
                              <m:ctrlPr>
                                <a:rPr lang="en-US" i="1">
                                  <a:latin typeface="Cambria Math" panose="02040503050406030204" pitchFamily="18" charset="0"/>
                                </a:rPr>
                              </m:ctrlPr>
                            </m:naryPr>
                            <m:sub>
                              <m:r>
                                <m:rPr>
                                  <m:brk m:alnAt="24"/>
                                </m:rPr>
                                <a:rPr lang="en-US" i="1">
                                  <a:latin typeface="Cambria Math" panose="02040503050406030204" pitchFamily="18" charset="0"/>
                                </a:rPr>
                                <m:t>0</m:t>
                              </m:r>
                            </m:sub>
                            <m:sup>
                              <m:r>
                                <a:rPr lang="en-US" i="1">
                                  <a:latin typeface="Cambria Math" panose="02040503050406030204" pitchFamily="18" charset="0"/>
                                </a:rPr>
                                <m:t>∞</m:t>
                              </m:r>
                            </m:sup>
                            <m:e>
                              <m:sSup>
                                <m:sSupPr>
                                  <m:ctrlPr>
                                    <a:rPr lang="en-US" i="1">
                                      <a:latin typeface="Cambria Math" panose="02040503050406030204" pitchFamily="18" charset="0"/>
                                    </a:rPr>
                                  </m:ctrlPr>
                                </m:sSupPr>
                                <m:e>
                                  <m:r>
                                    <a:rPr lang="en-US" i="1">
                                      <a:latin typeface="Cambria Math" panose="02040503050406030204" pitchFamily="18" charset="0"/>
                                    </a:rPr>
                                    <m:t>𝑃</m:t>
                                  </m:r>
                                </m:e>
                                <m:sup>
                                  <m:r>
                                    <a:rPr lang="en-US" i="1">
                                      <a:latin typeface="Cambria Math" panose="02040503050406030204" pitchFamily="18" charset="0"/>
                                    </a:rPr>
                                    <m:t>′</m:t>
                                  </m:r>
                                </m:sup>
                              </m:sSup>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𝑠</m:t>
                                      </m:r>
                                    </m:e>
                                    <m:sup>
                                      <m:r>
                                        <a:rPr lang="en-US" i="1">
                                          <a:latin typeface="Cambria Math" panose="02040503050406030204" pitchFamily="18" charset="0"/>
                                        </a:rPr>
                                        <m:t>′</m:t>
                                      </m:r>
                                    </m:sup>
                                  </m:sSup>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𝑔</m:t>
                                      </m:r>
                                    </m:sub>
                                  </m:sSub>
                                </m:e>
                              </m:d>
                              <m:sSup>
                                <m:sSupPr>
                                  <m:ctrlPr>
                                    <a:rPr lang="en-US" i="1">
                                      <a:latin typeface="Cambria Math" panose="02040503050406030204" pitchFamily="18" charset="0"/>
                                    </a:rPr>
                                  </m:ctrlPr>
                                </m:sSupPr>
                                <m:e>
                                  <m:r>
                                    <a:rPr lang="en-US" i="1">
                                      <a:latin typeface="Cambria Math" panose="02040503050406030204" pitchFamily="18" charset="0"/>
                                    </a:rPr>
                                    <m:t>𝑃</m:t>
                                  </m:r>
                                </m:e>
                                <m:sup>
                                  <m:r>
                                    <a:rPr lang="en-US" i="1">
                                      <a:latin typeface="Cambria Math" panose="02040503050406030204" pitchFamily="18" charset="0"/>
                                    </a:rPr>
                                    <m:t>′</m:t>
                                  </m:r>
                                </m:sup>
                              </m:sSup>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𝑔</m:t>
                                      </m:r>
                                    </m:sub>
                                  </m:sSub>
                                </m:e>
                              </m:d>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2</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𝑠</m:t>
                                                  </m:r>
                                                </m:e>
                                                <m:sup>
                                                  <m:r>
                                                    <a:rPr lang="en-US" i="1">
                                                      <a:latin typeface="Cambria Math" panose="02040503050406030204" pitchFamily="18" charset="0"/>
                                                    </a:rPr>
                                                    <m:t>′</m:t>
                                                  </m:r>
                                                </m:sup>
                                              </m:sSup>
                                            </m:e>
                                          </m:d>
                                        </m:e>
                                        <m:sup>
                                          <m:r>
                                            <a:rPr lang="en-US" i="1">
                                              <a:latin typeface="Cambria Math" panose="02040503050406030204" pitchFamily="18" charset="0"/>
                                            </a:rPr>
                                            <m:t>2</m:t>
                                          </m:r>
                                        </m:sup>
                                      </m:sSup>
                                    </m:num>
                                    <m:den>
                                      <m:sSubSup>
                                        <m:sSubSupPr>
                                          <m:ctrlPr>
                                            <a:rPr lang="en-US" i="1">
                                              <a:latin typeface="Cambria Math" panose="02040503050406030204" pitchFamily="18" charset="0"/>
                                            </a:rPr>
                                          </m:ctrlPr>
                                        </m:sSubSupPr>
                                        <m:e>
                                          <m:r>
                                            <a:rPr lang="en-US" i="1">
                                              <a:latin typeface="Cambria Math" panose="02040503050406030204" pitchFamily="18" charset="0"/>
                                            </a:rPr>
                                            <m:t>𝑙</m:t>
                                          </m:r>
                                        </m:e>
                                        <m:sub>
                                          <m:r>
                                            <a:rPr lang="en-US" i="1">
                                              <a:latin typeface="Cambria Math" panose="02040503050406030204" pitchFamily="18" charset="0"/>
                                            </a:rPr>
                                            <m:t>𝑐</m:t>
                                          </m:r>
                                        </m:sub>
                                        <m:sup>
                                          <m:r>
                                            <a:rPr lang="en-US" i="1">
                                              <a:latin typeface="Cambria Math" panose="02040503050406030204" pitchFamily="18" charset="0"/>
                                            </a:rPr>
                                            <m:t>2</m:t>
                                          </m:r>
                                        </m:sup>
                                      </m:sSubSup>
                                    </m:den>
                                  </m:f>
                                </m:sup>
                              </m:sSup>
                              <m:r>
                                <a:rPr lang="en-US" i="1">
                                  <a:latin typeface="Cambria Math" panose="02040503050406030204" pitchFamily="18" charset="0"/>
                                </a:rPr>
                                <m:t>𝑑𝑠𝑑</m:t>
                              </m:r>
                              <m:sSup>
                                <m:sSupPr>
                                  <m:ctrlPr>
                                    <a:rPr lang="en-US" i="1">
                                      <a:latin typeface="Cambria Math" panose="02040503050406030204" pitchFamily="18" charset="0"/>
                                    </a:rPr>
                                  </m:ctrlPr>
                                </m:sSupPr>
                                <m:e>
                                  <m:r>
                                    <a:rPr lang="en-US" i="1">
                                      <a:latin typeface="Cambria Math" panose="02040503050406030204" pitchFamily="18" charset="0"/>
                                    </a:rPr>
                                    <m:t>𝑠</m:t>
                                  </m:r>
                                </m:e>
                                <m:sup>
                                  <m:r>
                                    <a:rPr lang="en-US" i="1">
                                      <a:latin typeface="Cambria Math" panose="02040503050406030204" pitchFamily="18" charset="0"/>
                                    </a:rPr>
                                    <m:t>′</m:t>
                                  </m:r>
                                </m:sup>
                              </m:sSup>
                            </m:e>
                          </m:nary>
                        </m:e>
                      </m:nary>
                    </m:oMath>
                  </m:oMathPara>
                </a14:m>
                <a:endParaRPr lang="en-US" dirty="0"/>
              </a:p>
              <a:p>
                <a:pPr marL="0" indent="0">
                  <a:buNone/>
                </a:pPr>
                <a14:m>
                  <m:oMathPara xmlns:m="http://schemas.openxmlformats.org/officeDocument/2006/math">
                    <m:oMathParaPr>
                      <m:jc m:val="left"/>
                    </m:oMathParaPr>
                    <m:oMath>
                      <m:r>
                        <a:rPr lang="en-US" i="1">
                          <a:latin typeface="Cambria Math" panose="02040503050406030204" pitchFamily="18" charset="0"/>
                        </a:rPr>
                        <m:t>+ 2</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𝑠</m:t>
                              </m:r>
                            </m:sub>
                          </m:sSub>
                        </m:e>
                      </m:d>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𝑅</m:t>
                              </m:r>
                            </m:sub>
                          </m:sSub>
                        </m:e>
                      </m:d>
                      <m:nary>
                        <m:naryPr>
                          <m:limLoc m:val="undOvr"/>
                          <m:ctrlPr>
                            <a:rPr lang="en-US" i="1">
                              <a:latin typeface="Cambria Math" panose="02040503050406030204" pitchFamily="18" charset="0"/>
                            </a:rPr>
                          </m:ctrlPr>
                        </m:naryPr>
                        <m:sub>
                          <m:r>
                            <m:rPr>
                              <m:brk m:alnAt="24"/>
                            </m:rPr>
                            <a:rPr lang="en-US" i="1">
                              <a:latin typeface="Cambria Math" panose="02040503050406030204" pitchFamily="18" charset="0"/>
                            </a:rPr>
                            <m:t>0</m:t>
                          </m:r>
                        </m:sub>
                        <m:sup>
                          <m:r>
                            <a:rPr lang="en-US" i="1">
                              <a:latin typeface="Cambria Math" panose="02040503050406030204" pitchFamily="18" charset="0"/>
                            </a:rPr>
                            <m:t>∞</m:t>
                          </m:r>
                        </m:sup>
                        <m:e>
                          <m:sSup>
                            <m:sSupPr>
                              <m:ctrlPr>
                                <a:rPr lang="en-US" i="1">
                                  <a:latin typeface="Cambria Math" panose="02040503050406030204" pitchFamily="18" charset="0"/>
                                </a:rPr>
                              </m:ctrlPr>
                            </m:sSupPr>
                            <m:e>
                              <m:r>
                                <a:rPr lang="en-US" i="1">
                                  <a:latin typeface="Cambria Math" panose="02040503050406030204" pitchFamily="18" charset="0"/>
                                </a:rPr>
                                <m:t>𝑃</m:t>
                              </m:r>
                            </m:e>
                            <m:sup>
                              <m:r>
                                <a:rPr lang="en-US" i="1">
                                  <a:latin typeface="Cambria Math" panose="02040503050406030204" pitchFamily="18" charset="0"/>
                                </a:rPr>
                                <m:t>′</m:t>
                              </m:r>
                            </m:sup>
                          </m:sSup>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𝑔</m:t>
                                  </m:r>
                                </m:sub>
                              </m:sSub>
                            </m:e>
                          </m:d>
                          <m:r>
                            <a:rPr lang="en-US" i="1">
                              <a:latin typeface="Cambria Math" panose="02040503050406030204" pitchFamily="18" charset="0"/>
                            </a:rPr>
                            <m:t>𝐼𝑅𝐹</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𝑔</m:t>
                              </m:r>
                            </m:sub>
                          </m:sSub>
                          <m:r>
                            <a:rPr lang="en-US" i="1">
                              <a:latin typeface="Cambria Math" panose="02040503050406030204" pitchFamily="18" charset="0"/>
                            </a:rPr>
                            <m:t>−</m:t>
                          </m:r>
                          <m:f>
                            <m:fPr>
                              <m:type m:val="skw"/>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𝑙</m:t>
                                  </m:r>
                                </m:e>
                                <m:sub>
                                  <m:r>
                                    <a:rPr lang="en-US" i="1">
                                      <a:latin typeface="Cambria Math" panose="02040503050406030204" pitchFamily="18" charset="0"/>
                                    </a:rPr>
                                    <m:t>𝑅</m:t>
                                  </m:r>
                                </m:sub>
                              </m:sSub>
                            </m:num>
                            <m:den>
                              <m:r>
                                <a:rPr lang="en-US" i="1">
                                  <a:latin typeface="Cambria Math" panose="02040503050406030204" pitchFamily="18" charset="0"/>
                                </a:rPr>
                                <m:t>𝑣</m:t>
                              </m:r>
                            </m:den>
                          </m:f>
                          <m:r>
                            <a:rPr lang="en-US" i="1">
                              <a:latin typeface="Cambria Math" panose="02040503050406030204" pitchFamily="18" charset="0"/>
                            </a:rPr>
                            <m:t>)</m:t>
                          </m:r>
                          <m:r>
                            <m:rPr>
                              <m:nor/>
                            </m:rPr>
                            <a:rPr lang="en-US" i="0" dirty="0"/>
                            <m:t> </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2</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𝑙</m:t>
                                              </m:r>
                                            </m:e>
                                            <m:sub>
                                              <m:r>
                                                <a:rPr lang="en-US" i="1">
                                                  <a:latin typeface="Cambria Math" panose="02040503050406030204" pitchFamily="18" charset="0"/>
                                                </a:rPr>
                                                <m:t>𝑅</m:t>
                                              </m:r>
                                            </m:sub>
                                          </m:sSub>
                                        </m:e>
                                      </m:d>
                                    </m:e>
                                    <m:sup>
                                      <m:r>
                                        <a:rPr lang="en-US" i="1">
                                          <a:latin typeface="Cambria Math" panose="02040503050406030204" pitchFamily="18" charset="0"/>
                                        </a:rPr>
                                        <m:t>2</m:t>
                                      </m:r>
                                    </m:sup>
                                  </m:sSup>
                                </m:num>
                                <m:den>
                                  <m:sSubSup>
                                    <m:sSubSupPr>
                                      <m:ctrlPr>
                                        <a:rPr lang="en-US" i="1">
                                          <a:latin typeface="Cambria Math" panose="02040503050406030204" pitchFamily="18" charset="0"/>
                                        </a:rPr>
                                      </m:ctrlPr>
                                    </m:sSubSupPr>
                                    <m:e>
                                      <m:r>
                                        <a:rPr lang="en-US" i="1">
                                          <a:latin typeface="Cambria Math" panose="02040503050406030204" pitchFamily="18" charset="0"/>
                                        </a:rPr>
                                        <m:t>𝑙</m:t>
                                      </m:r>
                                    </m:e>
                                    <m:sub>
                                      <m:r>
                                        <a:rPr lang="en-US" i="1">
                                          <a:latin typeface="Cambria Math" panose="02040503050406030204" pitchFamily="18" charset="0"/>
                                        </a:rPr>
                                        <m:t>𝑐</m:t>
                                      </m:r>
                                    </m:sub>
                                    <m:sup>
                                      <m:r>
                                        <a:rPr lang="en-US" i="1">
                                          <a:latin typeface="Cambria Math" panose="02040503050406030204" pitchFamily="18" charset="0"/>
                                        </a:rPr>
                                        <m:t>2</m:t>
                                      </m:r>
                                    </m:sup>
                                  </m:sSubSup>
                                </m:den>
                              </m:f>
                            </m:sup>
                          </m:sSup>
                          <m:r>
                            <a:rPr lang="en-US" i="1">
                              <a:latin typeface="Cambria Math" panose="02040503050406030204" pitchFamily="18" charset="0"/>
                            </a:rPr>
                            <m:t>𝑑𝑠</m:t>
                          </m:r>
                          <m:r>
                            <a:rPr lang="en-US" i="1">
                              <a:latin typeface="Cambria Math" panose="02040503050406030204" pitchFamily="18" charset="0"/>
                            </a:rPr>
                            <m:t>)</m:t>
                          </m:r>
                        </m:e>
                      </m:nary>
                    </m:oMath>
                  </m:oMathPara>
                </a14:m>
                <a:endParaRPr lang="en-US" dirty="0"/>
              </a:p>
              <a:p>
                <a:pPr marL="0" indent="0">
                  <a:buNone/>
                </a:pPr>
                <a:r>
                  <a:rPr lang="en-US" dirty="0"/>
                  <a:t>From here, we can fit </a:t>
                </a:r>
                <a14:m>
                  <m:oMath xmlns:m="http://schemas.openxmlformats.org/officeDocument/2006/math">
                    <m:r>
                      <a:rPr lang="en-US" i="1">
                        <a:latin typeface="Cambria Math" panose="02040503050406030204" pitchFamily="18" charset="0"/>
                      </a:rPr>
                      <m:t>𝛽</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𝑔</m:t>
                            </m:r>
                          </m:sub>
                        </m:sSub>
                      </m:e>
                    </m:d>
                  </m:oMath>
                </a14:m>
                <a:r>
                  <a:rPr lang="en-US" dirty="0"/>
                  <a:t> and estimate the optical properties.</a:t>
                </a:r>
              </a:p>
              <a:p>
                <a:pPr marL="0" indent="0">
                  <a:buNone/>
                </a:pPr>
                <a:endParaRPr lang="en-US" dirty="0"/>
              </a:p>
            </p:txBody>
          </p:sp>
        </mc:Choice>
        <mc:Fallback xmlns="">
          <p:sp>
            <p:nvSpPr>
              <p:cNvPr id="4" name="Content Placeholder 2">
                <a:extLst>
                  <a:ext uri="{FF2B5EF4-FFF2-40B4-BE49-F238E27FC236}">
                    <a16:creationId xmlns:a16="http://schemas.microsoft.com/office/drawing/2014/main" id="{B0389A82-B013-F2CB-4C9D-F3B95006293D}"/>
                  </a:ext>
                </a:extLst>
              </p:cNvPr>
              <p:cNvSpPr>
                <a:spLocks noGrp="1" noRot="1" noChangeAspect="1" noMove="1" noResize="1" noEditPoints="1" noAdjustHandles="1" noChangeArrowheads="1" noChangeShapeType="1" noTextEdit="1"/>
              </p:cNvSpPr>
              <p:nvPr>
                <p:ph idx="1"/>
              </p:nvPr>
            </p:nvSpPr>
            <p:spPr>
              <a:blipFill>
                <a:blip r:embed="rId2"/>
                <a:stretch>
                  <a:fillRect l="-1515" t="-1667"/>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2B3D05B5-9303-906F-BB62-8F4547088664}"/>
              </a:ext>
            </a:extLst>
          </p:cNvPr>
          <p:cNvSpPr>
            <a:spLocks noGrp="1"/>
          </p:cNvSpPr>
          <p:nvPr>
            <p:ph type="sldNum" sz="quarter" idx="12"/>
          </p:nvPr>
        </p:nvSpPr>
        <p:spPr/>
        <p:txBody>
          <a:bodyPr/>
          <a:lstStyle/>
          <a:p>
            <a:fld id="{2D11AD2F-9457-44B3-A1A5-67FB697FC1E5}" type="slidenum">
              <a:rPr lang="en-US" smtClean="0"/>
              <a:t>52</a:t>
            </a:fld>
            <a:endParaRPr lang="en-US"/>
          </a:p>
        </p:txBody>
      </p:sp>
      <p:pic>
        <p:nvPicPr>
          <p:cNvPr id="6" name="Picture 6" descr="Faculty of Engineering Bar-Ilan University">
            <a:extLst>
              <a:ext uri="{FF2B5EF4-FFF2-40B4-BE49-F238E27FC236}">
                <a16:creationId xmlns:a16="http://schemas.microsoft.com/office/drawing/2014/main" id="{C7073EA5-B07E-D21C-8AA8-7841C0AE9FDA}"/>
              </a:ext>
            </a:extLst>
          </p:cNvPr>
          <p:cNvPicPr/>
          <p:nvPr/>
        </p:nvPicPr>
        <p:blipFill>
          <a:blip r:embed="rId3">
            <a:extLst>
              <a:ext uri="{28A0092B-C50C-407E-A947-70E740481C1C}">
                <a14:useLocalDpi xmlns:a14="http://schemas.microsoft.com/office/drawing/2010/main" val="0"/>
              </a:ext>
            </a:extLst>
          </a:blip>
          <a:stretch>
            <a:fillRect/>
          </a:stretch>
        </p:blipFill>
        <p:spPr bwMode="auto">
          <a:xfrm>
            <a:off x="91074" y="6367558"/>
            <a:ext cx="2023476" cy="5513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19705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p:cNvSpPr txBox="1"/>
          <p:nvPr/>
        </p:nvSpPr>
        <p:spPr>
          <a:xfrm>
            <a:off x="1019015" y="1093787"/>
            <a:ext cx="3059969" cy="4697413"/>
          </a:xfrm>
          <a:prstGeom prst="rect">
            <a:avLst/>
          </a:prstGeom>
        </p:spPr>
        <p:txBody>
          <a:bodyPr vert="horz" lIns="91440" tIns="45720" rIns="91440" bIns="45720" rtlCol="0" anchor="ctr">
            <a:normAutofit/>
          </a:bodyPr>
          <a:lstStyle/>
          <a:p>
            <a:pPr defTabSz="914400">
              <a:lnSpc>
                <a:spcPct val="90000"/>
              </a:lnSpc>
              <a:spcBef>
                <a:spcPct val="0"/>
              </a:spcBef>
              <a:spcAft>
                <a:spcPts val="600"/>
              </a:spcAft>
            </a:pPr>
            <a:r>
              <a:rPr lang="en-US" sz="3600" b="1" cap="all" dirty="0">
                <a:latin typeface="+mj-lt"/>
                <a:ea typeface="+mj-ea"/>
                <a:cs typeface="+mj-cs"/>
              </a:rPr>
              <a:t> Supp References</a:t>
            </a:r>
          </a:p>
        </p:txBody>
      </p:sp>
      <p:sp>
        <p:nvSpPr>
          <p:cNvPr id="3" name="TextBox 2"/>
          <p:cNvSpPr txBox="1"/>
          <p:nvPr/>
        </p:nvSpPr>
        <p:spPr>
          <a:xfrm>
            <a:off x="5215467" y="1093788"/>
            <a:ext cx="5831944" cy="4697413"/>
          </a:xfrm>
          <a:prstGeom prst="rect">
            <a:avLst/>
          </a:prstGeom>
        </p:spPr>
        <p:txBody>
          <a:bodyPr vert="horz" lIns="91440" tIns="45720" rIns="91440" bIns="45720" rtlCol="0">
            <a:normAutofit/>
          </a:bodyPr>
          <a:lstStyle/>
          <a:p>
            <a:pPr indent="-228600" defTabSz="914400">
              <a:lnSpc>
                <a:spcPct val="120000"/>
              </a:lnSpc>
              <a:spcAft>
                <a:spcPts val="600"/>
              </a:spcAft>
              <a:buSzPct val="125000"/>
              <a:buFont typeface="Arial" panose="020B0604020202020204" pitchFamily="34" charset="0"/>
              <a:buChar char="•"/>
            </a:pPr>
            <a:r>
              <a:rPr lang="en-US"/>
              <a:t>Wang, Q.; Bi, R.; Zheng, S.; Erdogan, A.T.; Qi, Y.; Li, C.; Hua, Y.; Pan, M.; Wang, Y.; Finlayson, N.; et al. Fiber-Based Ultra-High-Speed Diffuse Speckle Contrast Analysis System for Deep Blood Flow Sensing Using a Large SPAD Camera. </a:t>
            </a:r>
            <a:r>
              <a:rPr lang="en-US" i="1"/>
              <a:t>Biosensors</a:t>
            </a:r>
            <a:r>
              <a:rPr lang="en-US"/>
              <a:t> </a:t>
            </a:r>
            <a:r>
              <a:rPr lang="en-US" b="1"/>
              <a:t>2025</a:t>
            </a:r>
            <a:r>
              <a:rPr lang="en-US"/>
              <a:t>, </a:t>
            </a:r>
            <a:r>
              <a:rPr lang="en-US" i="1"/>
              <a:t>15</a:t>
            </a:r>
            <a:r>
              <a:rPr lang="en-US"/>
              <a:t>, 514. https://doi.org/10.3390/bios15080514</a:t>
            </a:r>
          </a:p>
        </p:txBody>
      </p:sp>
      <p:sp>
        <p:nvSpPr>
          <p:cNvPr id="4" name="Slide Number Placeholder 3">
            <a:extLst>
              <a:ext uri="{FF2B5EF4-FFF2-40B4-BE49-F238E27FC236}">
                <a16:creationId xmlns:a16="http://schemas.microsoft.com/office/drawing/2014/main" id="{BF8EF5FE-0BED-0F5A-8B98-5E97164C90BF}"/>
              </a:ext>
            </a:extLst>
          </p:cNvPr>
          <p:cNvSpPr>
            <a:spLocks noGrp="1"/>
          </p:cNvSpPr>
          <p:nvPr>
            <p:ph type="sldNum" sz="quarter" idx="12"/>
          </p:nvPr>
        </p:nvSpPr>
        <p:spPr/>
        <p:txBody>
          <a:bodyPr/>
          <a:lstStyle/>
          <a:p>
            <a:fld id="{2D11AD2F-9457-44B3-A1A5-67FB697FC1E5}" type="slidenum">
              <a:rPr lang="en-US" smtClean="0"/>
              <a:t>53</a:t>
            </a:fld>
            <a:endParaRPr lang="en-US"/>
          </a:p>
        </p:txBody>
      </p:sp>
      <p:pic>
        <p:nvPicPr>
          <p:cNvPr id="6" name="Picture 6" descr="Faculty of Engineering Bar-Ilan University">
            <a:extLst>
              <a:ext uri="{FF2B5EF4-FFF2-40B4-BE49-F238E27FC236}">
                <a16:creationId xmlns:a16="http://schemas.microsoft.com/office/drawing/2014/main" id="{BABC8E4C-999A-3D76-DC0B-756032FF33F2}"/>
              </a:ext>
            </a:extLst>
          </p:cNvPr>
          <p:cNvPicPr/>
          <p:nvPr/>
        </p:nvPicPr>
        <p:blipFill>
          <a:blip r:embed="rId2">
            <a:extLst>
              <a:ext uri="{28A0092B-C50C-407E-A947-70E740481C1C}">
                <a14:useLocalDpi xmlns:a14="http://schemas.microsoft.com/office/drawing/2010/main" val="0"/>
              </a:ext>
            </a:extLst>
          </a:blip>
          <a:stretch>
            <a:fillRect/>
          </a:stretch>
        </p:blipFill>
        <p:spPr bwMode="auto">
          <a:xfrm>
            <a:off x="91074" y="6367558"/>
            <a:ext cx="2023476" cy="55139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Retrospect">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3420</TotalTime>
  <Words>2817</Words>
  <Application>Microsoft Office PowerPoint</Application>
  <PresentationFormat>Widescreen</PresentationFormat>
  <Paragraphs>505</Paragraphs>
  <Slides>53</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53</vt:i4>
      </vt:variant>
    </vt:vector>
  </HeadingPairs>
  <TitlesOfParts>
    <vt:vector size="63" baseType="lpstr">
      <vt:lpstr>Aptos</vt:lpstr>
      <vt:lpstr>Arial</vt:lpstr>
      <vt:lpstr>Calibri</vt:lpstr>
      <vt:lpstr>Calibri Light</vt:lpstr>
      <vt:lpstr>Cambria Math</vt:lpstr>
      <vt:lpstr>Lato</vt:lpstr>
      <vt:lpstr>Raleway ExtraBold</vt:lpstr>
      <vt:lpstr>Tw Cen MT</vt:lpstr>
      <vt:lpstr>Wingdings</vt:lpstr>
      <vt:lpstr>Retrospect</vt:lpstr>
      <vt:lpstr>Pathlength-selective, interferometric Speckle Contrast Optical Spectroscopy</vt:lpstr>
      <vt:lpstr>Table of content</vt:lpstr>
      <vt:lpstr>PowerPoint Presentation</vt:lpstr>
      <vt:lpstr>PowerPoint Presentation</vt:lpstr>
      <vt:lpstr>PowerPoint Presentation</vt:lpstr>
      <vt:lpstr>Relation Between Contrast to Movement -Rational </vt:lpstr>
      <vt:lpstr>SCOS– Main Principles</vt:lpstr>
      <vt:lpstr>SCOS– Main Principles</vt:lpstr>
      <vt:lpstr>Pathlength Selective Interferometric SCOS (PaLS-iSCOS)– Introducing Time and Coherence Gating</vt:lpstr>
      <vt:lpstr>TPSF vs Reference IRF</vt:lpstr>
      <vt:lpstr>PowerPoint Presentation</vt:lpstr>
      <vt:lpstr>Experiment Setup and Design</vt:lpstr>
      <vt:lpstr>PaLS-iSCOS vs Gated SCOS Experiment Setup</vt:lpstr>
      <vt:lpstr>TPSF Measurement With Long Gate</vt:lpstr>
      <vt:lpstr>SCOS Noise Model</vt:lpstr>
      <vt:lpstr>Added SPAD Noise</vt:lpstr>
      <vt:lpstr>Metrics</vt:lpstr>
      <vt:lpstr>PaLS-iSCOS vs Gated SCOS SNR and BPM Experiments</vt:lpstr>
      <vt:lpstr>PaLS-iSCOS vs Gated SCOS Sensitivity Experiments</vt:lpstr>
      <vt:lpstr>PaLS-iSCOS vs Gated SCOS Experiment Pipeline</vt:lpstr>
      <vt:lpstr>PowerPoint Presentation</vt:lpstr>
      <vt:lpstr>Results</vt:lpstr>
      <vt:lpstr>Results –TPSF and IRF</vt:lpstr>
      <vt:lpstr>Results –Gated SCOS (1cm SDS)</vt:lpstr>
      <vt:lpstr>Results –PaLS-iSCOS (1cm SDS)</vt:lpstr>
      <vt:lpstr>Early Results –SNR (1cm SDS)</vt:lpstr>
      <vt:lpstr>Early Results –SNR (1.5cm SDS)</vt:lpstr>
      <vt:lpstr>Early Results –SNR (2.5cm SDS)</vt:lpstr>
      <vt:lpstr>Results –BPM Accuracy </vt:lpstr>
      <vt:lpstr>Results –BPM CV </vt:lpstr>
      <vt:lpstr>Selected SDS for Sensitivity</vt:lpstr>
      <vt:lpstr>Sensitivity Test Example(1cm)</vt:lpstr>
      <vt:lpstr>Sensitivity Test(1cm)</vt:lpstr>
      <vt:lpstr>Sensitivity Test(1.5cm)</vt:lpstr>
      <vt:lpstr>Discussions </vt:lpstr>
      <vt:lpstr>Discussion –TPSF and IRF</vt:lpstr>
      <vt:lpstr>Discussion –SNR and BPM Performance</vt:lpstr>
      <vt:lpstr>Discussion – Signal Quality</vt:lpstr>
      <vt:lpstr>Discussion –Sensitivity Metric Limitations </vt:lpstr>
      <vt:lpstr>Conclusions</vt:lpstr>
      <vt:lpstr>Thank you for listening! Any Questions?</vt:lpstr>
      <vt:lpstr>References</vt:lpstr>
      <vt:lpstr>Supplementary Slides</vt:lpstr>
      <vt:lpstr>TPSF Measurement With Long Gate</vt:lpstr>
      <vt:lpstr>TPSF Measurement With Long Gate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Shira Tziony</dc:creator>
  <cp:lastModifiedBy>Shira Tziony</cp:lastModifiedBy>
  <cp:revision>2</cp:revision>
  <dcterms:created xsi:type="dcterms:W3CDTF">2025-06-08T19:35:45Z</dcterms:created>
  <dcterms:modified xsi:type="dcterms:W3CDTF">2026-08-02T18:11:21Z</dcterms:modified>
</cp:coreProperties>
</file>