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
  </p:notesMasterIdLst>
  <p:handoutMasterIdLst>
    <p:handoutMasterId r:id="rId7"/>
  </p:handoutMasterIdLst>
  <p:sldIdLst>
    <p:sldId id="293" r:id="rId5"/>
  </p:sldIdLst>
  <p:sldSz cx="32399288" cy="43200638"/>
  <p:notesSz cx="6858000" cy="9144000"/>
  <p:defaultTextStyle>
    <a:defPPr>
      <a:defRPr lang="en-US"/>
    </a:defPPr>
    <a:lvl1pPr marL="0" algn="l" defTabSz="3628796" rtl="0" eaLnBrk="1" latinLnBrk="0" hangingPunct="1">
      <a:defRPr sz="7143" kern="1200">
        <a:solidFill>
          <a:schemeClr val="tx1"/>
        </a:solidFill>
        <a:latin typeface="+mn-lt"/>
        <a:ea typeface="+mn-ea"/>
        <a:cs typeface="+mn-cs"/>
      </a:defRPr>
    </a:lvl1pPr>
    <a:lvl2pPr marL="1814398" algn="l" defTabSz="3628796" rtl="0" eaLnBrk="1" latinLnBrk="0" hangingPunct="1">
      <a:defRPr sz="7143" kern="1200">
        <a:solidFill>
          <a:schemeClr val="tx1"/>
        </a:solidFill>
        <a:latin typeface="+mn-lt"/>
        <a:ea typeface="+mn-ea"/>
        <a:cs typeface="+mn-cs"/>
      </a:defRPr>
    </a:lvl2pPr>
    <a:lvl3pPr marL="3628796" algn="l" defTabSz="3628796" rtl="0" eaLnBrk="1" latinLnBrk="0" hangingPunct="1">
      <a:defRPr sz="7143" kern="1200">
        <a:solidFill>
          <a:schemeClr val="tx1"/>
        </a:solidFill>
        <a:latin typeface="+mn-lt"/>
        <a:ea typeface="+mn-ea"/>
        <a:cs typeface="+mn-cs"/>
      </a:defRPr>
    </a:lvl3pPr>
    <a:lvl4pPr marL="5443195" algn="l" defTabSz="3628796" rtl="0" eaLnBrk="1" latinLnBrk="0" hangingPunct="1">
      <a:defRPr sz="7143" kern="1200">
        <a:solidFill>
          <a:schemeClr val="tx1"/>
        </a:solidFill>
        <a:latin typeface="+mn-lt"/>
        <a:ea typeface="+mn-ea"/>
        <a:cs typeface="+mn-cs"/>
      </a:defRPr>
    </a:lvl4pPr>
    <a:lvl5pPr marL="7257593" algn="l" defTabSz="3628796" rtl="0" eaLnBrk="1" latinLnBrk="0" hangingPunct="1">
      <a:defRPr sz="7143" kern="1200">
        <a:solidFill>
          <a:schemeClr val="tx1"/>
        </a:solidFill>
        <a:latin typeface="+mn-lt"/>
        <a:ea typeface="+mn-ea"/>
        <a:cs typeface="+mn-cs"/>
      </a:defRPr>
    </a:lvl5pPr>
    <a:lvl6pPr marL="9071991" algn="l" defTabSz="3628796" rtl="0" eaLnBrk="1" latinLnBrk="0" hangingPunct="1">
      <a:defRPr sz="7143" kern="1200">
        <a:solidFill>
          <a:schemeClr val="tx1"/>
        </a:solidFill>
        <a:latin typeface="+mn-lt"/>
        <a:ea typeface="+mn-ea"/>
        <a:cs typeface="+mn-cs"/>
      </a:defRPr>
    </a:lvl6pPr>
    <a:lvl7pPr marL="10886389" algn="l" defTabSz="3628796" rtl="0" eaLnBrk="1" latinLnBrk="0" hangingPunct="1">
      <a:defRPr sz="7143" kern="1200">
        <a:solidFill>
          <a:schemeClr val="tx1"/>
        </a:solidFill>
        <a:latin typeface="+mn-lt"/>
        <a:ea typeface="+mn-ea"/>
        <a:cs typeface="+mn-cs"/>
      </a:defRPr>
    </a:lvl7pPr>
    <a:lvl8pPr marL="12700787" algn="l" defTabSz="3628796" rtl="0" eaLnBrk="1" latinLnBrk="0" hangingPunct="1">
      <a:defRPr sz="7143" kern="1200">
        <a:solidFill>
          <a:schemeClr val="tx1"/>
        </a:solidFill>
        <a:latin typeface="+mn-lt"/>
        <a:ea typeface="+mn-ea"/>
        <a:cs typeface="+mn-cs"/>
      </a:defRPr>
    </a:lvl8pPr>
    <a:lvl9pPr marL="14515186" algn="l" defTabSz="3628796" rtl="0" eaLnBrk="1" latinLnBrk="0" hangingPunct="1">
      <a:defRPr sz="7143" kern="1200">
        <a:solidFill>
          <a:schemeClr val="tx1"/>
        </a:solidFill>
        <a:latin typeface="+mn-lt"/>
        <a:ea typeface="+mn-ea"/>
        <a:cs typeface="+mn-cs"/>
      </a:defRPr>
    </a:lvl9pPr>
  </p:defaultTextStyle>
  <p:extLst>
    <p:ext uri="{EFAFB233-063F-42B5-8137-9DF3F51BA10A}">
      <p15:sldGuideLst xmlns:p15="http://schemas.microsoft.com/office/powerpoint/2012/main">
        <p15:guide id="1" pos="1525" userDrawn="1">
          <p15:clr>
            <a:srgbClr val="A4A3A4"/>
          </p15:clr>
        </p15:guide>
        <p15:guide id="2" pos="11531" userDrawn="1">
          <p15:clr>
            <a:srgbClr val="A4A3A4"/>
          </p15:clr>
        </p15:guide>
        <p15:guide id="3" orient="horz" pos="1360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B98698-B473-4DC9-ABDB-F752F76585A2}" v="20" dt="2026-09-08T15:12:39.4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652"/>
    <p:restoredTop sz="95179"/>
  </p:normalViewPr>
  <p:slideViewPr>
    <p:cSldViewPr snapToGrid="0" snapToObjects="1">
      <p:cViewPr>
        <p:scale>
          <a:sx n="33" d="100"/>
          <a:sy n="33" d="100"/>
        </p:scale>
        <p:origin x="453" y="-1020"/>
      </p:cViewPr>
      <p:guideLst>
        <p:guide pos="1525"/>
        <p:guide pos="11531"/>
        <p:guide orient="horz" pos="13607"/>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87" d="100"/>
          <a:sy n="87" d="100"/>
        </p:scale>
        <p:origin x="2568"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ra Tziony" userId="1e73dfbc-599d-4f7d-924b-f18c59617c6c" providerId="ADAL" clId="{10F76ED8-25F1-4C4E-B6D7-CF79958B146E}"/>
    <pc:docChg chg="undo custSel modSld">
      <pc:chgData name="Shira Tziony" userId="1e73dfbc-599d-4f7d-924b-f18c59617c6c" providerId="ADAL" clId="{10F76ED8-25F1-4C4E-B6D7-CF79958B146E}" dt="2026-09-08T15:18:55.094" v="967" actId="20577"/>
      <pc:docMkLst>
        <pc:docMk/>
      </pc:docMkLst>
      <pc:sldChg chg="addSp delSp modSp mod">
        <pc:chgData name="Shira Tziony" userId="1e73dfbc-599d-4f7d-924b-f18c59617c6c" providerId="ADAL" clId="{10F76ED8-25F1-4C4E-B6D7-CF79958B146E}" dt="2026-09-08T15:18:55.094" v="967" actId="20577"/>
        <pc:sldMkLst>
          <pc:docMk/>
          <pc:sldMk cId="1281719100" sldId="293"/>
        </pc:sldMkLst>
        <pc:spChg chg="add mod">
          <ac:chgData name="Shira Tziony" userId="1e73dfbc-599d-4f7d-924b-f18c59617c6c" providerId="ADAL" clId="{10F76ED8-25F1-4C4E-B6D7-CF79958B146E}" dt="2026-09-08T15:06:43.606" v="921" actId="478"/>
          <ac:spMkLst>
            <pc:docMk/>
            <pc:sldMk cId="1281719100" sldId="293"/>
            <ac:spMk id="5" creationId="{E16245F6-8531-5708-48AC-725E78CEEA7A}"/>
          </ac:spMkLst>
        </pc:spChg>
        <pc:spChg chg="add del">
          <ac:chgData name="Shira Tziony" userId="1e73dfbc-599d-4f7d-924b-f18c59617c6c" providerId="ADAL" clId="{10F76ED8-25F1-4C4E-B6D7-CF79958B146E}" dt="2026-09-08T14:33:24.058" v="52" actId="931"/>
          <ac:spMkLst>
            <pc:docMk/>
            <pc:sldMk cId="1281719100" sldId="293"/>
            <ac:spMk id="94" creationId="{738542BC-1F68-82DF-C42D-F7C88DAB2133}"/>
          </ac:spMkLst>
        </pc:spChg>
        <pc:spChg chg="mod">
          <ac:chgData name="Shira Tziony" userId="1e73dfbc-599d-4f7d-924b-f18c59617c6c" providerId="ADAL" clId="{10F76ED8-25F1-4C4E-B6D7-CF79958B146E}" dt="2026-09-08T15:18:55.094" v="967" actId="20577"/>
          <ac:spMkLst>
            <pc:docMk/>
            <pc:sldMk cId="1281719100" sldId="293"/>
            <ac:spMk id="100" creationId="{214997DF-2149-E980-4B48-468EAE9F5F94}"/>
          </ac:spMkLst>
        </pc:spChg>
        <pc:spChg chg="del">
          <ac:chgData name="Shira Tziony" userId="1e73dfbc-599d-4f7d-924b-f18c59617c6c" providerId="ADAL" clId="{10F76ED8-25F1-4C4E-B6D7-CF79958B146E}" dt="2026-09-08T14:25:05.682" v="13" actId="931"/>
          <ac:spMkLst>
            <pc:docMk/>
            <pc:sldMk cId="1281719100" sldId="293"/>
            <ac:spMk id="101" creationId="{02896EDD-D0D0-2F49-9BA4-9D5D543EAE0D}"/>
          </ac:spMkLst>
        </pc:spChg>
        <pc:spChg chg="add del">
          <ac:chgData name="Shira Tziony" userId="1e73dfbc-599d-4f7d-924b-f18c59617c6c" providerId="ADAL" clId="{10F76ED8-25F1-4C4E-B6D7-CF79958B146E}" dt="2026-09-08T14:24:42.174" v="12" actId="931"/>
          <ac:spMkLst>
            <pc:docMk/>
            <pc:sldMk cId="1281719100" sldId="293"/>
            <ac:spMk id="103" creationId="{E8B6401A-9204-6008-6648-958C832F2949}"/>
          </ac:spMkLst>
        </pc:spChg>
        <pc:spChg chg="mod">
          <ac:chgData name="Shira Tziony" userId="1e73dfbc-599d-4f7d-924b-f18c59617c6c" providerId="ADAL" clId="{10F76ED8-25F1-4C4E-B6D7-CF79958B146E}" dt="2026-09-08T14:56:27.698" v="804"/>
          <ac:spMkLst>
            <pc:docMk/>
            <pc:sldMk cId="1281719100" sldId="293"/>
            <ac:spMk id="104" creationId="{89BD2C92-B96B-10E6-5846-321B6E35E0C7}"/>
          </ac:spMkLst>
        </pc:spChg>
        <pc:spChg chg="del">
          <ac:chgData name="Shira Tziony" userId="1e73dfbc-599d-4f7d-924b-f18c59617c6c" providerId="ADAL" clId="{10F76ED8-25F1-4C4E-B6D7-CF79958B146E}" dt="2026-09-08T14:43:30.884" v="132" actId="931"/>
          <ac:spMkLst>
            <pc:docMk/>
            <pc:sldMk cId="1281719100" sldId="293"/>
            <ac:spMk id="106" creationId="{2254E6CC-F00F-B05F-CD33-44A20EB51542}"/>
          </ac:spMkLst>
        </pc:spChg>
        <pc:spChg chg="mod">
          <ac:chgData name="Shira Tziony" userId="1e73dfbc-599d-4f7d-924b-f18c59617c6c" providerId="ADAL" clId="{10F76ED8-25F1-4C4E-B6D7-CF79958B146E}" dt="2026-09-08T15:17:12.540" v="956" actId="313"/>
          <ac:spMkLst>
            <pc:docMk/>
            <pc:sldMk cId="1281719100" sldId="293"/>
            <ac:spMk id="107" creationId="{E6BA8142-5D25-61A8-E8B2-88978AFB0680}"/>
          </ac:spMkLst>
        </pc:spChg>
        <pc:spChg chg="add del mod">
          <ac:chgData name="Shira Tziony" userId="1e73dfbc-599d-4f7d-924b-f18c59617c6c" providerId="ADAL" clId="{10F76ED8-25F1-4C4E-B6D7-CF79958B146E}" dt="2026-09-08T14:28:59.103" v="43" actId="931"/>
          <ac:spMkLst>
            <pc:docMk/>
            <pc:sldMk cId="1281719100" sldId="293"/>
            <ac:spMk id="108" creationId="{9431DF81-7C4B-BD5C-8765-642F50F20AB5}"/>
          </ac:spMkLst>
        </pc:spChg>
        <pc:spChg chg="mod">
          <ac:chgData name="Shira Tziony" userId="1e73dfbc-599d-4f7d-924b-f18c59617c6c" providerId="ADAL" clId="{10F76ED8-25F1-4C4E-B6D7-CF79958B146E}" dt="2026-09-08T15:01:25.982" v="826" actId="20577"/>
          <ac:spMkLst>
            <pc:docMk/>
            <pc:sldMk cId="1281719100" sldId="293"/>
            <ac:spMk id="111" creationId="{F1555B61-64BF-592B-A06C-37D3974A44F3}"/>
          </ac:spMkLst>
        </pc:spChg>
        <pc:spChg chg="mod">
          <ac:chgData name="Shira Tziony" userId="1e73dfbc-599d-4f7d-924b-f18c59617c6c" providerId="ADAL" clId="{10F76ED8-25F1-4C4E-B6D7-CF79958B146E}" dt="2026-09-08T14:57:20.163" v="816" actId="20577"/>
          <ac:spMkLst>
            <pc:docMk/>
            <pc:sldMk cId="1281719100" sldId="293"/>
            <ac:spMk id="112" creationId="{880C7E77-CBEC-D463-D140-53D1D732FDBA}"/>
          </ac:spMkLst>
        </pc:spChg>
        <pc:spChg chg="mod">
          <ac:chgData name="Shira Tziony" userId="1e73dfbc-599d-4f7d-924b-f18c59617c6c" providerId="ADAL" clId="{10F76ED8-25F1-4C4E-B6D7-CF79958B146E}" dt="2026-09-08T15:02:00.769" v="830" actId="20577"/>
          <ac:spMkLst>
            <pc:docMk/>
            <pc:sldMk cId="1281719100" sldId="293"/>
            <ac:spMk id="114" creationId="{86E3ABF2-DF68-1741-44B3-CC65EB89DF6F}"/>
          </ac:spMkLst>
        </pc:spChg>
        <pc:spChg chg="add del mod">
          <ac:chgData name="Shira Tziony" userId="1e73dfbc-599d-4f7d-924b-f18c59617c6c" providerId="ADAL" clId="{10F76ED8-25F1-4C4E-B6D7-CF79958B146E}" dt="2026-09-08T14:28:35.006" v="42" actId="931"/>
          <ac:spMkLst>
            <pc:docMk/>
            <pc:sldMk cId="1281719100" sldId="293"/>
            <ac:spMk id="116" creationId="{388D5346-9021-729C-22ED-A242D91850A8}"/>
          </ac:spMkLst>
        </pc:spChg>
        <pc:spChg chg="mod">
          <ac:chgData name="Shira Tziony" userId="1e73dfbc-599d-4f7d-924b-f18c59617c6c" providerId="ADAL" clId="{10F76ED8-25F1-4C4E-B6D7-CF79958B146E}" dt="2026-09-08T15:02:48.347" v="849" actId="20577"/>
          <ac:spMkLst>
            <pc:docMk/>
            <pc:sldMk cId="1281719100" sldId="293"/>
            <ac:spMk id="117" creationId="{B85A5320-0E82-FF41-E44F-11CC0553C0C1}"/>
          </ac:spMkLst>
        </pc:spChg>
        <pc:spChg chg="mod">
          <ac:chgData name="Shira Tziony" userId="1e73dfbc-599d-4f7d-924b-f18c59617c6c" providerId="ADAL" clId="{10F76ED8-25F1-4C4E-B6D7-CF79958B146E}" dt="2026-09-08T14:30:18.375" v="51" actId="20577"/>
          <ac:spMkLst>
            <pc:docMk/>
            <pc:sldMk cId="1281719100" sldId="293"/>
            <ac:spMk id="118" creationId="{18D5990A-D4DD-6B83-F34E-712103A64085}"/>
          </ac:spMkLst>
        </pc:spChg>
        <pc:spChg chg="mod">
          <ac:chgData name="Shira Tziony" userId="1e73dfbc-599d-4f7d-924b-f18c59617c6c" providerId="ADAL" clId="{10F76ED8-25F1-4C4E-B6D7-CF79958B146E}" dt="2026-09-08T14:30:12.275" v="48" actId="20577"/>
          <ac:spMkLst>
            <pc:docMk/>
            <pc:sldMk cId="1281719100" sldId="293"/>
            <ac:spMk id="120" creationId="{46B56CCF-0F51-0F84-6445-B178F07111B8}"/>
          </ac:spMkLst>
        </pc:spChg>
        <pc:spChg chg="add del mod">
          <ac:chgData name="Shira Tziony" userId="1e73dfbc-599d-4f7d-924b-f18c59617c6c" providerId="ADAL" clId="{10F76ED8-25F1-4C4E-B6D7-CF79958B146E}" dt="2026-09-08T14:30:03.952" v="44" actId="931"/>
          <ac:spMkLst>
            <pc:docMk/>
            <pc:sldMk cId="1281719100" sldId="293"/>
            <ac:spMk id="121" creationId="{13893AA9-A499-75E1-336A-E36042517D10}"/>
          </ac:spMkLst>
        </pc:spChg>
        <pc:spChg chg="mod">
          <ac:chgData name="Shira Tziony" userId="1e73dfbc-599d-4f7d-924b-f18c59617c6c" providerId="ADAL" clId="{10F76ED8-25F1-4C4E-B6D7-CF79958B146E}" dt="2026-09-08T15:12:45.659" v="955" actId="20577"/>
          <ac:spMkLst>
            <pc:docMk/>
            <pc:sldMk cId="1281719100" sldId="293"/>
            <ac:spMk id="122" creationId="{2FD98FD5-536C-061F-5240-F5C5CEB19FF8}"/>
          </ac:spMkLst>
        </pc:spChg>
        <pc:spChg chg="add del mod">
          <ac:chgData name="Shira Tziony" userId="1e73dfbc-599d-4f7d-924b-f18c59617c6c" providerId="ADAL" clId="{10F76ED8-25F1-4C4E-B6D7-CF79958B146E}" dt="2026-09-08T14:33:24.058" v="52" actId="931"/>
          <ac:spMkLst>
            <pc:docMk/>
            <pc:sldMk cId="1281719100" sldId="293"/>
            <ac:spMk id="124" creationId="{7D35E168-8130-9302-AEB7-FE4647401F35}"/>
          </ac:spMkLst>
        </pc:spChg>
        <pc:spChg chg="mod">
          <ac:chgData name="Shira Tziony" userId="1e73dfbc-599d-4f7d-924b-f18c59617c6c" providerId="ADAL" clId="{10F76ED8-25F1-4C4E-B6D7-CF79958B146E}" dt="2026-09-08T15:03:50.868" v="875" actId="20577"/>
          <ac:spMkLst>
            <pc:docMk/>
            <pc:sldMk cId="1281719100" sldId="293"/>
            <ac:spMk id="147" creationId="{00000000-0000-0000-0000-000000000000}"/>
          </ac:spMkLst>
        </pc:spChg>
        <pc:spChg chg="mod">
          <ac:chgData name="Shira Tziony" userId="1e73dfbc-599d-4f7d-924b-f18c59617c6c" providerId="ADAL" clId="{10F76ED8-25F1-4C4E-B6D7-CF79958B146E}" dt="2026-09-08T15:04:32.175" v="911" actId="20577"/>
          <ac:spMkLst>
            <pc:docMk/>
            <pc:sldMk cId="1281719100" sldId="293"/>
            <ac:spMk id="150" creationId="{00000000-0000-0000-0000-000000000000}"/>
          </ac:spMkLst>
        </pc:spChg>
        <pc:graphicFrameChg chg="mod modGraphic">
          <ac:chgData name="Shira Tziony" userId="1e73dfbc-599d-4f7d-924b-f18c59617c6c" providerId="ADAL" clId="{10F76ED8-25F1-4C4E-B6D7-CF79958B146E}" dt="2026-09-08T15:17:38.382" v="964" actId="20577"/>
          <ac:graphicFrameMkLst>
            <pc:docMk/>
            <pc:sldMk cId="1281719100" sldId="293"/>
            <ac:graphicFrameMk id="151" creationId="{00000000-0000-0000-0000-000000000000}"/>
          </ac:graphicFrameMkLst>
        </pc:graphicFrameChg>
        <pc:picChg chg="add mod">
          <ac:chgData name="Shira Tziony" userId="1e73dfbc-599d-4f7d-924b-f18c59617c6c" providerId="ADAL" clId="{10F76ED8-25F1-4C4E-B6D7-CF79958B146E}" dt="2026-09-08T14:43:30.884" v="132" actId="931"/>
          <ac:picMkLst>
            <pc:docMk/>
            <pc:sldMk cId="1281719100" sldId="293"/>
            <ac:picMk id="3" creationId="{04108B08-FEB0-0C63-2AF8-37CD0CE5BA24}"/>
          </ac:picMkLst>
        </pc:picChg>
        <pc:picChg chg="add del mod">
          <ac:chgData name="Shira Tziony" userId="1e73dfbc-599d-4f7d-924b-f18c59617c6c" providerId="ADAL" clId="{10F76ED8-25F1-4C4E-B6D7-CF79958B146E}" dt="2026-09-08T14:23:26.624" v="7" actId="478"/>
          <ac:picMkLst>
            <pc:docMk/>
            <pc:sldMk cId="1281719100" sldId="293"/>
            <ac:picMk id="3" creationId="{5473FC6C-0266-6A13-39E3-B8EF4BCF4BC7}"/>
          </ac:picMkLst>
        </pc:picChg>
        <pc:picChg chg="add del mod">
          <ac:chgData name="Shira Tziony" userId="1e73dfbc-599d-4f7d-924b-f18c59617c6c" providerId="ADAL" clId="{10F76ED8-25F1-4C4E-B6D7-CF79958B146E}" dt="2026-09-08T14:23:43.727" v="9" actId="22"/>
          <ac:picMkLst>
            <pc:docMk/>
            <pc:sldMk cId="1281719100" sldId="293"/>
            <ac:picMk id="5" creationId="{C083958D-1761-A8AA-D295-C80EE0BBFBD5}"/>
          </ac:picMkLst>
        </pc:picChg>
        <pc:picChg chg="add mod">
          <ac:chgData name="Shira Tziony" userId="1e73dfbc-599d-4f7d-924b-f18c59617c6c" providerId="ADAL" clId="{10F76ED8-25F1-4C4E-B6D7-CF79958B146E}" dt="2026-09-08T14:24:18.367" v="11" actId="931"/>
          <ac:picMkLst>
            <pc:docMk/>
            <pc:sldMk cId="1281719100" sldId="293"/>
            <ac:picMk id="7" creationId="{72FB0EC8-095D-231E-6797-55D08AE4C6B7}"/>
          </ac:picMkLst>
        </pc:picChg>
        <pc:picChg chg="add mod">
          <ac:chgData name="Shira Tziony" userId="1e73dfbc-599d-4f7d-924b-f18c59617c6c" providerId="ADAL" clId="{10F76ED8-25F1-4C4E-B6D7-CF79958B146E}" dt="2026-09-08T14:24:42.174" v="12" actId="931"/>
          <ac:picMkLst>
            <pc:docMk/>
            <pc:sldMk cId="1281719100" sldId="293"/>
            <ac:picMk id="9" creationId="{5D69BE94-696B-D652-4A53-9D6E91CEA0A0}"/>
          </ac:picMkLst>
        </pc:picChg>
        <pc:picChg chg="add mod">
          <ac:chgData name="Shira Tziony" userId="1e73dfbc-599d-4f7d-924b-f18c59617c6c" providerId="ADAL" clId="{10F76ED8-25F1-4C4E-B6D7-CF79958B146E}" dt="2026-09-08T14:25:05.682" v="13" actId="931"/>
          <ac:picMkLst>
            <pc:docMk/>
            <pc:sldMk cId="1281719100" sldId="293"/>
            <ac:picMk id="11" creationId="{897F2D50-6F17-7DE1-6D4C-1045BA984CE3}"/>
          </ac:picMkLst>
        </pc:picChg>
        <pc:picChg chg="add mod">
          <ac:chgData name="Shira Tziony" userId="1e73dfbc-599d-4f7d-924b-f18c59617c6c" providerId="ADAL" clId="{10F76ED8-25F1-4C4E-B6D7-CF79958B146E}" dt="2026-09-08T14:35:09.276" v="129" actId="1037"/>
          <ac:picMkLst>
            <pc:docMk/>
            <pc:sldMk cId="1281719100" sldId="293"/>
            <ac:picMk id="13" creationId="{07E28FD2-7DB9-DE30-CFD6-E7A419E9AD8B}"/>
          </ac:picMkLst>
        </pc:picChg>
        <pc:picChg chg="add mod">
          <ac:chgData name="Shira Tziony" userId="1e73dfbc-599d-4f7d-924b-f18c59617c6c" providerId="ADAL" clId="{10F76ED8-25F1-4C4E-B6D7-CF79958B146E}" dt="2026-09-08T14:34:36.513" v="84" actId="1037"/>
          <ac:picMkLst>
            <pc:docMk/>
            <pc:sldMk cId="1281719100" sldId="293"/>
            <ac:picMk id="15" creationId="{D361AB34-0874-3628-24F0-50E9E409E214}"/>
          </ac:picMkLst>
        </pc:picChg>
        <pc:picChg chg="add mod">
          <ac:chgData name="Shira Tziony" userId="1e73dfbc-599d-4f7d-924b-f18c59617c6c" providerId="ADAL" clId="{10F76ED8-25F1-4C4E-B6D7-CF79958B146E}" dt="2026-09-08T14:34:14.435" v="67" actId="1037"/>
          <ac:picMkLst>
            <pc:docMk/>
            <pc:sldMk cId="1281719100" sldId="293"/>
            <ac:picMk id="17" creationId="{B2745BA5-5535-91F5-EE5C-DE9E24B55A7B}"/>
          </ac:picMkLst>
        </pc:picChg>
        <pc:picChg chg="add mod">
          <ac:chgData name="Shira Tziony" userId="1e73dfbc-599d-4f7d-924b-f18c59617c6c" providerId="ADAL" clId="{10F76ED8-25F1-4C4E-B6D7-CF79958B146E}" dt="2026-09-08T14:33:53.555" v="57" actId="14100"/>
          <ac:picMkLst>
            <pc:docMk/>
            <pc:sldMk cId="1281719100" sldId="293"/>
            <ac:picMk id="19" creationId="{12C01DDC-4BC1-4E07-53DD-97C5CB9D94E9}"/>
          </ac:picMkLst>
        </pc:picChg>
        <pc:picChg chg="add del mod">
          <ac:chgData name="Shira Tziony" userId="1e73dfbc-599d-4f7d-924b-f18c59617c6c" providerId="ADAL" clId="{10F76ED8-25F1-4C4E-B6D7-CF79958B146E}" dt="2026-09-08T15:06:43.606" v="921" actId="478"/>
          <ac:picMkLst>
            <pc:docMk/>
            <pc:sldMk cId="1281719100" sldId="293"/>
            <ac:picMk id="21" creationId="{DA45EF94-11DF-3706-B35E-0C88B5681B8A}"/>
          </ac:picMkLst>
        </pc:picChg>
        <pc:picChg chg="mod modCrop">
          <ac:chgData name="Shira Tziony" userId="1e73dfbc-599d-4f7d-924b-f18c59617c6c" providerId="ADAL" clId="{10F76ED8-25F1-4C4E-B6D7-CF79958B146E}" dt="2026-09-08T14:20:31.886" v="1" actId="732"/>
          <ac:picMkLst>
            <pc:docMk/>
            <pc:sldMk cId="1281719100" sldId="293"/>
            <ac:picMk id="96"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sz="quarter" idx="1"/>
          </p:nvPr>
        </p:nvSpPr>
        <p:spPr>
          <a:xfrm>
            <a:off x="1588" y="0"/>
            <a:ext cx="2971800" cy="458788"/>
          </a:xfrm>
          <a:prstGeom prst="rect">
            <a:avLst/>
          </a:prstGeom>
        </p:spPr>
        <p:txBody>
          <a:bodyPr vert="horz" lIns="91440" tIns="45720" rIns="91440" bIns="45720" rtlCol="1"/>
          <a:lstStyle>
            <a:lvl1pPr algn="l">
              <a:defRPr sz="1200"/>
            </a:lvl1pPr>
          </a:lstStyle>
          <a:p>
            <a:fld id="{F83F0EC9-4A05-495C-8B9B-5F3C26434F53}" type="datetimeFigureOut">
              <a:rPr lang="he-IL" smtClean="0"/>
              <a:t>ז'/תשרי/תשפ"ז</a:t>
            </a:fld>
            <a:endParaRPr lang="he-IL"/>
          </a:p>
        </p:txBody>
      </p:sp>
      <p:sp>
        <p:nvSpPr>
          <p:cNvPr id="4" name="מציין מיקום של כותרת תחתונה 3"/>
          <p:cNvSpPr>
            <a:spLocks noGrp="1"/>
          </p:cNvSpPr>
          <p:nvPr>
            <p:ph type="ftr" sz="quarter" idx="2"/>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5" name="מציין מיקום של מספר שקופית 4"/>
          <p:cNvSpPr>
            <a:spLocks noGrp="1"/>
          </p:cNvSpPr>
          <p:nvPr>
            <p:ph type="sldNum" sz="quarter" idx="3"/>
          </p:nvPr>
        </p:nvSpPr>
        <p:spPr>
          <a:xfrm>
            <a:off x="1588" y="8685213"/>
            <a:ext cx="2971800" cy="458787"/>
          </a:xfrm>
          <a:prstGeom prst="rect">
            <a:avLst/>
          </a:prstGeom>
        </p:spPr>
        <p:txBody>
          <a:bodyPr vert="horz" lIns="91440" tIns="45720" rIns="91440" bIns="45720" rtlCol="1" anchor="b"/>
          <a:lstStyle>
            <a:lvl1pPr algn="l">
              <a:defRPr sz="1200"/>
            </a:lvl1pPr>
          </a:lstStyle>
          <a:p>
            <a:fld id="{F62DAD4D-23A0-49A2-8DC7-14E667B7968E}" type="slidenum">
              <a:rPr lang="he-IL" smtClean="0"/>
              <a:t>‹#›</a:t>
            </a:fld>
            <a:endParaRPr lang="he-IL"/>
          </a:p>
        </p:txBody>
      </p:sp>
    </p:spTree>
    <p:extLst>
      <p:ext uri="{BB962C8B-B14F-4D97-AF65-F5344CB8AC3E}">
        <p14:creationId xmlns:p14="http://schemas.microsoft.com/office/powerpoint/2010/main" val="22773596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018477-F866-D644-BD5F-24E42B87B320}" type="datetimeFigureOut">
              <a:rPr lang="en-US" smtClean="0"/>
              <a:t>9/18/2026</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C95FAE-557F-5443-B39B-B81E0A60D1E1}" type="slidenum">
              <a:rPr lang="en-US" smtClean="0"/>
              <a:t>‹#›</a:t>
            </a:fld>
            <a:endParaRPr lang="en-US"/>
          </a:p>
        </p:txBody>
      </p:sp>
    </p:spTree>
    <p:extLst>
      <p:ext uri="{BB962C8B-B14F-4D97-AF65-F5344CB8AC3E}">
        <p14:creationId xmlns:p14="http://schemas.microsoft.com/office/powerpoint/2010/main" val="1061718906"/>
      </p:ext>
    </p:extLst>
  </p:cSld>
  <p:clrMap bg1="lt1" tx1="dk1" bg2="lt2" tx2="dk2" accent1="accent1" accent2="accent2" accent3="accent3" accent4="accent4" accent5="accent5" accent6="accent6" hlink="hlink" folHlink="folHlink"/>
  <p:notesStyle>
    <a:lvl1pPr marL="0" algn="l" defTabSz="3628796" rtl="0" eaLnBrk="1" latinLnBrk="0" hangingPunct="1">
      <a:defRPr sz="4762" kern="1200">
        <a:solidFill>
          <a:schemeClr val="tx1"/>
        </a:solidFill>
        <a:latin typeface="+mn-lt"/>
        <a:ea typeface="+mn-ea"/>
        <a:cs typeface="+mn-cs"/>
      </a:defRPr>
    </a:lvl1pPr>
    <a:lvl2pPr marL="1814398" algn="l" defTabSz="3628796" rtl="0" eaLnBrk="1" latinLnBrk="0" hangingPunct="1">
      <a:defRPr sz="4762" kern="1200">
        <a:solidFill>
          <a:schemeClr val="tx1"/>
        </a:solidFill>
        <a:latin typeface="+mn-lt"/>
        <a:ea typeface="+mn-ea"/>
        <a:cs typeface="+mn-cs"/>
      </a:defRPr>
    </a:lvl2pPr>
    <a:lvl3pPr marL="3628796" algn="l" defTabSz="3628796" rtl="0" eaLnBrk="1" latinLnBrk="0" hangingPunct="1">
      <a:defRPr sz="4762" kern="1200">
        <a:solidFill>
          <a:schemeClr val="tx1"/>
        </a:solidFill>
        <a:latin typeface="+mn-lt"/>
        <a:ea typeface="+mn-ea"/>
        <a:cs typeface="+mn-cs"/>
      </a:defRPr>
    </a:lvl3pPr>
    <a:lvl4pPr marL="5443195" algn="l" defTabSz="3628796" rtl="0" eaLnBrk="1" latinLnBrk="0" hangingPunct="1">
      <a:defRPr sz="4762" kern="1200">
        <a:solidFill>
          <a:schemeClr val="tx1"/>
        </a:solidFill>
        <a:latin typeface="+mn-lt"/>
        <a:ea typeface="+mn-ea"/>
        <a:cs typeface="+mn-cs"/>
      </a:defRPr>
    </a:lvl4pPr>
    <a:lvl5pPr marL="7257593" algn="l" defTabSz="3628796" rtl="0" eaLnBrk="1" latinLnBrk="0" hangingPunct="1">
      <a:defRPr sz="4762" kern="1200">
        <a:solidFill>
          <a:schemeClr val="tx1"/>
        </a:solidFill>
        <a:latin typeface="+mn-lt"/>
        <a:ea typeface="+mn-ea"/>
        <a:cs typeface="+mn-cs"/>
      </a:defRPr>
    </a:lvl5pPr>
    <a:lvl6pPr marL="9071991" algn="l" defTabSz="3628796" rtl="0" eaLnBrk="1" latinLnBrk="0" hangingPunct="1">
      <a:defRPr sz="4762" kern="1200">
        <a:solidFill>
          <a:schemeClr val="tx1"/>
        </a:solidFill>
        <a:latin typeface="+mn-lt"/>
        <a:ea typeface="+mn-ea"/>
        <a:cs typeface="+mn-cs"/>
      </a:defRPr>
    </a:lvl6pPr>
    <a:lvl7pPr marL="10886389" algn="l" defTabSz="3628796" rtl="0" eaLnBrk="1" latinLnBrk="0" hangingPunct="1">
      <a:defRPr sz="4762" kern="1200">
        <a:solidFill>
          <a:schemeClr val="tx1"/>
        </a:solidFill>
        <a:latin typeface="+mn-lt"/>
        <a:ea typeface="+mn-ea"/>
        <a:cs typeface="+mn-cs"/>
      </a:defRPr>
    </a:lvl7pPr>
    <a:lvl8pPr marL="12700787" algn="l" defTabSz="3628796" rtl="0" eaLnBrk="1" latinLnBrk="0" hangingPunct="1">
      <a:defRPr sz="4762" kern="1200">
        <a:solidFill>
          <a:schemeClr val="tx1"/>
        </a:solidFill>
        <a:latin typeface="+mn-lt"/>
        <a:ea typeface="+mn-ea"/>
        <a:cs typeface="+mn-cs"/>
      </a:defRPr>
    </a:lvl8pPr>
    <a:lvl9pPr marL="14515186" algn="l" defTabSz="3628796" rtl="0" eaLnBrk="1" latinLnBrk="0" hangingPunct="1">
      <a:defRPr sz="4762"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6_Title Slide">
    <p:bg>
      <p:bgPr>
        <a:solidFill>
          <a:schemeClr val="tx2"/>
        </a:solidFill>
        <a:effectLst/>
      </p:bgPr>
    </p:bg>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78830EA4-CC96-C2E2-3930-5C10A0AE3886}"/>
              </a:ext>
            </a:extLst>
          </p:cNvPr>
          <p:cNvSpPr/>
          <p:nvPr userDrawn="1"/>
        </p:nvSpPr>
        <p:spPr>
          <a:xfrm>
            <a:off x="0" y="34529095"/>
            <a:ext cx="32399288" cy="8671542"/>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60" name="Picture 59" descr="A black and white logo&#10;&#10;Description automatically generated with low confidence">
            <a:extLst>
              <a:ext uri="{FF2B5EF4-FFF2-40B4-BE49-F238E27FC236}">
                <a16:creationId xmlns:a16="http://schemas.microsoft.com/office/drawing/2014/main" id="{2A699AB0-A24D-0580-F307-612BA63AA614}"/>
              </a:ext>
            </a:extLst>
          </p:cNvPr>
          <p:cNvPicPr>
            <a:picLocks noChangeAspect="1"/>
          </p:cNvPicPr>
          <p:nvPr userDrawn="1"/>
        </p:nvPicPr>
        <p:blipFill rotWithShape="1">
          <a:blip r:embed="rId2"/>
          <a:srcRect l="24935" b="13111"/>
          <a:stretch/>
        </p:blipFill>
        <p:spPr>
          <a:xfrm flipH="1">
            <a:off x="20037678" y="28891972"/>
            <a:ext cx="12361609" cy="14308666"/>
          </a:xfrm>
          <a:prstGeom prst="rect">
            <a:avLst/>
          </a:prstGeom>
        </p:spPr>
      </p:pic>
      <p:sp>
        <p:nvSpPr>
          <p:cNvPr id="2" name="Title 1"/>
          <p:cNvSpPr>
            <a:spLocks noGrp="1"/>
          </p:cNvSpPr>
          <p:nvPr>
            <p:ph type="ctrTitle" hasCustomPrompt="1"/>
          </p:nvPr>
        </p:nvSpPr>
        <p:spPr>
          <a:xfrm flipH="1">
            <a:off x="1633960" y="4005865"/>
            <a:ext cx="29079122" cy="1906786"/>
          </a:xfrm>
        </p:spPr>
        <p:txBody>
          <a:bodyPr anchor="b">
            <a:noAutofit/>
          </a:bodyPr>
          <a:lstStyle>
            <a:lvl1pPr algn="l">
              <a:defRPr sz="8000" baseline="0">
                <a:solidFill>
                  <a:schemeClr val="bg1"/>
                </a:solidFill>
              </a:defRPr>
            </a:lvl1pPr>
          </a:lstStyle>
          <a:p>
            <a:r>
              <a:rPr lang="en-US" dirty="0"/>
              <a:t>Research Title</a:t>
            </a:r>
          </a:p>
        </p:txBody>
      </p:sp>
      <p:sp>
        <p:nvSpPr>
          <p:cNvPr id="3" name="Subtitle 2"/>
          <p:cNvSpPr>
            <a:spLocks noGrp="1"/>
          </p:cNvSpPr>
          <p:nvPr>
            <p:ph type="subTitle" idx="1" hasCustomPrompt="1"/>
          </p:nvPr>
        </p:nvSpPr>
        <p:spPr>
          <a:xfrm flipH="1">
            <a:off x="1633960" y="6443351"/>
            <a:ext cx="29079122" cy="1136571"/>
          </a:xfrm>
        </p:spPr>
        <p:txBody>
          <a:bodyPr>
            <a:noAutofit/>
          </a:bodyPr>
          <a:lstStyle>
            <a:lvl1pPr marL="0" indent="0" algn="l">
              <a:buNone/>
              <a:defRPr sz="5400" baseline="0">
                <a:solidFill>
                  <a:schemeClr val="accent1"/>
                </a:solidFill>
              </a:defRPr>
            </a:lvl1pPr>
            <a:lvl2pPr marL="1214963" indent="0" algn="ctr">
              <a:buNone/>
              <a:defRPr sz="5315"/>
            </a:lvl2pPr>
            <a:lvl3pPr marL="2429927" indent="0" algn="ctr">
              <a:buNone/>
              <a:defRPr sz="4783"/>
            </a:lvl3pPr>
            <a:lvl4pPr marL="3644890" indent="0" algn="ctr">
              <a:buNone/>
              <a:defRPr sz="4252"/>
            </a:lvl4pPr>
            <a:lvl5pPr marL="4859853" indent="0" algn="ctr">
              <a:buNone/>
              <a:defRPr sz="4252"/>
            </a:lvl5pPr>
            <a:lvl6pPr marL="6074816" indent="0" algn="ctr">
              <a:buNone/>
              <a:defRPr sz="4252"/>
            </a:lvl6pPr>
            <a:lvl7pPr marL="7289780" indent="0" algn="ctr">
              <a:buNone/>
              <a:defRPr sz="4252"/>
            </a:lvl7pPr>
            <a:lvl8pPr marL="8504743" indent="0" algn="ctr">
              <a:buNone/>
              <a:defRPr sz="4252"/>
            </a:lvl8pPr>
            <a:lvl9pPr marL="9719706" indent="0" algn="ctr">
              <a:buNone/>
              <a:defRPr sz="4252"/>
            </a:lvl9pPr>
          </a:lstStyle>
          <a:p>
            <a:r>
              <a:rPr lang="en-US" dirty="0"/>
              <a:t>Scientists Names</a:t>
            </a:r>
          </a:p>
        </p:txBody>
      </p:sp>
      <p:sp>
        <p:nvSpPr>
          <p:cNvPr id="5" name="Picture Placeholder 4">
            <a:extLst>
              <a:ext uri="{FF2B5EF4-FFF2-40B4-BE49-F238E27FC236}">
                <a16:creationId xmlns:a16="http://schemas.microsoft.com/office/drawing/2014/main" id="{BD68B74C-535B-94F3-1F74-C00716E8C9EF}"/>
              </a:ext>
            </a:extLst>
          </p:cNvPr>
          <p:cNvSpPr>
            <a:spLocks noGrp="1"/>
          </p:cNvSpPr>
          <p:nvPr>
            <p:ph type="pic" sz="quarter" idx="10" hasCustomPrompt="1"/>
          </p:nvPr>
        </p:nvSpPr>
        <p:spPr>
          <a:xfrm>
            <a:off x="9394918" y="1410830"/>
            <a:ext cx="5970587" cy="1559672"/>
          </a:xfrm>
        </p:spPr>
        <p:txBody>
          <a:bodyPr anchor="ctr" anchorCtr="0"/>
          <a:lstStyle>
            <a:lvl1pPr algn="ctr">
              <a:defRPr>
                <a:solidFill>
                  <a:schemeClr val="bg2"/>
                </a:solidFill>
              </a:defRPr>
            </a:lvl1pPr>
          </a:lstStyle>
          <a:p>
            <a:r>
              <a:rPr lang="en-US" dirty="0"/>
              <a:t>Place logo</a:t>
            </a:r>
            <a:endParaRPr lang="he-IL" dirty="0"/>
          </a:p>
        </p:txBody>
      </p:sp>
      <p:sp>
        <p:nvSpPr>
          <p:cNvPr id="7" name="Picture Placeholder 4">
            <a:extLst>
              <a:ext uri="{FF2B5EF4-FFF2-40B4-BE49-F238E27FC236}">
                <a16:creationId xmlns:a16="http://schemas.microsoft.com/office/drawing/2014/main" id="{09682B32-FC7A-28DC-5CB2-1C9189346772}"/>
              </a:ext>
            </a:extLst>
          </p:cNvPr>
          <p:cNvSpPr>
            <a:spLocks noGrp="1"/>
          </p:cNvSpPr>
          <p:nvPr>
            <p:ph type="pic" sz="quarter" idx="11" hasCustomPrompt="1"/>
          </p:nvPr>
        </p:nvSpPr>
        <p:spPr>
          <a:xfrm>
            <a:off x="17068706" y="1410830"/>
            <a:ext cx="5970587" cy="1559672"/>
          </a:xfrm>
        </p:spPr>
        <p:txBody>
          <a:bodyPr anchor="ctr" anchorCtr="0"/>
          <a:lstStyle>
            <a:lvl1pPr algn="ctr">
              <a:defRPr>
                <a:solidFill>
                  <a:schemeClr val="bg2"/>
                </a:solidFill>
              </a:defRPr>
            </a:lvl1pPr>
          </a:lstStyle>
          <a:p>
            <a:r>
              <a:rPr lang="en-US" dirty="0"/>
              <a:t>Place logo</a:t>
            </a:r>
            <a:endParaRPr lang="he-IL" dirty="0"/>
          </a:p>
        </p:txBody>
      </p:sp>
      <p:sp>
        <p:nvSpPr>
          <p:cNvPr id="9" name="Picture Placeholder 4">
            <a:extLst>
              <a:ext uri="{FF2B5EF4-FFF2-40B4-BE49-F238E27FC236}">
                <a16:creationId xmlns:a16="http://schemas.microsoft.com/office/drawing/2014/main" id="{8FD67D12-6F2E-CECC-36AB-2F9F62CD32C2}"/>
              </a:ext>
            </a:extLst>
          </p:cNvPr>
          <p:cNvSpPr>
            <a:spLocks noGrp="1"/>
          </p:cNvSpPr>
          <p:nvPr>
            <p:ph type="pic" sz="quarter" idx="12" hasCustomPrompt="1"/>
          </p:nvPr>
        </p:nvSpPr>
        <p:spPr>
          <a:xfrm>
            <a:off x="24742495" y="1410830"/>
            <a:ext cx="5970587" cy="1559672"/>
          </a:xfrm>
        </p:spPr>
        <p:txBody>
          <a:bodyPr anchor="ctr" anchorCtr="0"/>
          <a:lstStyle>
            <a:lvl1pPr algn="ctr">
              <a:defRPr>
                <a:solidFill>
                  <a:schemeClr val="bg2"/>
                </a:solidFill>
              </a:defRPr>
            </a:lvl1pPr>
          </a:lstStyle>
          <a:p>
            <a:r>
              <a:rPr lang="en-US" dirty="0"/>
              <a:t>Place logo</a:t>
            </a:r>
            <a:endParaRPr lang="he-IL" dirty="0"/>
          </a:p>
        </p:txBody>
      </p:sp>
      <p:sp>
        <p:nvSpPr>
          <p:cNvPr id="10" name="Picture Placeholder 4">
            <a:extLst>
              <a:ext uri="{FF2B5EF4-FFF2-40B4-BE49-F238E27FC236}">
                <a16:creationId xmlns:a16="http://schemas.microsoft.com/office/drawing/2014/main" id="{143323CA-5FE3-879B-2045-5C246D7A6010}"/>
              </a:ext>
            </a:extLst>
          </p:cNvPr>
          <p:cNvSpPr>
            <a:spLocks noGrp="1"/>
          </p:cNvSpPr>
          <p:nvPr>
            <p:ph type="pic" sz="quarter" idx="13" hasCustomPrompt="1"/>
          </p:nvPr>
        </p:nvSpPr>
        <p:spPr>
          <a:xfrm>
            <a:off x="1721130" y="1410830"/>
            <a:ext cx="5970587" cy="1559672"/>
          </a:xfrm>
        </p:spPr>
        <p:txBody>
          <a:bodyPr anchor="ctr" anchorCtr="0"/>
          <a:lstStyle>
            <a:lvl1pPr algn="ctr">
              <a:defRPr b="1">
                <a:solidFill>
                  <a:schemeClr val="bg2"/>
                </a:solidFill>
              </a:defRPr>
            </a:lvl1pPr>
          </a:lstStyle>
          <a:p>
            <a:r>
              <a:rPr lang="en-US" dirty="0"/>
              <a:t>Place Bar Ilan logo</a:t>
            </a:r>
            <a:endParaRPr lang="he-IL" dirty="0"/>
          </a:p>
        </p:txBody>
      </p:sp>
      <p:sp>
        <p:nvSpPr>
          <p:cNvPr id="15" name="Chart Placeholder 9">
            <a:extLst>
              <a:ext uri="{FF2B5EF4-FFF2-40B4-BE49-F238E27FC236}">
                <a16:creationId xmlns:a16="http://schemas.microsoft.com/office/drawing/2014/main" id="{6924FF7B-B783-B620-27E8-2F92F4DDFE88}"/>
              </a:ext>
            </a:extLst>
          </p:cNvPr>
          <p:cNvSpPr>
            <a:spLocks noGrp="1"/>
          </p:cNvSpPr>
          <p:nvPr>
            <p:ph type="chart" sz="quarter" idx="22"/>
          </p:nvPr>
        </p:nvSpPr>
        <p:spPr>
          <a:xfrm>
            <a:off x="25482269" y="11767712"/>
            <a:ext cx="5230813" cy="4733925"/>
          </a:xfrm>
        </p:spPr>
        <p:txBody>
          <a:bodyPr anchor="t" anchorCtr="0"/>
          <a:lstStyle>
            <a:lvl1pPr algn="ctr">
              <a:defRPr>
                <a:solidFill>
                  <a:schemeClr val="accent1"/>
                </a:solidFill>
              </a:defRPr>
            </a:lvl1pPr>
          </a:lstStyle>
          <a:p>
            <a:endParaRPr lang="he-IL" dirty="0"/>
          </a:p>
        </p:txBody>
      </p:sp>
      <p:sp>
        <p:nvSpPr>
          <p:cNvPr id="16" name="Text Placeholder 12">
            <a:extLst>
              <a:ext uri="{FF2B5EF4-FFF2-40B4-BE49-F238E27FC236}">
                <a16:creationId xmlns:a16="http://schemas.microsoft.com/office/drawing/2014/main" id="{41F51ADE-7D8B-E3E6-450F-A7AED8EF7D1D}"/>
              </a:ext>
            </a:extLst>
          </p:cNvPr>
          <p:cNvSpPr>
            <a:spLocks noGrp="1"/>
          </p:cNvSpPr>
          <p:nvPr>
            <p:ph type="body" sz="quarter" idx="23" hasCustomPrompt="1"/>
          </p:nvPr>
        </p:nvSpPr>
        <p:spPr>
          <a:xfrm>
            <a:off x="17068706" y="11767712"/>
            <a:ext cx="8224878" cy="1368425"/>
          </a:xfrm>
        </p:spPr>
        <p:txBody>
          <a:bodyPr/>
          <a:lstStyle>
            <a:lvl1pPr marL="457200" indent="-457200" algn="l" rtl="0">
              <a:spcBef>
                <a:spcPts val="1200"/>
              </a:spcBef>
              <a:spcAft>
                <a:spcPts val="1200"/>
              </a:spcAft>
              <a:buFontTx/>
              <a:buBlip>
                <a:blip r:embed="rId3"/>
              </a:buBlip>
              <a:defRPr sz="2800">
                <a:solidFill>
                  <a:schemeClr val="bg1"/>
                </a:solidFill>
              </a:defRPr>
            </a:lvl1pPr>
          </a:lstStyle>
          <a:p>
            <a:r>
              <a:rPr lang="en-US" dirty="0"/>
              <a:t>Lorem Ipsum is simply dummy text of the printing and typesetting industry. Lorem Ipsum has been the industry's standard dummy text</a:t>
            </a:r>
            <a:endParaRPr lang="he-IL" dirty="0"/>
          </a:p>
        </p:txBody>
      </p:sp>
      <p:sp>
        <p:nvSpPr>
          <p:cNvPr id="17" name="Text Placeholder 12">
            <a:extLst>
              <a:ext uri="{FF2B5EF4-FFF2-40B4-BE49-F238E27FC236}">
                <a16:creationId xmlns:a16="http://schemas.microsoft.com/office/drawing/2014/main" id="{E8EE2A60-6171-D5FE-FDE3-28999FB5DF1B}"/>
              </a:ext>
            </a:extLst>
          </p:cNvPr>
          <p:cNvSpPr>
            <a:spLocks noGrp="1"/>
          </p:cNvSpPr>
          <p:nvPr>
            <p:ph type="body" sz="quarter" idx="24" hasCustomPrompt="1"/>
          </p:nvPr>
        </p:nvSpPr>
        <p:spPr>
          <a:xfrm>
            <a:off x="17068706" y="13453637"/>
            <a:ext cx="8224878" cy="1368425"/>
          </a:xfrm>
        </p:spPr>
        <p:txBody>
          <a:bodyPr/>
          <a:lstStyle>
            <a:lvl1pPr marL="457200" indent="-457200" algn="l" rtl="0">
              <a:spcBef>
                <a:spcPts val="1200"/>
              </a:spcBef>
              <a:spcAft>
                <a:spcPts val="1200"/>
              </a:spcAft>
              <a:buFontTx/>
              <a:buBlip>
                <a:blip r:embed="rId3"/>
              </a:buBlip>
              <a:defRPr sz="2800">
                <a:solidFill>
                  <a:schemeClr val="bg1"/>
                </a:solidFill>
              </a:defRPr>
            </a:lvl1pPr>
          </a:lstStyle>
          <a:p>
            <a:r>
              <a:rPr lang="en-US" dirty="0"/>
              <a:t>Lorem Ipsum is simply dummy text of the printing and typesetting industry. Lorem Ipsum has been the industry's standard dummy</a:t>
            </a:r>
            <a:endParaRPr lang="he-IL" dirty="0"/>
          </a:p>
        </p:txBody>
      </p:sp>
      <p:sp>
        <p:nvSpPr>
          <p:cNvPr id="18" name="Text Placeholder 12">
            <a:extLst>
              <a:ext uri="{FF2B5EF4-FFF2-40B4-BE49-F238E27FC236}">
                <a16:creationId xmlns:a16="http://schemas.microsoft.com/office/drawing/2014/main" id="{B67843FA-D947-6FF8-DFE1-FBAD72C4E62D}"/>
              </a:ext>
            </a:extLst>
          </p:cNvPr>
          <p:cNvSpPr>
            <a:spLocks noGrp="1"/>
          </p:cNvSpPr>
          <p:nvPr>
            <p:ph type="body" sz="quarter" idx="25" hasCustomPrompt="1"/>
          </p:nvPr>
        </p:nvSpPr>
        <p:spPr>
          <a:xfrm>
            <a:off x="17068706" y="15133212"/>
            <a:ext cx="8224878" cy="1368425"/>
          </a:xfrm>
        </p:spPr>
        <p:txBody>
          <a:bodyPr/>
          <a:lstStyle>
            <a:lvl1pPr marL="457200" indent="-457200" algn="l" rtl="0">
              <a:spcBef>
                <a:spcPts val="1200"/>
              </a:spcBef>
              <a:spcAft>
                <a:spcPts val="1200"/>
              </a:spcAft>
              <a:buFontTx/>
              <a:buBlip>
                <a:blip r:embed="rId3"/>
              </a:buBlip>
              <a:defRPr sz="2800">
                <a:solidFill>
                  <a:schemeClr val="bg1"/>
                </a:solidFill>
              </a:defRPr>
            </a:lvl1pPr>
          </a:lstStyle>
          <a:p>
            <a:r>
              <a:rPr lang="en-US" dirty="0"/>
              <a:t>Lorem Ipsum is simply dummy text of the printing and typesetting industry. Lorem Ipsum has been the industry's standard dummy</a:t>
            </a:r>
            <a:endParaRPr lang="he-IL" dirty="0"/>
          </a:p>
        </p:txBody>
      </p:sp>
      <p:sp>
        <p:nvSpPr>
          <p:cNvPr id="19" name="Rectangle 18">
            <a:extLst>
              <a:ext uri="{FF2B5EF4-FFF2-40B4-BE49-F238E27FC236}">
                <a16:creationId xmlns:a16="http://schemas.microsoft.com/office/drawing/2014/main" id="{B5954A25-F28A-2E9D-B4FC-2C79F61C48AC}"/>
              </a:ext>
            </a:extLst>
          </p:cNvPr>
          <p:cNvSpPr/>
          <p:nvPr userDrawn="1"/>
        </p:nvSpPr>
        <p:spPr>
          <a:xfrm>
            <a:off x="0" y="8796223"/>
            <a:ext cx="32623432" cy="45719"/>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algn="ctr" defTabSz="914400" rtl="0" eaLnBrk="1" latinLnBrk="0" hangingPunct="1"/>
            <a:endParaRPr lang="en-US" dirty="0"/>
          </a:p>
        </p:txBody>
      </p:sp>
      <p:sp>
        <p:nvSpPr>
          <p:cNvPr id="24" name="Text Placeholder 23">
            <a:extLst>
              <a:ext uri="{FF2B5EF4-FFF2-40B4-BE49-F238E27FC236}">
                <a16:creationId xmlns:a16="http://schemas.microsoft.com/office/drawing/2014/main" id="{BF35437C-D543-7B3E-ECB3-0465BA4E810B}"/>
              </a:ext>
            </a:extLst>
          </p:cNvPr>
          <p:cNvSpPr>
            <a:spLocks noGrp="1"/>
          </p:cNvSpPr>
          <p:nvPr>
            <p:ph type="body" sz="quarter" idx="26" hasCustomPrompt="1"/>
          </p:nvPr>
        </p:nvSpPr>
        <p:spPr>
          <a:xfrm>
            <a:off x="18671458" y="10463494"/>
            <a:ext cx="12041905" cy="927100"/>
          </a:xfrm>
        </p:spPr>
        <p:txBody>
          <a:bodyPr/>
          <a:lstStyle>
            <a:lvl1pPr>
              <a:defRPr sz="48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Objective</a:t>
            </a:r>
          </a:p>
        </p:txBody>
      </p:sp>
      <p:sp>
        <p:nvSpPr>
          <p:cNvPr id="26" name="Picture Placeholder 25">
            <a:extLst>
              <a:ext uri="{FF2B5EF4-FFF2-40B4-BE49-F238E27FC236}">
                <a16:creationId xmlns:a16="http://schemas.microsoft.com/office/drawing/2014/main" id="{D30944F2-AD4F-A9C2-A1CF-4E5C5ECACD2C}"/>
              </a:ext>
            </a:extLst>
          </p:cNvPr>
          <p:cNvSpPr>
            <a:spLocks noGrp="1"/>
          </p:cNvSpPr>
          <p:nvPr>
            <p:ph type="pic" sz="quarter" idx="27" hasCustomPrompt="1"/>
          </p:nvPr>
        </p:nvSpPr>
        <p:spPr>
          <a:xfrm>
            <a:off x="17068706" y="10156826"/>
            <a:ext cx="1204913" cy="1204912"/>
          </a:xfrm>
          <a:prstGeom prst="ellipse">
            <a:avLst/>
          </a:prstGeom>
          <a:solidFill>
            <a:schemeClr val="accent1"/>
          </a:solidFill>
          <a:ln>
            <a:solidFill>
              <a:schemeClr val="accent1"/>
            </a:solidFill>
          </a:ln>
        </p:spPr>
        <p:txBody>
          <a:bodyPr anchor="ctr" anchorCtr="0"/>
          <a:lstStyle>
            <a:lvl1pPr algn="ctr">
              <a:defRPr sz="2400"/>
            </a:lvl1pPr>
          </a:lstStyle>
          <a:p>
            <a:r>
              <a:rPr lang="en-US" dirty="0"/>
              <a:t>Icon</a:t>
            </a:r>
            <a:endParaRPr lang="he-IL" dirty="0"/>
          </a:p>
        </p:txBody>
      </p:sp>
      <p:sp>
        <p:nvSpPr>
          <p:cNvPr id="27" name="Text Placeholder 23">
            <a:extLst>
              <a:ext uri="{FF2B5EF4-FFF2-40B4-BE49-F238E27FC236}">
                <a16:creationId xmlns:a16="http://schemas.microsoft.com/office/drawing/2014/main" id="{A7ECDB13-1D09-9417-B6E4-33FA0702F8EE}"/>
              </a:ext>
            </a:extLst>
          </p:cNvPr>
          <p:cNvSpPr>
            <a:spLocks noGrp="1"/>
          </p:cNvSpPr>
          <p:nvPr>
            <p:ph type="body" sz="quarter" idx="28" hasCustomPrompt="1"/>
          </p:nvPr>
        </p:nvSpPr>
        <p:spPr>
          <a:xfrm>
            <a:off x="3215149" y="10463494"/>
            <a:ext cx="12041905" cy="927100"/>
          </a:xfrm>
        </p:spPr>
        <p:txBody>
          <a:bodyPr/>
          <a:lstStyle>
            <a:lvl1pPr>
              <a:defRPr sz="48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Background</a:t>
            </a:r>
          </a:p>
        </p:txBody>
      </p:sp>
      <p:sp>
        <p:nvSpPr>
          <p:cNvPr id="28" name="Picture Placeholder 25">
            <a:extLst>
              <a:ext uri="{FF2B5EF4-FFF2-40B4-BE49-F238E27FC236}">
                <a16:creationId xmlns:a16="http://schemas.microsoft.com/office/drawing/2014/main" id="{C3492443-FEA9-9923-D48A-69B424DC3F87}"/>
              </a:ext>
            </a:extLst>
          </p:cNvPr>
          <p:cNvSpPr>
            <a:spLocks noGrp="1"/>
          </p:cNvSpPr>
          <p:nvPr>
            <p:ph type="pic" sz="quarter" idx="29" hasCustomPrompt="1"/>
          </p:nvPr>
        </p:nvSpPr>
        <p:spPr>
          <a:xfrm>
            <a:off x="1612397" y="10156826"/>
            <a:ext cx="1204913" cy="1204912"/>
          </a:xfrm>
          <a:prstGeom prst="ellipse">
            <a:avLst/>
          </a:prstGeom>
          <a:solidFill>
            <a:schemeClr val="accent1"/>
          </a:solidFill>
          <a:ln>
            <a:solidFill>
              <a:schemeClr val="accent1"/>
            </a:solidFill>
          </a:ln>
        </p:spPr>
        <p:txBody>
          <a:bodyPr anchor="ctr" anchorCtr="0"/>
          <a:lstStyle>
            <a:lvl1pPr algn="ctr">
              <a:defRPr sz="2400"/>
            </a:lvl1pPr>
          </a:lstStyle>
          <a:p>
            <a:r>
              <a:rPr lang="en-US" dirty="0"/>
              <a:t>Icon</a:t>
            </a:r>
            <a:endParaRPr lang="he-IL" dirty="0"/>
          </a:p>
        </p:txBody>
      </p:sp>
      <p:sp>
        <p:nvSpPr>
          <p:cNvPr id="29" name="Text Placeholder 12">
            <a:extLst>
              <a:ext uri="{FF2B5EF4-FFF2-40B4-BE49-F238E27FC236}">
                <a16:creationId xmlns:a16="http://schemas.microsoft.com/office/drawing/2014/main" id="{7947A134-02F6-AA2F-28EE-1D6A3A33F472}"/>
              </a:ext>
            </a:extLst>
          </p:cNvPr>
          <p:cNvSpPr>
            <a:spLocks noGrp="1"/>
          </p:cNvSpPr>
          <p:nvPr>
            <p:ph type="body" sz="quarter" idx="30" hasCustomPrompt="1"/>
          </p:nvPr>
        </p:nvSpPr>
        <p:spPr>
          <a:xfrm>
            <a:off x="1641893" y="11767712"/>
            <a:ext cx="13615162" cy="2288096"/>
          </a:xfrm>
        </p:spPr>
        <p:txBody>
          <a:bodyPr/>
          <a:lstStyle>
            <a:lvl1pPr marL="0" indent="0" algn="l" rtl="0">
              <a:spcBef>
                <a:spcPts val="1200"/>
              </a:spcBef>
              <a:spcAft>
                <a:spcPts val="1200"/>
              </a:spcAft>
              <a:buFont typeface="Arial" panose="020B0604020202020204" pitchFamily="34" charset="0"/>
              <a:buNone/>
              <a:defRPr sz="4000" b="1">
                <a:solidFill>
                  <a:schemeClr val="accent1"/>
                </a:solidFill>
              </a:defRPr>
            </a:lvl1pPr>
          </a:lstStyle>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a:t>
            </a:r>
            <a:endParaRPr lang="he-IL" dirty="0"/>
          </a:p>
        </p:txBody>
      </p:sp>
      <p:sp>
        <p:nvSpPr>
          <p:cNvPr id="30" name="Text Placeholder 9">
            <a:extLst>
              <a:ext uri="{FF2B5EF4-FFF2-40B4-BE49-F238E27FC236}">
                <a16:creationId xmlns:a16="http://schemas.microsoft.com/office/drawing/2014/main" id="{E99C5F3A-A9F0-DF8D-19AA-A3D405C68D9F}"/>
              </a:ext>
            </a:extLst>
          </p:cNvPr>
          <p:cNvSpPr>
            <a:spLocks noGrp="1"/>
          </p:cNvSpPr>
          <p:nvPr>
            <p:ph type="body" sz="quarter" idx="31" hasCustomPrompt="1"/>
          </p:nvPr>
        </p:nvSpPr>
        <p:spPr>
          <a:xfrm>
            <a:off x="9112350" y="20046627"/>
            <a:ext cx="6520939" cy="877365"/>
          </a:xfrm>
        </p:spPr>
        <p:txBody>
          <a:bodyPr/>
          <a:lstStyle>
            <a:lvl1pPr>
              <a:defRPr sz="2800">
                <a:solidFill>
                  <a:schemeClr val="bg1"/>
                </a:solidFill>
              </a:defRPr>
            </a:lvl1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endParaRPr lang="en-US" dirty="0"/>
          </a:p>
        </p:txBody>
      </p:sp>
      <p:sp>
        <p:nvSpPr>
          <p:cNvPr id="31" name="Text Placeholder 14">
            <a:extLst>
              <a:ext uri="{FF2B5EF4-FFF2-40B4-BE49-F238E27FC236}">
                <a16:creationId xmlns:a16="http://schemas.microsoft.com/office/drawing/2014/main" id="{C613E00A-9C35-481E-B324-F827E1FBB438}"/>
              </a:ext>
            </a:extLst>
          </p:cNvPr>
          <p:cNvSpPr>
            <a:spLocks noGrp="1"/>
          </p:cNvSpPr>
          <p:nvPr>
            <p:ph type="body" sz="quarter" idx="32" hasCustomPrompt="1"/>
          </p:nvPr>
        </p:nvSpPr>
        <p:spPr>
          <a:xfrm>
            <a:off x="9112350" y="18124873"/>
            <a:ext cx="6520939" cy="885899"/>
          </a:xfrm>
        </p:spPr>
        <p:txBody>
          <a:bodyPr/>
          <a:lstStyle>
            <a:lvl1pPr>
              <a:defRPr sz="2800">
                <a:solidFill>
                  <a:schemeClr val="bg1"/>
                </a:solidFill>
              </a:defRPr>
            </a:lvl1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endParaRPr lang="en-US" dirty="0"/>
          </a:p>
        </p:txBody>
      </p:sp>
      <p:sp>
        <p:nvSpPr>
          <p:cNvPr id="32" name="Text Placeholder 16">
            <a:extLst>
              <a:ext uri="{FF2B5EF4-FFF2-40B4-BE49-F238E27FC236}">
                <a16:creationId xmlns:a16="http://schemas.microsoft.com/office/drawing/2014/main" id="{E2755180-1615-D803-6CE3-1294E3EF9B70}"/>
              </a:ext>
            </a:extLst>
          </p:cNvPr>
          <p:cNvSpPr>
            <a:spLocks noGrp="1"/>
          </p:cNvSpPr>
          <p:nvPr>
            <p:ph type="body" sz="quarter" idx="33" hasCustomPrompt="1"/>
          </p:nvPr>
        </p:nvSpPr>
        <p:spPr>
          <a:xfrm>
            <a:off x="1612397" y="20046627"/>
            <a:ext cx="6520939" cy="877365"/>
          </a:xfrm>
        </p:spPr>
        <p:txBody>
          <a:bodyPr/>
          <a:lstStyle>
            <a:lvl1pPr>
              <a:defRPr sz="2800">
                <a:solidFill>
                  <a:schemeClr val="bg1"/>
                </a:solidFill>
              </a:defRPr>
            </a:lvl1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endParaRPr lang="en-US" dirty="0"/>
          </a:p>
        </p:txBody>
      </p:sp>
      <p:sp>
        <p:nvSpPr>
          <p:cNvPr id="33" name="Text Placeholder 17">
            <a:extLst>
              <a:ext uri="{FF2B5EF4-FFF2-40B4-BE49-F238E27FC236}">
                <a16:creationId xmlns:a16="http://schemas.microsoft.com/office/drawing/2014/main" id="{B73A2302-F2AC-74FE-76D3-EAECDC0950EF}"/>
              </a:ext>
            </a:extLst>
          </p:cNvPr>
          <p:cNvSpPr>
            <a:spLocks noGrp="1"/>
          </p:cNvSpPr>
          <p:nvPr>
            <p:ph type="body" sz="quarter" idx="34" hasCustomPrompt="1"/>
          </p:nvPr>
        </p:nvSpPr>
        <p:spPr>
          <a:xfrm>
            <a:off x="1612397" y="18124873"/>
            <a:ext cx="6520939" cy="885899"/>
          </a:xfrm>
        </p:spPr>
        <p:txBody>
          <a:bodyPr/>
          <a:lstStyle>
            <a:lvl1pPr>
              <a:defRPr sz="2800">
                <a:solidFill>
                  <a:schemeClr val="bg1"/>
                </a:solidFill>
              </a:defRPr>
            </a:lvl1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endParaRPr lang="en-US" dirty="0"/>
          </a:p>
        </p:txBody>
      </p:sp>
      <p:sp>
        <p:nvSpPr>
          <p:cNvPr id="34" name="Text Placeholder 18">
            <a:extLst>
              <a:ext uri="{FF2B5EF4-FFF2-40B4-BE49-F238E27FC236}">
                <a16:creationId xmlns:a16="http://schemas.microsoft.com/office/drawing/2014/main" id="{64B4D242-9E2D-EBF7-3AE1-AD671C9CAA4A}"/>
              </a:ext>
            </a:extLst>
          </p:cNvPr>
          <p:cNvSpPr>
            <a:spLocks noGrp="1"/>
          </p:cNvSpPr>
          <p:nvPr>
            <p:ph type="body" sz="quarter" idx="35"/>
          </p:nvPr>
        </p:nvSpPr>
        <p:spPr>
          <a:xfrm>
            <a:off x="1612397" y="17568721"/>
            <a:ext cx="6520939" cy="383913"/>
          </a:xfrm>
        </p:spPr>
        <p:txBody>
          <a:bodyPr/>
          <a:lstStyle>
            <a:lvl1pPr>
              <a:defRPr sz="3600" b="1" i="0">
                <a:solidFill>
                  <a:schemeClr val="accent1"/>
                </a:solidFill>
                <a:latin typeface="Arial" panose="020B0604020202020204" pitchFamily="34" charset="0"/>
                <a:cs typeface="Arial" panose="020B0604020202020204" pitchFamily="34" charset="0"/>
              </a:defRPr>
            </a:lvl1pPr>
          </a:lstStyle>
          <a:p>
            <a:pPr algn="l"/>
            <a:r>
              <a:rPr lang="he-IL" dirty="0"/>
              <a:t>45%</a:t>
            </a:r>
            <a:endParaRPr lang="en-US" dirty="0"/>
          </a:p>
          <a:p>
            <a:pPr algn="l"/>
            <a:endParaRPr lang="en-US" dirty="0"/>
          </a:p>
        </p:txBody>
      </p:sp>
      <p:sp>
        <p:nvSpPr>
          <p:cNvPr id="35" name="Text Placeholder 19">
            <a:extLst>
              <a:ext uri="{FF2B5EF4-FFF2-40B4-BE49-F238E27FC236}">
                <a16:creationId xmlns:a16="http://schemas.microsoft.com/office/drawing/2014/main" id="{C9A90830-671E-2500-207F-7C96E9FCC788}"/>
              </a:ext>
            </a:extLst>
          </p:cNvPr>
          <p:cNvSpPr>
            <a:spLocks noGrp="1"/>
          </p:cNvSpPr>
          <p:nvPr>
            <p:ph type="body" sz="quarter" idx="36"/>
          </p:nvPr>
        </p:nvSpPr>
        <p:spPr>
          <a:xfrm>
            <a:off x="9112350" y="17581421"/>
            <a:ext cx="6520939" cy="365417"/>
          </a:xfrm>
        </p:spPr>
        <p:txBody>
          <a:bodyPr vert="horz" lIns="91440" tIns="45720" rIns="91440" bIns="45720" rtlCol="0">
            <a:noAutofit/>
          </a:bodyPr>
          <a:lstStyle>
            <a:lvl1pPr>
              <a:defRPr lang="en-US" sz="3600" b="1" i="0" dirty="0">
                <a:solidFill>
                  <a:schemeClr val="accent1"/>
                </a:solidFill>
                <a:latin typeface="Arial" panose="020B0604020202020204" pitchFamily="34" charset="0"/>
                <a:cs typeface="Arial" panose="020B0604020202020204" pitchFamily="34" charset="0"/>
              </a:defRPr>
            </a:lvl1pPr>
          </a:lstStyle>
          <a:p>
            <a:pPr lvl="0" algn="l"/>
            <a:r>
              <a:rPr lang="he-IL" dirty="0"/>
              <a:t>3,940</a:t>
            </a:r>
            <a:endParaRPr lang="en-US" dirty="0"/>
          </a:p>
        </p:txBody>
      </p:sp>
      <p:sp>
        <p:nvSpPr>
          <p:cNvPr id="36" name="Text Placeholder 20">
            <a:extLst>
              <a:ext uri="{FF2B5EF4-FFF2-40B4-BE49-F238E27FC236}">
                <a16:creationId xmlns:a16="http://schemas.microsoft.com/office/drawing/2014/main" id="{CD9DCDD1-CC77-E506-ABB2-9FD970745C39}"/>
              </a:ext>
            </a:extLst>
          </p:cNvPr>
          <p:cNvSpPr>
            <a:spLocks noGrp="1"/>
          </p:cNvSpPr>
          <p:nvPr>
            <p:ph type="body" sz="quarter" idx="37"/>
          </p:nvPr>
        </p:nvSpPr>
        <p:spPr>
          <a:xfrm>
            <a:off x="1612397" y="19492661"/>
            <a:ext cx="6520939" cy="366712"/>
          </a:xfrm>
        </p:spPr>
        <p:txBody>
          <a:bodyPr/>
          <a:lstStyle>
            <a:lvl1pPr>
              <a:defRPr lang="en-US" sz="3600" b="1" i="0" kern="1200" dirty="0">
                <a:solidFill>
                  <a:schemeClr val="accent1"/>
                </a:solidFill>
                <a:latin typeface="Arial" panose="020B0604020202020204" pitchFamily="34" charset="0"/>
                <a:ea typeface="+mn-ea"/>
                <a:cs typeface="Arial" panose="020B0604020202020204" pitchFamily="34" charset="0"/>
              </a:defRPr>
            </a:lvl1pPr>
          </a:lstStyle>
          <a:p>
            <a:pPr algn="l"/>
            <a:r>
              <a:rPr lang="he-IL" dirty="0"/>
              <a:t>156</a:t>
            </a:r>
            <a:endParaRPr lang="en-US" dirty="0"/>
          </a:p>
        </p:txBody>
      </p:sp>
      <p:sp>
        <p:nvSpPr>
          <p:cNvPr id="37" name="Text Placeholder 21">
            <a:extLst>
              <a:ext uri="{FF2B5EF4-FFF2-40B4-BE49-F238E27FC236}">
                <a16:creationId xmlns:a16="http://schemas.microsoft.com/office/drawing/2014/main" id="{92A5711B-2E95-E3B1-BB18-025D13436DE2}"/>
              </a:ext>
            </a:extLst>
          </p:cNvPr>
          <p:cNvSpPr>
            <a:spLocks noGrp="1"/>
          </p:cNvSpPr>
          <p:nvPr>
            <p:ph type="body" sz="quarter" idx="38"/>
          </p:nvPr>
        </p:nvSpPr>
        <p:spPr>
          <a:xfrm>
            <a:off x="9112350" y="19492661"/>
            <a:ext cx="6520939" cy="366712"/>
          </a:xfrm>
        </p:spPr>
        <p:txBody>
          <a:bodyPr/>
          <a:lstStyle>
            <a:lvl1pPr>
              <a:defRPr lang="he-IL" sz="3600" b="1" i="0" kern="1200" dirty="0">
                <a:solidFill>
                  <a:schemeClr val="accent1"/>
                </a:solidFill>
                <a:latin typeface="Arial" panose="020B0604020202020204" pitchFamily="34" charset="0"/>
                <a:ea typeface="+mn-ea"/>
                <a:cs typeface="Arial" panose="020B0604020202020204" pitchFamily="34" charset="0"/>
              </a:defRPr>
            </a:lvl1pPr>
          </a:lstStyle>
          <a:p>
            <a:pPr algn="l"/>
            <a:r>
              <a:rPr lang="he-IL" dirty="0"/>
              <a:t>12.5%</a:t>
            </a:r>
            <a:endParaRPr lang="en-US" dirty="0"/>
          </a:p>
        </p:txBody>
      </p:sp>
      <p:sp>
        <p:nvSpPr>
          <p:cNvPr id="38" name="Text Placeholder 23">
            <a:extLst>
              <a:ext uri="{FF2B5EF4-FFF2-40B4-BE49-F238E27FC236}">
                <a16:creationId xmlns:a16="http://schemas.microsoft.com/office/drawing/2014/main" id="{DDE44569-C9F7-0160-B187-694D404D6B38}"/>
              </a:ext>
            </a:extLst>
          </p:cNvPr>
          <p:cNvSpPr>
            <a:spLocks noGrp="1"/>
          </p:cNvSpPr>
          <p:nvPr>
            <p:ph type="body" sz="quarter" idx="39" hasCustomPrompt="1"/>
          </p:nvPr>
        </p:nvSpPr>
        <p:spPr>
          <a:xfrm>
            <a:off x="18671458" y="23315319"/>
            <a:ext cx="12041905" cy="927100"/>
          </a:xfrm>
        </p:spPr>
        <p:txBody>
          <a:bodyPr/>
          <a:lstStyle>
            <a:lvl1pPr>
              <a:defRPr sz="48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Results</a:t>
            </a:r>
          </a:p>
        </p:txBody>
      </p:sp>
      <p:sp>
        <p:nvSpPr>
          <p:cNvPr id="39" name="Picture Placeholder 25">
            <a:extLst>
              <a:ext uri="{FF2B5EF4-FFF2-40B4-BE49-F238E27FC236}">
                <a16:creationId xmlns:a16="http://schemas.microsoft.com/office/drawing/2014/main" id="{BA17CA3B-1FFB-1B9B-44BB-3DC02018A144}"/>
              </a:ext>
            </a:extLst>
          </p:cNvPr>
          <p:cNvSpPr>
            <a:spLocks noGrp="1"/>
          </p:cNvSpPr>
          <p:nvPr>
            <p:ph type="pic" sz="quarter" idx="40" hasCustomPrompt="1"/>
          </p:nvPr>
        </p:nvSpPr>
        <p:spPr>
          <a:xfrm>
            <a:off x="17068706" y="23008651"/>
            <a:ext cx="1204913" cy="1204912"/>
          </a:xfrm>
          <a:prstGeom prst="ellipse">
            <a:avLst/>
          </a:prstGeom>
          <a:solidFill>
            <a:schemeClr val="accent1"/>
          </a:solidFill>
          <a:ln>
            <a:solidFill>
              <a:schemeClr val="accent1"/>
            </a:solidFill>
          </a:ln>
        </p:spPr>
        <p:txBody>
          <a:bodyPr anchor="ctr" anchorCtr="0"/>
          <a:lstStyle>
            <a:lvl1pPr algn="ctr">
              <a:defRPr sz="2400"/>
            </a:lvl1pPr>
          </a:lstStyle>
          <a:p>
            <a:r>
              <a:rPr lang="en-US" dirty="0"/>
              <a:t>Icon</a:t>
            </a:r>
            <a:endParaRPr lang="he-IL" dirty="0"/>
          </a:p>
        </p:txBody>
      </p:sp>
      <p:sp>
        <p:nvSpPr>
          <p:cNvPr id="40" name="Text Placeholder 23">
            <a:extLst>
              <a:ext uri="{FF2B5EF4-FFF2-40B4-BE49-F238E27FC236}">
                <a16:creationId xmlns:a16="http://schemas.microsoft.com/office/drawing/2014/main" id="{3E899620-19DA-20BC-36C8-6F7A3AF51497}"/>
              </a:ext>
            </a:extLst>
          </p:cNvPr>
          <p:cNvSpPr>
            <a:spLocks noGrp="1"/>
          </p:cNvSpPr>
          <p:nvPr>
            <p:ph type="body" sz="quarter" idx="41" hasCustomPrompt="1"/>
          </p:nvPr>
        </p:nvSpPr>
        <p:spPr>
          <a:xfrm>
            <a:off x="3215149" y="23315319"/>
            <a:ext cx="12041905" cy="927100"/>
          </a:xfrm>
        </p:spPr>
        <p:txBody>
          <a:bodyPr/>
          <a:lstStyle>
            <a:lvl1pPr>
              <a:defRPr sz="48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Method</a:t>
            </a:r>
          </a:p>
        </p:txBody>
      </p:sp>
      <p:sp>
        <p:nvSpPr>
          <p:cNvPr id="41" name="Picture Placeholder 25">
            <a:extLst>
              <a:ext uri="{FF2B5EF4-FFF2-40B4-BE49-F238E27FC236}">
                <a16:creationId xmlns:a16="http://schemas.microsoft.com/office/drawing/2014/main" id="{1DFA4524-622F-615C-4841-A35D4553DE8F}"/>
              </a:ext>
            </a:extLst>
          </p:cNvPr>
          <p:cNvSpPr>
            <a:spLocks noGrp="1"/>
          </p:cNvSpPr>
          <p:nvPr>
            <p:ph type="pic" sz="quarter" idx="42" hasCustomPrompt="1"/>
          </p:nvPr>
        </p:nvSpPr>
        <p:spPr>
          <a:xfrm>
            <a:off x="1612397" y="23008651"/>
            <a:ext cx="1204913" cy="1204912"/>
          </a:xfrm>
          <a:prstGeom prst="ellipse">
            <a:avLst/>
          </a:prstGeom>
          <a:solidFill>
            <a:schemeClr val="accent1"/>
          </a:solidFill>
          <a:ln>
            <a:solidFill>
              <a:schemeClr val="accent1"/>
            </a:solidFill>
          </a:ln>
        </p:spPr>
        <p:txBody>
          <a:bodyPr anchor="ctr" anchorCtr="0"/>
          <a:lstStyle>
            <a:lvl1pPr algn="ctr">
              <a:defRPr sz="2400"/>
            </a:lvl1pPr>
          </a:lstStyle>
          <a:p>
            <a:r>
              <a:rPr lang="en-US" dirty="0"/>
              <a:t>Icon</a:t>
            </a:r>
            <a:endParaRPr lang="he-IL" dirty="0"/>
          </a:p>
        </p:txBody>
      </p:sp>
      <p:sp>
        <p:nvSpPr>
          <p:cNvPr id="42" name="Text Placeholder 12">
            <a:extLst>
              <a:ext uri="{FF2B5EF4-FFF2-40B4-BE49-F238E27FC236}">
                <a16:creationId xmlns:a16="http://schemas.microsoft.com/office/drawing/2014/main" id="{89D2DCFF-9B77-A5F4-A6C5-5162AD44D22F}"/>
              </a:ext>
            </a:extLst>
          </p:cNvPr>
          <p:cNvSpPr>
            <a:spLocks noGrp="1"/>
          </p:cNvSpPr>
          <p:nvPr>
            <p:ph type="body" sz="quarter" idx="43" hasCustomPrompt="1"/>
          </p:nvPr>
        </p:nvSpPr>
        <p:spPr>
          <a:xfrm>
            <a:off x="17068706" y="24626252"/>
            <a:ext cx="13688690" cy="6012128"/>
          </a:xfrm>
        </p:spPr>
        <p:txBody>
          <a:bodyPr/>
          <a:lstStyle>
            <a:lvl1pPr marL="457200" indent="-457200" algn="l" rtl="0">
              <a:spcBef>
                <a:spcPts val="1200"/>
              </a:spcBef>
              <a:spcAft>
                <a:spcPts val="1200"/>
              </a:spcAft>
              <a:buFontTx/>
              <a:buBlip>
                <a:blip r:embed="rId4"/>
              </a:buBlip>
              <a:defRPr lang="en-US" sz="2800" b="0" kern="1200" dirty="0" smtClean="0">
                <a:solidFill>
                  <a:schemeClr val="bg1"/>
                </a:solidFill>
                <a:latin typeface="+mn-lt"/>
                <a:ea typeface="+mn-ea"/>
                <a:cs typeface="+mn-cs"/>
              </a:defRPr>
            </a:lvl1pPr>
          </a:lstStyle>
          <a:p>
            <a:r>
              <a:rPr lang="en-US" dirty="0"/>
              <a:t>Lorem Ipsum is simply dummy text of the printing and typesetting industry. Lorem Ipsum has been the industry's standard dummy text</a:t>
            </a:r>
          </a:p>
          <a:p>
            <a:r>
              <a:rPr lang="en-US" dirty="0"/>
              <a:t>Lorem Ipsum is simply dummy text of the printing and typesetting industry. Lorem Ipsum has been the industry's standard dummy text</a:t>
            </a:r>
          </a:p>
          <a:p>
            <a:r>
              <a:rPr lang="en-US" dirty="0"/>
              <a:t>Lorem Ipsum is simply dummy text of the printing and typesetting industry. Lorem Ipsum has been the industry's standard dummy text</a:t>
            </a:r>
          </a:p>
          <a:p>
            <a:r>
              <a:rPr lang="en-US" dirty="0"/>
              <a:t>Lorem Ipsum is simply dummy text of the printing and typesetting industry. Lorem Ipsum has been the industry's standard dummy text</a:t>
            </a:r>
          </a:p>
        </p:txBody>
      </p:sp>
      <p:sp>
        <p:nvSpPr>
          <p:cNvPr id="43" name="Text Placeholder 12">
            <a:extLst>
              <a:ext uri="{FF2B5EF4-FFF2-40B4-BE49-F238E27FC236}">
                <a16:creationId xmlns:a16="http://schemas.microsoft.com/office/drawing/2014/main" id="{09650265-285E-1D7E-8339-D1E2AE6CB3A9}"/>
              </a:ext>
            </a:extLst>
          </p:cNvPr>
          <p:cNvSpPr>
            <a:spLocks noGrp="1"/>
          </p:cNvSpPr>
          <p:nvPr>
            <p:ph type="body" sz="quarter" idx="44" hasCustomPrompt="1"/>
          </p:nvPr>
        </p:nvSpPr>
        <p:spPr>
          <a:xfrm>
            <a:off x="1641892" y="24626252"/>
            <a:ext cx="13991397" cy="5402636"/>
          </a:xfrm>
        </p:spPr>
        <p:txBody>
          <a:bodyPr/>
          <a:lstStyle>
            <a:lvl1pPr marL="0" indent="0" algn="l" rtl="0">
              <a:spcBef>
                <a:spcPts val="1200"/>
              </a:spcBef>
              <a:spcAft>
                <a:spcPts val="1200"/>
              </a:spcAft>
              <a:buFont typeface="Arial" panose="020B0604020202020204" pitchFamily="34" charset="0"/>
              <a:buNone/>
              <a:defRPr sz="2800">
                <a:solidFill>
                  <a:schemeClr val="bg1"/>
                </a:solidFill>
              </a:defRPr>
            </a:lvl1pPr>
          </a:lstStyle>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p:txBody>
      </p:sp>
      <p:sp>
        <p:nvSpPr>
          <p:cNvPr id="45" name="Text Placeholder 23">
            <a:extLst>
              <a:ext uri="{FF2B5EF4-FFF2-40B4-BE49-F238E27FC236}">
                <a16:creationId xmlns:a16="http://schemas.microsoft.com/office/drawing/2014/main" id="{286F83A6-4171-366F-68DD-D7A598382DA7}"/>
              </a:ext>
            </a:extLst>
          </p:cNvPr>
          <p:cNvSpPr>
            <a:spLocks noGrp="1"/>
          </p:cNvSpPr>
          <p:nvPr>
            <p:ph type="body" sz="quarter" idx="45" hasCustomPrompt="1"/>
          </p:nvPr>
        </p:nvSpPr>
        <p:spPr>
          <a:xfrm>
            <a:off x="3215149" y="35859451"/>
            <a:ext cx="12041905" cy="927100"/>
          </a:xfrm>
        </p:spPr>
        <p:txBody>
          <a:bodyPr/>
          <a:lstStyle>
            <a:lvl1pPr>
              <a:defRPr sz="48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Discussion</a:t>
            </a:r>
          </a:p>
        </p:txBody>
      </p:sp>
      <p:sp>
        <p:nvSpPr>
          <p:cNvPr id="46" name="Picture Placeholder 25">
            <a:extLst>
              <a:ext uri="{FF2B5EF4-FFF2-40B4-BE49-F238E27FC236}">
                <a16:creationId xmlns:a16="http://schemas.microsoft.com/office/drawing/2014/main" id="{985C1570-3BCB-03E5-64D3-54C20DCD35CC}"/>
              </a:ext>
            </a:extLst>
          </p:cNvPr>
          <p:cNvSpPr>
            <a:spLocks noGrp="1"/>
          </p:cNvSpPr>
          <p:nvPr>
            <p:ph type="pic" sz="quarter" idx="46" hasCustomPrompt="1"/>
          </p:nvPr>
        </p:nvSpPr>
        <p:spPr>
          <a:xfrm>
            <a:off x="1612397" y="35552783"/>
            <a:ext cx="1204913" cy="1204912"/>
          </a:xfrm>
          <a:prstGeom prst="ellipse">
            <a:avLst/>
          </a:prstGeom>
          <a:solidFill>
            <a:schemeClr val="accent1"/>
          </a:solidFill>
          <a:ln>
            <a:solidFill>
              <a:schemeClr val="accent1"/>
            </a:solidFill>
          </a:ln>
        </p:spPr>
        <p:txBody>
          <a:bodyPr anchor="ctr" anchorCtr="0"/>
          <a:lstStyle>
            <a:lvl1pPr algn="ctr">
              <a:defRPr sz="2400">
                <a:solidFill>
                  <a:schemeClr val="tx2"/>
                </a:solidFill>
              </a:defRPr>
            </a:lvl1pPr>
          </a:lstStyle>
          <a:p>
            <a:r>
              <a:rPr lang="en-US" dirty="0"/>
              <a:t>Icon</a:t>
            </a:r>
            <a:endParaRPr lang="he-IL" dirty="0"/>
          </a:p>
        </p:txBody>
      </p:sp>
      <p:sp>
        <p:nvSpPr>
          <p:cNvPr id="47" name="Text Placeholder 12">
            <a:extLst>
              <a:ext uri="{FF2B5EF4-FFF2-40B4-BE49-F238E27FC236}">
                <a16:creationId xmlns:a16="http://schemas.microsoft.com/office/drawing/2014/main" id="{10156505-358B-F372-2CCB-28B4C3E592A2}"/>
              </a:ext>
            </a:extLst>
          </p:cNvPr>
          <p:cNvSpPr>
            <a:spLocks noGrp="1"/>
          </p:cNvSpPr>
          <p:nvPr>
            <p:ph type="body" sz="quarter" idx="47" hasCustomPrompt="1"/>
          </p:nvPr>
        </p:nvSpPr>
        <p:spPr>
          <a:xfrm>
            <a:off x="1641892" y="37138664"/>
            <a:ext cx="18245478" cy="4112218"/>
          </a:xfrm>
        </p:spPr>
        <p:txBody>
          <a:bodyPr numCol="2"/>
          <a:lstStyle>
            <a:lvl1pPr marL="0" indent="0" algn="l" rtl="0">
              <a:spcBef>
                <a:spcPts val="1200"/>
              </a:spcBef>
              <a:spcAft>
                <a:spcPts val="1200"/>
              </a:spcAft>
              <a:buFont typeface="Arial" panose="020B0604020202020204" pitchFamily="34" charset="0"/>
              <a:buNone/>
              <a:defRPr sz="2800">
                <a:solidFill>
                  <a:schemeClr val="tx2"/>
                </a:solidFill>
              </a:defRPr>
            </a:lvl1pPr>
          </a:lstStyle>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p:txBody>
      </p:sp>
      <p:sp>
        <p:nvSpPr>
          <p:cNvPr id="49" name="Picture Placeholder 48">
            <a:extLst>
              <a:ext uri="{FF2B5EF4-FFF2-40B4-BE49-F238E27FC236}">
                <a16:creationId xmlns:a16="http://schemas.microsoft.com/office/drawing/2014/main" id="{7C72EA91-F9F6-8826-6073-38C2B53584AA}"/>
              </a:ext>
            </a:extLst>
          </p:cNvPr>
          <p:cNvSpPr>
            <a:spLocks noGrp="1"/>
          </p:cNvSpPr>
          <p:nvPr>
            <p:ph type="pic" sz="quarter" idx="48"/>
          </p:nvPr>
        </p:nvSpPr>
        <p:spPr>
          <a:xfrm>
            <a:off x="23039293" y="31858315"/>
            <a:ext cx="10536332" cy="10535199"/>
          </a:xfrm>
          <a:prstGeom prst="ellipse">
            <a:avLst/>
          </a:prstGeom>
          <a:solidFill>
            <a:schemeClr val="accent4"/>
          </a:solidFill>
          <a:ln>
            <a:solidFill>
              <a:schemeClr val="accent1"/>
            </a:solidFill>
          </a:ln>
        </p:spPr>
        <p:txBody>
          <a:bodyPr/>
          <a:lstStyle/>
          <a:p>
            <a:endParaRPr lang="he-IL"/>
          </a:p>
        </p:txBody>
      </p:sp>
      <p:sp>
        <p:nvSpPr>
          <p:cNvPr id="53" name="Picture Placeholder 5">
            <a:extLst>
              <a:ext uri="{FF2B5EF4-FFF2-40B4-BE49-F238E27FC236}">
                <a16:creationId xmlns:a16="http://schemas.microsoft.com/office/drawing/2014/main" id="{95F4D62D-40C8-721A-4E90-366A00E660E1}"/>
              </a:ext>
            </a:extLst>
          </p:cNvPr>
          <p:cNvSpPr>
            <a:spLocks noGrp="1"/>
          </p:cNvSpPr>
          <p:nvPr>
            <p:ph type="pic" sz="quarter" idx="49" hasCustomPrompt="1"/>
          </p:nvPr>
        </p:nvSpPr>
        <p:spPr>
          <a:xfrm>
            <a:off x="17077847" y="17292017"/>
            <a:ext cx="4038414" cy="4038414"/>
          </a:xfrm>
          <a:prstGeom prst="ellipse">
            <a:avLst/>
          </a:prstGeom>
          <a:solidFill>
            <a:schemeClr val="accent1"/>
          </a:solidFill>
          <a:ln w="263525" cap="flat" cmpd="thinThick">
            <a:solidFill>
              <a:schemeClr val="accent5"/>
            </a:solidFill>
            <a:round/>
          </a:ln>
        </p:spPr>
        <p:txBody>
          <a:bodyPr>
            <a:normAutofit/>
          </a:bodyPr>
          <a:lstStyle>
            <a:lvl1pPr algn="ctr">
              <a:defRPr sz="2800" baseline="0">
                <a:solidFill>
                  <a:schemeClr val="bg2"/>
                </a:solidFill>
              </a:defRPr>
            </a:lvl1pPr>
          </a:lstStyle>
          <a:p>
            <a:pPr marL="228600" marR="0" lvl="0" indent="-228600" algn="r" defTabSz="914400" rtl="1" eaLnBrk="1" fontAlgn="auto" latinLnBrk="0" hangingPunct="1">
              <a:lnSpc>
                <a:spcPct val="90000"/>
              </a:lnSpc>
              <a:spcBef>
                <a:spcPts val="400"/>
              </a:spcBef>
              <a:spcAft>
                <a:spcPts val="400"/>
              </a:spcAft>
              <a:buClrTx/>
              <a:buSzTx/>
              <a:buFont typeface="Arial"/>
              <a:buNone/>
              <a:tabLst/>
              <a:defRPr/>
            </a:pPr>
            <a:r>
              <a:rPr lang="he-IL" dirty="0"/>
              <a:t>הכנס תמונה לכאן</a:t>
            </a:r>
            <a:endParaRPr lang="en-US" dirty="0"/>
          </a:p>
        </p:txBody>
      </p:sp>
      <p:sp>
        <p:nvSpPr>
          <p:cNvPr id="54" name="Picture Placeholder 5">
            <a:extLst>
              <a:ext uri="{FF2B5EF4-FFF2-40B4-BE49-F238E27FC236}">
                <a16:creationId xmlns:a16="http://schemas.microsoft.com/office/drawing/2014/main" id="{7DA27703-441A-5DF6-6193-3E70AB850A8C}"/>
              </a:ext>
            </a:extLst>
          </p:cNvPr>
          <p:cNvSpPr>
            <a:spLocks noGrp="1"/>
          </p:cNvSpPr>
          <p:nvPr>
            <p:ph type="pic" sz="quarter" idx="50" hasCustomPrompt="1"/>
          </p:nvPr>
        </p:nvSpPr>
        <p:spPr>
          <a:xfrm>
            <a:off x="21862956" y="17292017"/>
            <a:ext cx="4038414" cy="4038414"/>
          </a:xfrm>
          <a:prstGeom prst="ellipse">
            <a:avLst/>
          </a:prstGeom>
          <a:solidFill>
            <a:schemeClr val="accent1"/>
          </a:solidFill>
          <a:ln w="263525" cap="flat" cmpd="thinThick">
            <a:solidFill>
              <a:schemeClr val="accent5"/>
            </a:solidFill>
            <a:round/>
          </a:ln>
        </p:spPr>
        <p:txBody>
          <a:bodyPr>
            <a:normAutofit/>
          </a:bodyPr>
          <a:lstStyle>
            <a:lvl1pPr algn="ctr">
              <a:defRPr sz="2800" baseline="0">
                <a:solidFill>
                  <a:schemeClr val="bg2"/>
                </a:solidFill>
              </a:defRPr>
            </a:lvl1pPr>
          </a:lstStyle>
          <a:p>
            <a:pPr marL="228600" marR="0" lvl="0" indent="-228600" algn="r" defTabSz="914400" rtl="1" eaLnBrk="1" fontAlgn="auto" latinLnBrk="0" hangingPunct="1">
              <a:lnSpc>
                <a:spcPct val="90000"/>
              </a:lnSpc>
              <a:spcBef>
                <a:spcPts val="400"/>
              </a:spcBef>
              <a:spcAft>
                <a:spcPts val="400"/>
              </a:spcAft>
              <a:buClrTx/>
              <a:buSzTx/>
              <a:buFont typeface="Arial"/>
              <a:buNone/>
              <a:tabLst/>
              <a:defRPr/>
            </a:pPr>
            <a:r>
              <a:rPr lang="he-IL" dirty="0"/>
              <a:t>הכנס תמונה לכאן</a:t>
            </a:r>
            <a:endParaRPr lang="en-US" dirty="0"/>
          </a:p>
        </p:txBody>
      </p:sp>
      <p:sp>
        <p:nvSpPr>
          <p:cNvPr id="55" name="Text Placeholder 11">
            <a:extLst>
              <a:ext uri="{FF2B5EF4-FFF2-40B4-BE49-F238E27FC236}">
                <a16:creationId xmlns:a16="http://schemas.microsoft.com/office/drawing/2014/main" id="{02CB03F5-B7D7-5961-3170-C7D6B443588B}"/>
              </a:ext>
            </a:extLst>
          </p:cNvPr>
          <p:cNvSpPr>
            <a:spLocks noGrp="1"/>
          </p:cNvSpPr>
          <p:nvPr>
            <p:ph type="body" sz="quarter" idx="51" hasCustomPrompt="1"/>
          </p:nvPr>
        </p:nvSpPr>
        <p:spPr>
          <a:xfrm>
            <a:off x="18306737" y="18520907"/>
            <a:ext cx="1580633" cy="1580633"/>
          </a:xfrm>
          <a:prstGeom prst="ellipse">
            <a:avLst/>
          </a:prstGeom>
          <a:solidFill>
            <a:schemeClr val="bg2"/>
          </a:solidFill>
        </p:spPr>
        <p:txBody>
          <a:bodyPr anchor="ctr" anchorCtr="0"/>
          <a:lstStyle>
            <a:lvl1pPr algn="ctr">
              <a:defRPr lang="he-IL" sz="2800" b="1" kern="1200" dirty="0">
                <a:solidFill>
                  <a:schemeClr val="tx1"/>
                </a:solidFill>
                <a:latin typeface="+mn-lt"/>
                <a:ea typeface="+mn-ea"/>
                <a:cs typeface="+mn-cs"/>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marL="0" lvl="0" indent="0" algn="ctr" defTabSz="2429927" rtl="1" eaLnBrk="1" latinLnBrk="0" hangingPunct="1">
              <a:lnSpc>
                <a:spcPct val="90000"/>
              </a:lnSpc>
              <a:spcBef>
                <a:spcPts val="0"/>
              </a:spcBef>
              <a:spcAft>
                <a:spcPts val="600"/>
              </a:spcAft>
              <a:buFont typeface="Arial"/>
              <a:buNone/>
            </a:pPr>
            <a:r>
              <a:rPr lang="en-US" dirty="0"/>
              <a:t>Concept</a:t>
            </a:r>
          </a:p>
          <a:p>
            <a:pPr marL="0" lvl="0" indent="0" algn="ctr" defTabSz="2429927" rtl="1" eaLnBrk="1" latinLnBrk="0" hangingPunct="1">
              <a:lnSpc>
                <a:spcPct val="90000"/>
              </a:lnSpc>
              <a:spcBef>
                <a:spcPts val="0"/>
              </a:spcBef>
              <a:spcAft>
                <a:spcPts val="600"/>
              </a:spcAft>
              <a:buFont typeface="Arial"/>
              <a:buNone/>
            </a:pPr>
            <a:r>
              <a:rPr lang="en-US" dirty="0"/>
              <a:t>title</a:t>
            </a:r>
            <a:endParaRPr lang="he-IL" dirty="0"/>
          </a:p>
        </p:txBody>
      </p:sp>
      <p:sp>
        <p:nvSpPr>
          <p:cNvPr id="56" name="Text Placeholder 11">
            <a:extLst>
              <a:ext uri="{FF2B5EF4-FFF2-40B4-BE49-F238E27FC236}">
                <a16:creationId xmlns:a16="http://schemas.microsoft.com/office/drawing/2014/main" id="{9F6D743F-1276-C7D8-50DD-74525D7F7CD0}"/>
              </a:ext>
            </a:extLst>
          </p:cNvPr>
          <p:cNvSpPr>
            <a:spLocks noGrp="1"/>
          </p:cNvSpPr>
          <p:nvPr>
            <p:ph type="body" sz="quarter" idx="52" hasCustomPrompt="1"/>
          </p:nvPr>
        </p:nvSpPr>
        <p:spPr>
          <a:xfrm>
            <a:off x="23091847" y="18520908"/>
            <a:ext cx="1580633" cy="1580633"/>
          </a:xfrm>
          <a:prstGeom prst="ellipse">
            <a:avLst/>
          </a:prstGeom>
          <a:solidFill>
            <a:schemeClr val="bg2"/>
          </a:solidFill>
        </p:spPr>
        <p:txBody>
          <a:bodyPr anchor="ctr" anchorCtr="0"/>
          <a:lstStyle>
            <a:lvl1pPr algn="ctr">
              <a:spcBef>
                <a:spcPts val="0"/>
              </a:spcBef>
              <a:spcAft>
                <a:spcPts val="600"/>
              </a:spcAft>
              <a:defRPr sz="2800" b="1">
                <a:solidFill>
                  <a:schemeClr val="tx1"/>
                </a:solidFill>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en-US" dirty="0"/>
              <a:t>Concept</a:t>
            </a:r>
          </a:p>
          <a:p>
            <a:pPr lvl="0"/>
            <a:r>
              <a:rPr lang="en-US" dirty="0"/>
              <a:t>title</a:t>
            </a:r>
            <a:endParaRPr lang="he-IL" dirty="0"/>
          </a:p>
        </p:txBody>
      </p:sp>
      <p:sp>
        <p:nvSpPr>
          <p:cNvPr id="58" name="Picture Placeholder 5">
            <a:extLst>
              <a:ext uri="{FF2B5EF4-FFF2-40B4-BE49-F238E27FC236}">
                <a16:creationId xmlns:a16="http://schemas.microsoft.com/office/drawing/2014/main" id="{9CE7B913-E03D-1388-CF46-022856E3ACCC}"/>
              </a:ext>
            </a:extLst>
          </p:cNvPr>
          <p:cNvSpPr>
            <a:spLocks noGrp="1"/>
          </p:cNvSpPr>
          <p:nvPr>
            <p:ph type="pic" sz="quarter" idx="53" hasCustomPrompt="1"/>
          </p:nvPr>
        </p:nvSpPr>
        <p:spPr>
          <a:xfrm>
            <a:off x="26663556" y="17292017"/>
            <a:ext cx="4038414" cy="4038414"/>
          </a:xfrm>
          <a:prstGeom prst="ellipse">
            <a:avLst/>
          </a:prstGeom>
          <a:solidFill>
            <a:schemeClr val="accent1"/>
          </a:solidFill>
          <a:ln w="263525" cap="flat" cmpd="thinThick">
            <a:solidFill>
              <a:schemeClr val="accent5"/>
            </a:solidFill>
            <a:round/>
          </a:ln>
        </p:spPr>
        <p:txBody>
          <a:bodyPr>
            <a:normAutofit/>
          </a:bodyPr>
          <a:lstStyle>
            <a:lvl1pPr algn="ctr">
              <a:defRPr sz="2800" baseline="0">
                <a:solidFill>
                  <a:schemeClr val="bg2"/>
                </a:solidFill>
              </a:defRPr>
            </a:lvl1pPr>
          </a:lstStyle>
          <a:p>
            <a:pPr marL="228600" marR="0" lvl="0" indent="-228600" algn="r" defTabSz="914400" rtl="1" eaLnBrk="1" fontAlgn="auto" latinLnBrk="0" hangingPunct="1">
              <a:lnSpc>
                <a:spcPct val="90000"/>
              </a:lnSpc>
              <a:spcBef>
                <a:spcPts val="400"/>
              </a:spcBef>
              <a:spcAft>
                <a:spcPts val="400"/>
              </a:spcAft>
              <a:buClrTx/>
              <a:buSzTx/>
              <a:buFont typeface="Arial"/>
              <a:buNone/>
              <a:tabLst/>
              <a:defRPr/>
            </a:pPr>
            <a:r>
              <a:rPr lang="he-IL" dirty="0"/>
              <a:t>הכנס תמונה לכאן</a:t>
            </a:r>
            <a:endParaRPr lang="en-US" dirty="0"/>
          </a:p>
        </p:txBody>
      </p:sp>
      <p:sp>
        <p:nvSpPr>
          <p:cNvPr id="59" name="Text Placeholder 11">
            <a:extLst>
              <a:ext uri="{FF2B5EF4-FFF2-40B4-BE49-F238E27FC236}">
                <a16:creationId xmlns:a16="http://schemas.microsoft.com/office/drawing/2014/main" id="{78A75D4B-E8F2-1B32-EF0F-7685A2DB9891}"/>
              </a:ext>
            </a:extLst>
          </p:cNvPr>
          <p:cNvSpPr>
            <a:spLocks noGrp="1"/>
          </p:cNvSpPr>
          <p:nvPr>
            <p:ph type="body" sz="quarter" idx="54" hasCustomPrompt="1"/>
          </p:nvPr>
        </p:nvSpPr>
        <p:spPr>
          <a:xfrm>
            <a:off x="27892447" y="18520908"/>
            <a:ext cx="1580633" cy="1580633"/>
          </a:xfrm>
          <a:prstGeom prst="ellipse">
            <a:avLst/>
          </a:prstGeom>
          <a:solidFill>
            <a:schemeClr val="bg2"/>
          </a:solidFill>
        </p:spPr>
        <p:txBody>
          <a:bodyPr anchor="ctr" anchorCtr="0"/>
          <a:lstStyle>
            <a:lvl1pPr algn="ctr">
              <a:spcBef>
                <a:spcPts val="0"/>
              </a:spcBef>
              <a:spcAft>
                <a:spcPts val="600"/>
              </a:spcAft>
              <a:defRPr sz="2800" b="1">
                <a:solidFill>
                  <a:schemeClr val="tx1"/>
                </a:solidFill>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en-US" dirty="0"/>
              <a:t>Concept</a:t>
            </a:r>
          </a:p>
          <a:p>
            <a:pPr lvl="0"/>
            <a:r>
              <a:rPr lang="en-US" dirty="0"/>
              <a:t>title</a:t>
            </a:r>
            <a:endParaRPr lang="he-IL" dirty="0"/>
          </a:p>
        </p:txBody>
      </p:sp>
      <p:cxnSp>
        <p:nvCxnSpPr>
          <p:cNvPr id="61" name="Straight Connector 60">
            <a:extLst>
              <a:ext uri="{FF2B5EF4-FFF2-40B4-BE49-F238E27FC236}">
                <a16:creationId xmlns:a16="http://schemas.microsoft.com/office/drawing/2014/main" id="{0AFA1EB5-6A33-56C0-A530-5FC436EDE181}"/>
              </a:ext>
            </a:extLst>
          </p:cNvPr>
          <p:cNvCxnSpPr/>
          <p:nvPr userDrawn="1"/>
        </p:nvCxnSpPr>
        <p:spPr>
          <a:xfrm>
            <a:off x="0" y="22447045"/>
            <a:ext cx="32399288"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
        <p:nvSpPr>
          <p:cNvPr id="64" name="Picture Placeholder 63">
            <a:extLst>
              <a:ext uri="{FF2B5EF4-FFF2-40B4-BE49-F238E27FC236}">
                <a16:creationId xmlns:a16="http://schemas.microsoft.com/office/drawing/2014/main" id="{C3ADF39B-53C9-1EBC-C4B5-7B284458CB9E}"/>
              </a:ext>
            </a:extLst>
          </p:cNvPr>
          <p:cNvSpPr>
            <a:spLocks noGrp="1"/>
          </p:cNvSpPr>
          <p:nvPr>
            <p:ph type="pic" sz="quarter" idx="55"/>
          </p:nvPr>
        </p:nvSpPr>
        <p:spPr>
          <a:xfrm>
            <a:off x="1612900" y="30444560"/>
            <a:ext cx="14020800" cy="3606906"/>
          </a:xfrm>
        </p:spPr>
        <p:txBody>
          <a:bodyPr/>
          <a:lstStyle>
            <a:lvl1pPr>
              <a:defRPr>
                <a:solidFill>
                  <a:schemeClr val="bg1"/>
                </a:solidFill>
              </a:defRPr>
            </a:lvl1pPr>
          </a:lstStyle>
          <a:p>
            <a:endParaRPr lang="he-IL"/>
          </a:p>
        </p:txBody>
      </p:sp>
      <p:sp>
        <p:nvSpPr>
          <p:cNvPr id="65" name="Text Placeholder 12">
            <a:extLst>
              <a:ext uri="{FF2B5EF4-FFF2-40B4-BE49-F238E27FC236}">
                <a16:creationId xmlns:a16="http://schemas.microsoft.com/office/drawing/2014/main" id="{AD9B09D1-1F01-3DCD-DA91-2D017E1B0F01}"/>
              </a:ext>
            </a:extLst>
          </p:cNvPr>
          <p:cNvSpPr>
            <a:spLocks noGrp="1"/>
          </p:cNvSpPr>
          <p:nvPr>
            <p:ph type="body" sz="quarter" idx="56" hasCustomPrompt="1"/>
          </p:nvPr>
        </p:nvSpPr>
        <p:spPr>
          <a:xfrm>
            <a:off x="1641893" y="14304435"/>
            <a:ext cx="13615162" cy="2288096"/>
          </a:xfrm>
        </p:spPr>
        <p:txBody>
          <a:bodyPr/>
          <a:lstStyle>
            <a:lvl1pPr marL="0" indent="0" algn="l" rtl="0">
              <a:spcBef>
                <a:spcPts val="1200"/>
              </a:spcBef>
              <a:spcAft>
                <a:spcPts val="1200"/>
              </a:spcAft>
              <a:buFont typeface="Arial" panose="020B0604020202020204" pitchFamily="34" charset="0"/>
              <a:buNone/>
              <a:defRPr sz="3600" b="0">
                <a:solidFill>
                  <a:schemeClr val="bg1"/>
                </a:solidFill>
              </a:defRPr>
            </a:lvl1pPr>
          </a:lstStyle>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a:t>
            </a:r>
            <a:endParaRPr lang="he-IL" dirty="0"/>
          </a:p>
        </p:txBody>
      </p:sp>
    </p:spTree>
    <p:extLst>
      <p:ext uri="{BB962C8B-B14F-4D97-AF65-F5344CB8AC3E}">
        <p14:creationId xmlns:p14="http://schemas.microsoft.com/office/powerpoint/2010/main" val="30524721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76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7_Title Slide">
    <p:bg>
      <p:bgPr>
        <a:solidFill>
          <a:schemeClr val="tx2"/>
        </a:solidFill>
        <a:effectLst/>
      </p:bgPr>
    </p:bg>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78830EA4-CC96-C2E2-3930-5C10A0AE3886}"/>
              </a:ext>
            </a:extLst>
          </p:cNvPr>
          <p:cNvSpPr/>
          <p:nvPr userDrawn="1"/>
        </p:nvSpPr>
        <p:spPr>
          <a:xfrm>
            <a:off x="16199644" y="8796224"/>
            <a:ext cx="16199644" cy="3440441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60" name="Picture 59" descr="A black and white logo&#10;&#10;Description automatically generated with low confidence">
            <a:extLst>
              <a:ext uri="{FF2B5EF4-FFF2-40B4-BE49-F238E27FC236}">
                <a16:creationId xmlns:a16="http://schemas.microsoft.com/office/drawing/2014/main" id="{2A699AB0-A24D-0580-F307-612BA63AA614}"/>
              </a:ext>
            </a:extLst>
          </p:cNvPr>
          <p:cNvPicPr>
            <a:picLocks noChangeAspect="1"/>
          </p:cNvPicPr>
          <p:nvPr userDrawn="1"/>
        </p:nvPicPr>
        <p:blipFill rotWithShape="1">
          <a:blip r:embed="rId2"/>
          <a:srcRect l="-121" r="-1" b="26222"/>
          <a:stretch/>
        </p:blipFill>
        <p:spPr>
          <a:xfrm flipH="1">
            <a:off x="17465978" y="33113636"/>
            <a:ext cx="13688690" cy="10087002"/>
          </a:xfrm>
          <a:prstGeom prst="rect">
            <a:avLst/>
          </a:prstGeom>
        </p:spPr>
      </p:pic>
      <p:sp>
        <p:nvSpPr>
          <p:cNvPr id="2" name="Title 1"/>
          <p:cNvSpPr>
            <a:spLocks noGrp="1"/>
          </p:cNvSpPr>
          <p:nvPr>
            <p:ph type="ctrTitle" hasCustomPrompt="1"/>
          </p:nvPr>
        </p:nvSpPr>
        <p:spPr>
          <a:xfrm flipH="1">
            <a:off x="1633960" y="4005865"/>
            <a:ext cx="29079122" cy="1906786"/>
          </a:xfrm>
        </p:spPr>
        <p:txBody>
          <a:bodyPr anchor="b">
            <a:noAutofit/>
          </a:bodyPr>
          <a:lstStyle>
            <a:lvl1pPr algn="l">
              <a:defRPr sz="8000" baseline="0">
                <a:solidFill>
                  <a:schemeClr val="bg1"/>
                </a:solidFill>
              </a:defRPr>
            </a:lvl1pPr>
          </a:lstStyle>
          <a:p>
            <a:r>
              <a:rPr lang="en-US" dirty="0"/>
              <a:t>Research Title</a:t>
            </a:r>
          </a:p>
        </p:txBody>
      </p:sp>
      <p:sp>
        <p:nvSpPr>
          <p:cNvPr id="3" name="Subtitle 2"/>
          <p:cNvSpPr>
            <a:spLocks noGrp="1"/>
          </p:cNvSpPr>
          <p:nvPr>
            <p:ph type="subTitle" idx="1" hasCustomPrompt="1"/>
          </p:nvPr>
        </p:nvSpPr>
        <p:spPr>
          <a:xfrm flipH="1">
            <a:off x="1633960" y="6443351"/>
            <a:ext cx="29079122" cy="1136571"/>
          </a:xfrm>
        </p:spPr>
        <p:txBody>
          <a:bodyPr>
            <a:noAutofit/>
          </a:bodyPr>
          <a:lstStyle>
            <a:lvl1pPr marL="0" indent="0" algn="l">
              <a:buNone/>
              <a:defRPr sz="5400" baseline="0">
                <a:solidFill>
                  <a:schemeClr val="accent1"/>
                </a:solidFill>
              </a:defRPr>
            </a:lvl1pPr>
            <a:lvl2pPr marL="1214963" indent="0" algn="ctr">
              <a:buNone/>
              <a:defRPr sz="5315"/>
            </a:lvl2pPr>
            <a:lvl3pPr marL="2429927" indent="0" algn="ctr">
              <a:buNone/>
              <a:defRPr sz="4783"/>
            </a:lvl3pPr>
            <a:lvl4pPr marL="3644890" indent="0" algn="ctr">
              <a:buNone/>
              <a:defRPr sz="4252"/>
            </a:lvl4pPr>
            <a:lvl5pPr marL="4859853" indent="0" algn="ctr">
              <a:buNone/>
              <a:defRPr sz="4252"/>
            </a:lvl5pPr>
            <a:lvl6pPr marL="6074816" indent="0" algn="ctr">
              <a:buNone/>
              <a:defRPr sz="4252"/>
            </a:lvl6pPr>
            <a:lvl7pPr marL="7289780" indent="0" algn="ctr">
              <a:buNone/>
              <a:defRPr sz="4252"/>
            </a:lvl7pPr>
            <a:lvl8pPr marL="8504743" indent="0" algn="ctr">
              <a:buNone/>
              <a:defRPr sz="4252"/>
            </a:lvl8pPr>
            <a:lvl9pPr marL="9719706" indent="0" algn="ctr">
              <a:buNone/>
              <a:defRPr sz="4252"/>
            </a:lvl9pPr>
          </a:lstStyle>
          <a:p>
            <a:r>
              <a:rPr lang="en-US" dirty="0"/>
              <a:t>Scientists Names</a:t>
            </a:r>
          </a:p>
        </p:txBody>
      </p:sp>
      <p:sp>
        <p:nvSpPr>
          <p:cNvPr id="5" name="Picture Placeholder 4">
            <a:extLst>
              <a:ext uri="{FF2B5EF4-FFF2-40B4-BE49-F238E27FC236}">
                <a16:creationId xmlns:a16="http://schemas.microsoft.com/office/drawing/2014/main" id="{BD68B74C-535B-94F3-1F74-C00716E8C9EF}"/>
              </a:ext>
            </a:extLst>
          </p:cNvPr>
          <p:cNvSpPr>
            <a:spLocks noGrp="1"/>
          </p:cNvSpPr>
          <p:nvPr>
            <p:ph type="pic" sz="quarter" idx="10" hasCustomPrompt="1"/>
          </p:nvPr>
        </p:nvSpPr>
        <p:spPr>
          <a:xfrm>
            <a:off x="9394918" y="1410830"/>
            <a:ext cx="5970587" cy="1559672"/>
          </a:xfrm>
        </p:spPr>
        <p:txBody>
          <a:bodyPr anchor="ctr" anchorCtr="0"/>
          <a:lstStyle>
            <a:lvl1pPr algn="ctr">
              <a:defRPr>
                <a:solidFill>
                  <a:schemeClr val="bg2"/>
                </a:solidFill>
              </a:defRPr>
            </a:lvl1pPr>
          </a:lstStyle>
          <a:p>
            <a:r>
              <a:rPr lang="en-US" dirty="0"/>
              <a:t>Place logo</a:t>
            </a:r>
            <a:endParaRPr lang="he-IL" dirty="0"/>
          </a:p>
        </p:txBody>
      </p:sp>
      <p:sp>
        <p:nvSpPr>
          <p:cNvPr id="7" name="Picture Placeholder 4">
            <a:extLst>
              <a:ext uri="{FF2B5EF4-FFF2-40B4-BE49-F238E27FC236}">
                <a16:creationId xmlns:a16="http://schemas.microsoft.com/office/drawing/2014/main" id="{09682B32-FC7A-28DC-5CB2-1C9189346772}"/>
              </a:ext>
            </a:extLst>
          </p:cNvPr>
          <p:cNvSpPr>
            <a:spLocks noGrp="1"/>
          </p:cNvSpPr>
          <p:nvPr>
            <p:ph type="pic" sz="quarter" idx="11" hasCustomPrompt="1"/>
          </p:nvPr>
        </p:nvSpPr>
        <p:spPr>
          <a:xfrm>
            <a:off x="17068706" y="1410830"/>
            <a:ext cx="5970587" cy="1559672"/>
          </a:xfrm>
        </p:spPr>
        <p:txBody>
          <a:bodyPr anchor="ctr" anchorCtr="0"/>
          <a:lstStyle>
            <a:lvl1pPr algn="ctr">
              <a:defRPr>
                <a:solidFill>
                  <a:schemeClr val="bg2"/>
                </a:solidFill>
              </a:defRPr>
            </a:lvl1pPr>
          </a:lstStyle>
          <a:p>
            <a:r>
              <a:rPr lang="en-US" dirty="0"/>
              <a:t>Place logo</a:t>
            </a:r>
            <a:endParaRPr lang="he-IL" dirty="0"/>
          </a:p>
        </p:txBody>
      </p:sp>
      <p:sp>
        <p:nvSpPr>
          <p:cNvPr id="9" name="Picture Placeholder 4">
            <a:extLst>
              <a:ext uri="{FF2B5EF4-FFF2-40B4-BE49-F238E27FC236}">
                <a16:creationId xmlns:a16="http://schemas.microsoft.com/office/drawing/2014/main" id="{8FD67D12-6F2E-CECC-36AB-2F9F62CD32C2}"/>
              </a:ext>
            </a:extLst>
          </p:cNvPr>
          <p:cNvSpPr>
            <a:spLocks noGrp="1"/>
          </p:cNvSpPr>
          <p:nvPr>
            <p:ph type="pic" sz="quarter" idx="12" hasCustomPrompt="1"/>
          </p:nvPr>
        </p:nvSpPr>
        <p:spPr>
          <a:xfrm>
            <a:off x="24742495" y="1410830"/>
            <a:ext cx="5970587" cy="1559672"/>
          </a:xfrm>
        </p:spPr>
        <p:txBody>
          <a:bodyPr anchor="ctr" anchorCtr="0"/>
          <a:lstStyle>
            <a:lvl1pPr algn="ctr">
              <a:defRPr>
                <a:solidFill>
                  <a:schemeClr val="bg2"/>
                </a:solidFill>
              </a:defRPr>
            </a:lvl1pPr>
          </a:lstStyle>
          <a:p>
            <a:r>
              <a:rPr lang="en-US" dirty="0"/>
              <a:t>Place logo</a:t>
            </a:r>
            <a:endParaRPr lang="he-IL" dirty="0"/>
          </a:p>
        </p:txBody>
      </p:sp>
      <p:sp>
        <p:nvSpPr>
          <p:cNvPr id="10" name="Picture Placeholder 4">
            <a:extLst>
              <a:ext uri="{FF2B5EF4-FFF2-40B4-BE49-F238E27FC236}">
                <a16:creationId xmlns:a16="http://schemas.microsoft.com/office/drawing/2014/main" id="{143323CA-5FE3-879B-2045-5C246D7A6010}"/>
              </a:ext>
            </a:extLst>
          </p:cNvPr>
          <p:cNvSpPr>
            <a:spLocks noGrp="1"/>
          </p:cNvSpPr>
          <p:nvPr>
            <p:ph type="pic" sz="quarter" idx="13" hasCustomPrompt="1"/>
          </p:nvPr>
        </p:nvSpPr>
        <p:spPr>
          <a:xfrm>
            <a:off x="1721130" y="1410830"/>
            <a:ext cx="5970587" cy="1559672"/>
          </a:xfrm>
        </p:spPr>
        <p:txBody>
          <a:bodyPr anchor="ctr" anchorCtr="0"/>
          <a:lstStyle>
            <a:lvl1pPr algn="ctr">
              <a:defRPr b="1">
                <a:solidFill>
                  <a:schemeClr val="bg2"/>
                </a:solidFill>
              </a:defRPr>
            </a:lvl1pPr>
          </a:lstStyle>
          <a:p>
            <a:r>
              <a:rPr lang="en-US" dirty="0"/>
              <a:t>Place Bar Ilan logo</a:t>
            </a:r>
            <a:endParaRPr lang="he-IL" dirty="0"/>
          </a:p>
        </p:txBody>
      </p:sp>
      <p:sp>
        <p:nvSpPr>
          <p:cNvPr id="15" name="Chart Placeholder 9">
            <a:extLst>
              <a:ext uri="{FF2B5EF4-FFF2-40B4-BE49-F238E27FC236}">
                <a16:creationId xmlns:a16="http://schemas.microsoft.com/office/drawing/2014/main" id="{6924FF7B-B783-B620-27E8-2F92F4DDFE88}"/>
              </a:ext>
            </a:extLst>
          </p:cNvPr>
          <p:cNvSpPr>
            <a:spLocks noGrp="1"/>
          </p:cNvSpPr>
          <p:nvPr>
            <p:ph type="chart" sz="quarter" idx="22"/>
          </p:nvPr>
        </p:nvSpPr>
        <p:spPr>
          <a:xfrm>
            <a:off x="25482269" y="11767712"/>
            <a:ext cx="5230813" cy="4733925"/>
          </a:xfrm>
        </p:spPr>
        <p:txBody>
          <a:bodyPr anchor="t" anchorCtr="0"/>
          <a:lstStyle>
            <a:lvl1pPr algn="ctr">
              <a:defRPr>
                <a:solidFill>
                  <a:schemeClr val="accent1"/>
                </a:solidFill>
              </a:defRPr>
            </a:lvl1pPr>
          </a:lstStyle>
          <a:p>
            <a:endParaRPr lang="he-IL" dirty="0"/>
          </a:p>
        </p:txBody>
      </p:sp>
      <p:sp>
        <p:nvSpPr>
          <p:cNvPr id="16" name="Text Placeholder 12">
            <a:extLst>
              <a:ext uri="{FF2B5EF4-FFF2-40B4-BE49-F238E27FC236}">
                <a16:creationId xmlns:a16="http://schemas.microsoft.com/office/drawing/2014/main" id="{41F51ADE-7D8B-E3E6-450F-A7AED8EF7D1D}"/>
              </a:ext>
            </a:extLst>
          </p:cNvPr>
          <p:cNvSpPr>
            <a:spLocks noGrp="1"/>
          </p:cNvSpPr>
          <p:nvPr>
            <p:ph type="body" sz="quarter" idx="23" hasCustomPrompt="1"/>
          </p:nvPr>
        </p:nvSpPr>
        <p:spPr>
          <a:xfrm>
            <a:off x="17068706" y="11767712"/>
            <a:ext cx="7603774" cy="1368425"/>
          </a:xfrm>
        </p:spPr>
        <p:txBody>
          <a:bodyPr/>
          <a:lstStyle>
            <a:lvl1pPr marL="457200" indent="-457200" algn="l" rtl="0">
              <a:spcBef>
                <a:spcPts val="1200"/>
              </a:spcBef>
              <a:spcAft>
                <a:spcPts val="1200"/>
              </a:spcAft>
              <a:buFontTx/>
              <a:buBlip>
                <a:blip r:embed="rId3"/>
              </a:buBlip>
              <a:defRPr sz="2800">
                <a:solidFill>
                  <a:schemeClr val="tx1"/>
                </a:solidFill>
              </a:defRPr>
            </a:lvl1pPr>
          </a:lstStyle>
          <a:p>
            <a:r>
              <a:rPr lang="en-US" dirty="0"/>
              <a:t>Lorem Ipsum is simply dummy text of the printing and typesetting industry. Lorem Ipsum has been the industry's standard dummy text</a:t>
            </a:r>
            <a:endParaRPr lang="he-IL" dirty="0"/>
          </a:p>
        </p:txBody>
      </p:sp>
      <p:sp>
        <p:nvSpPr>
          <p:cNvPr id="17" name="Text Placeholder 12">
            <a:extLst>
              <a:ext uri="{FF2B5EF4-FFF2-40B4-BE49-F238E27FC236}">
                <a16:creationId xmlns:a16="http://schemas.microsoft.com/office/drawing/2014/main" id="{E8EE2A60-6171-D5FE-FDE3-28999FB5DF1B}"/>
              </a:ext>
            </a:extLst>
          </p:cNvPr>
          <p:cNvSpPr>
            <a:spLocks noGrp="1"/>
          </p:cNvSpPr>
          <p:nvPr>
            <p:ph type="body" sz="quarter" idx="24" hasCustomPrompt="1"/>
          </p:nvPr>
        </p:nvSpPr>
        <p:spPr>
          <a:xfrm>
            <a:off x="17068706" y="13453637"/>
            <a:ext cx="7603774" cy="1368425"/>
          </a:xfrm>
        </p:spPr>
        <p:txBody>
          <a:bodyPr/>
          <a:lstStyle>
            <a:lvl1pPr marL="457200" indent="-457200" algn="l" rtl="0">
              <a:spcBef>
                <a:spcPts val="1200"/>
              </a:spcBef>
              <a:spcAft>
                <a:spcPts val="1200"/>
              </a:spcAft>
              <a:buFontTx/>
              <a:buBlip>
                <a:blip r:embed="rId3"/>
              </a:buBlip>
              <a:defRPr sz="2800">
                <a:solidFill>
                  <a:schemeClr val="tx1"/>
                </a:solidFill>
              </a:defRPr>
            </a:lvl1pPr>
          </a:lstStyle>
          <a:p>
            <a:r>
              <a:rPr lang="en-US" dirty="0"/>
              <a:t>Lorem Ipsum is simply dummy text of the printing and typesetting industry. Lorem Ipsum has been the industry's standard dummy</a:t>
            </a:r>
            <a:endParaRPr lang="he-IL" dirty="0"/>
          </a:p>
        </p:txBody>
      </p:sp>
      <p:sp>
        <p:nvSpPr>
          <p:cNvPr id="18" name="Text Placeholder 12">
            <a:extLst>
              <a:ext uri="{FF2B5EF4-FFF2-40B4-BE49-F238E27FC236}">
                <a16:creationId xmlns:a16="http://schemas.microsoft.com/office/drawing/2014/main" id="{B67843FA-D947-6FF8-DFE1-FBAD72C4E62D}"/>
              </a:ext>
            </a:extLst>
          </p:cNvPr>
          <p:cNvSpPr>
            <a:spLocks noGrp="1"/>
          </p:cNvSpPr>
          <p:nvPr>
            <p:ph type="body" sz="quarter" idx="25" hasCustomPrompt="1"/>
          </p:nvPr>
        </p:nvSpPr>
        <p:spPr>
          <a:xfrm>
            <a:off x="17068706" y="15133212"/>
            <a:ext cx="7603774" cy="1368425"/>
          </a:xfrm>
        </p:spPr>
        <p:txBody>
          <a:bodyPr/>
          <a:lstStyle>
            <a:lvl1pPr marL="457200" indent="-457200" algn="l" rtl="0">
              <a:spcBef>
                <a:spcPts val="1200"/>
              </a:spcBef>
              <a:spcAft>
                <a:spcPts val="1200"/>
              </a:spcAft>
              <a:buFontTx/>
              <a:buBlip>
                <a:blip r:embed="rId3"/>
              </a:buBlip>
              <a:defRPr sz="2800">
                <a:solidFill>
                  <a:schemeClr val="tx1"/>
                </a:solidFill>
              </a:defRPr>
            </a:lvl1pPr>
          </a:lstStyle>
          <a:p>
            <a:r>
              <a:rPr lang="en-US" dirty="0"/>
              <a:t>Lorem Ipsum is simply dummy text of the printing and typesetting industry. Lorem Ipsum has been the industry's standard dummy</a:t>
            </a:r>
            <a:endParaRPr lang="he-IL" dirty="0"/>
          </a:p>
        </p:txBody>
      </p:sp>
      <p:sp>
        <p:nvSpPr>
          <p:cNvPr id="24" name="Text Placeholder 23">
            <a:extLst>
              <a:ext uri="{FF2B5EF4-FFF2-40B4-BE49-F238E27FC236}">
                <a16:creationId xmlns:a16="http://schemas.microsoft.com/office/drawing/2014/main" id="{BF35437C-D543-7B3E-ECB3-0465BA4E810B}"/>
              </a:ext>
            </a:extLst>
          </p:cNvPr>
          <p:cNvSpPr>
            <a:spLocks noGrp="1"/>
          </p:cNvSpPr>
          <p:nvPr>
            <p:ph type="body" sz="quarter" idx="26" hasCustomPrompt="1"/>
          </p:nvPr>
        </p:nvSpPr>
        <p:spPr>
          <a:xfrm>
            <a:off x="18671458" y="10463494"/>
            <a:ext cx="12041905" cy="927100"/>
          </a:xfrm>
        </p:spPr>
        <p:txBody>
          <a:bodyPr/>
          <a:lstStyle>
            <a:lvl1pPr>
              <a:defRPr sz="4800" b="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Objective</a:t>
            </a:r>
          </a:p>
        </p:txBody>
      </p:sp>
      <p:sp>
        <p:nvSpPr>
          <p:cNvPr id="26" name="Picture Placeholder 25">
            <a:extLst>
              <a:ext uri="{FF2B5EF4-FFF2-40B4-BE49-F238E27FC236}">
                <a16:creationId xmlns:a16="http://schemas.microsoft.com/office/drawing/2014/main" id="{D30944F2-AD4F-A9C2-A1CF-4E5C5ECACD2C}"/>
              </a:ext>
            </a:extLst>
          </p:cNvPr>
          <p:cNvSpPr>
            <a:spLocks noGrp="1"/>
          </p:cNvSpPr>
          <p:nvPr>
            <p:ph type="pic" sz="quarter" idx="27" hasCustomPrompt="1"/>
          </p:nvPr>
        </p:nvSpPr>
        <p:spPr>
          <a:xfrm>
            <a:off x="17068706" y="10156826"/>
            <a:ext cx="1204913" cy="1204912"/>
          </a:xfrm>
          <a:prstGeom prst="ellipse">
            <a:avLst/>
          </a:prstGeom>
          <a:solidFill>
            <a:schemeClr val="accent1"/>
          </a:solidFill>
          <a:ln>
            <a:solidFill>
              <a:schemeClr val="accent1"/>
            </a:solidFill>
          </a:ln>
        </p:spPr>
        <p:txBody>
          <a:bodyPr anchor="ctr" anchorCtr="0"/>
          <a:lstStyle>
            <a:lvl1pPr algn="ctr">
              <a:defRPr sz="2400"/>
            </a:lvl1pPr>
          </a:lstStyle>
          <a:p>
            <a:r>
              <a:rPr lang="en-US" dirty="0"/>
              <a:t>Icon</a:t>
            </a:r>
            <a:endParaRPr lang="he-IL" dirty="0"/>
          </a:p>
        </p:txBody>
      </p:sp>
      <p:sp>
        <p:nvSpPr>
          <p:cNvPr id="27" name="Text Placeholder 23">
            <a:extLst>
              <a:ext uri="{FF2B5EF4-FFF2-40B4-BE49-F238E27FC236}">
                <a16:creationId xmlns:a16="http://schemas.microsoft.com/office/drawing/2014/main" id="{A7ECDB13-1D09-9417-B6E4-33FA0702F8EE}"/>
              </a:ext>
            </a:extLst>
          </p:cNvPr>
          <p:cNvSpPr>
            <a:spLocks noGrp="1"/>
          </p:cNvSpPr>
          <p:nvPr>
            <p:ph type="body" sz="quarter" idx="28" hasCustomPrompt="1"/>
          </p:nvPr>
        </p:nvSpPr>
        <p:spPr>
          <a:xfrm>
            <a:off x="3215149" y="10463494"/>
            <a:ext cx="12418140" cy="927100"/>
          </a:xfrm>
        </p:spPr>
        <p:txBody>
          <a:bodyPr/>
          <a:lstStyle>
            <a:lvl1pPr>
              <a:defRPr sz="48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Background</a:t>
            </a:r>
          </a:p>
        </p:txBody>
      </p:sp>
      <p:sp>
        <p:nvSpPr>
          <p:cNvPr id="28" name="Picture Placeholder 25">
            <a:extLst>
              <a:ext uri="{FF2B5EF4-FFF2-40B4-BE49-F238E27FC236}">
                <a16:creationId xmlns:a16="http://schemas.microsoft.com/office/drawing/2014/main" id="{C3492443-FEA9-9923-D48A-69B424DC3F87}"/>
              </a:ext>
            </a:extLst>
          </p:cNvPr>
          <p:cNvSpPr>
            <a:spLocks noGrp="1"/>
          </p:cNvSpPr>
          <p:nvPr>
            <p:ph type="pic" sz="quarter" idx="29" hasCustomPrompt="1"/>
          </p:nvPr>
        </p:nvSpPr>
        <p:spPr>
          <a:xfrm>
            <a:off x="1612397" y="10156826"/>
            <a:ext cx="1204913" cy="1204912"/>
          </a:xfrm>
          <a:prstGeom prst="ellipse">
            <a:avLst/>
          </a:prstGeom>
          <a:solidFill>
            <a:schemeClr val="accent1"/>
          </a:solidFill>
          <a:ln>
            <a:solidFill>
              <a:schemeClr val="accent1"/>
            </a:solidFill>
          </a:ln>
        </p:spPr>
        <p:txBody>
          <a:bodyPr anchor="ctr" anchorCtr="0"/>
          <a:lstStyle>
            <a:lvl1pPr algn="ctr">
              <a:defRPr sz="2400"/>
            </a:lvl1pPr>
          </a:lstStyle>
          <a:p>
            <a:r>
              <a:rPr lang="en-US" dirty="0"/>
              <a:t>Icon</a:t>
            </a:r>
            <a:endParaRPr lang="he-IL" dirty="0"/>
          </a:p>
        </p:txBody>
      </p:sp>
      <p:sp>
        <p:nvSpPr>
          <p:cNvPr id="29" name="Text Placeholder 12">
            <a:extLst>
              <a:ext uri="{FF2B5EF4-FFF2-40B4-BE49-F238E27FC236}">
                <a16:creationId xmlns:a16="http://schemas.microsoft.com/office/drawing/2014/main" id="{7947A134-02F6-AA2F-28EE-1D6A3A33F472}"/>
              </a:ext>
            </a:extLst>
          </p:cNvPr>
          <p:cNvSpPr>
            <a:spLocks noGrp="1"/>
          </p:cNvSpPr>
          <p:nvPr>
            <p:ph type="body" sz="quarter" idx="30" hasCustomPrompt="1"/>
          </p:nvPr>
        </p:nvSpPr>
        <p:spPr>
          <a:xfrm>
            <a:off x="1641892" y="11767712"/>
            <a:ext cx="13991397" cy="4688206"/>
          </a:xfrm>
        </p:spPr>
        <p:txBody>
          <a:bodyPr/>
          <a:lstStyle>
            <a:lvl1pPr marL="0" indent="0" algn="l" rtl="0">
              <a:spcBef>
                <a:spcPts val="1200"/>
              </a:spcBef>
              <a:spcAft>
                <a:spcPts val="1200"/>
              </a:spcAft>
              <a:buFont typeface="Arial" panose="020B0604020202020204" pitchFamily="34" charset="0"/>
              <a:buNone/>
              <a:defRPr sz="2800">
                <a:solidFill>
                  <a:schemeClr val="bg1"/>
                </a:solidFill>
              </a:defRPr>
            </a:lvl1pPr>
          </a:lstStyle>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p:txBody>
      </p:sp>
      <p:sp>
        <p:nvSpPr>
          <p:cNvPr id="30" name="Text Placeholder 9">
            <a:extLst>
              <a:ext uri="{FF2B5EF4-FFF2-40B4-BE49-F238E27FC236}">
                <a16:creationId xmlns:a16="http://schemas.microsoft.com/office/drawing/2014/main" id="{E99C5F3A-A9F0-DF8D-19AA-A3D405C68D9F}"/>
              </a:ext>
            </a:extLst>
          </p:cNvPr>
          <p:cNvSpPr>
            <a:spLocks noGrp="1"/>
          </p:cNvSpPr>
          <p:nvPr>
            <p:ph type="body" sz="quarter" idx="31" hasCustomPrompt="1"/>
          </p:nvPr>
        </p:nvSpPr>
        <p:spPr>
          <a:xfrm>
            <a:off x="9112350" y="20046627"/>
            <a:ext cx="6520939" cy="877365"/>
          </a:xfrm>
        </p:spPr>
        <p:txBody>
          <a:bodyPr/>
          <a:lstStyle>
            <a:lvl1pPr>
              <a:defRPr sz="2800">
                <a:solidFill>
                  <a:schemeClr val="bg1"/>
                </a:solidFill>
              </a:defRPr>
            </a:lvl1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endParaRPr lang="en-US" dirty="0"/>
          </a:p>
        </p:txBody>
      </p:sp>
      <p:sp>
        <p:nvSpPr>
          <p:cNvPr id="31" name="Text Placeholder 14">
            <a:extLst>
              <a:ext uri="{FF2B5EF4-FFF2-40B4-BE49-F238E27FC236}">
                <a16:creationId xmlns:a16="http://schemas.microsoft.com/office/drawing/2014/main" id="{C613E00A-9C35-481E-B324-F827E1FBB438}"/>
              </a:ext>
            </a:extLst>
          </p:cNvPr>
          <p:cNvSpPr>
            <a:spLocks noGrp="1"/>
          </p:cNvSpPr>
          <p:nvPr>
            <p:ph type="body" sz="quarter" idx="32" hasCustomPrompt="1"/>
          </p:nvPr>
        </p:nvSpPr>
        <p:spPr>
          <a:xfrm>
            <a:off x="9112350" y="18124873"/>
            <a:ext cx="6520939" cy="885899"/>
          </a:xfrm>
        </p:spPr>
        <p:txBody>
          <a:bodyPr/>
          <a:lstStyle>
            <a:lvl1pPr>
              <a:defRPr sz="2800">
                <a:solidFill>
                  <a:schemeClr val="bg1"/>
                </a:solidFill>
              </a:defRPr>
            </a:lvl1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endParaRPr lang="en-US" dirty="0"/>
          </a:p>
        </p:txBody>
      </p:sp>
      <p:sp>
        <p:nvSpPr>
          <p:cNvPr id="32" name="Text Placeholder 16">
            <a:extLst>
              <a:ext uri="{FF2B5EF4-FFF2-40B4-BE49-F238E27FC236}">
                <a16:creationId xmlns:a16="http://schemas.microsoft.com/office/drawing/2014/main" id="{E2755180-1615-D803-6CE3-1294E3EF9B70}"/>
              </a:ext>
            </a:extLst>
          </p:cNvPr>
          <p:cNvSpPr>
            <a:spLocks noGrp="1"/>
          </p:cNvSpPr>
          <p:nvPr>
            <p:ph type="body" sz="quarter" idx="33" hasCustomPrompt="1"/>
          </p:nvPr>
        </p:nvSpPr>
        <p:spPr>
          <a:xfrm>
            <a:off x="1612397" y="20046627"/>
            <a:ext cx="6520939" cy="877365"/>
          </a:xfrm>
        </p:spPr>
        <p:txBody>
          <a:bodyPr/>
          <a:lstStyle>
            <a:lvl1pPr>
              <a:defRPr sz="2800">
                <a:solidFill>
                  <a:schemeClr val="bg1"/>
                </a:solidFill>
              </a:defRPr>
            </a:lvl1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endParaRPr lang="en-US" dirty="0"/>
          </a:p>
        </p:txBody>
      </p:sp>
      <p:sp>
        <p:nvSpPr>
          <p:cNvPr id="33" name="Text Placeholder 17">
            <a:extLst>
              <a:ext uri="{FF2B5EF4-FFF2-40B4-BE49-F238E27FC236}">
                <a16:creationId xmlns:a16="http://schemas.microsoft.com/office/drawing/2014/main" id="{B73A2302-F2AC-74FE-76D3-EAECDC0950EF}"/>
              </a:ext>
            </a:extLst>
          </p:cNvPr>
          <p:cNvSpPr>
            <a:spLocks noGrp="1"/>
          </p:cNvSpPr>
          <p:nvPr>
            <p:ph type="body" sz="quarter" idx="34" hasCustomPrompt="1"/>
          </p:nvPr>
        </p:nvSpPr>
        <p:spPr>
          <a:xfrm>
            <a:off x="1612397" y="18124873"/>
            <a:ext cx="6520939" cy="885899"/>
          </a:xfrm>
        </p:spPr>
        <p:txBody>
          <a:bodyPr/>
          <a:lstStyle>
            <a:lvl1pPr>
              <a:defRPr sz="2800">
                <a:solidFill>
                  <a:schemeClr val="bg1"/>
                </a:solidFill>
              </a:defRPr>
            </a:lvl1pPr>
          </a:lstStyle>
          <a:p>
            <a:pPr algn="l"/>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endParaRPr lang="en-US" dirty="0"/>
          </a:p>
        </p:txBody>
      </p:sp>
      <p:sp>
        <p:nvSpPr>
          <p:cNvPr id="34" name="Text Placeholder 18">
            <a:extLst>
              <a:ext uri="{FF2B5EF4-FFF2-40B4-BE49-F238E27FC236}">
                <a16:creationId xmlns:a16="http://schemas.microsoft.com/office/drawing/2014/main" id="{64B4D242-9E2D-EBF7-3AE1-AD671C9CAA4A}"/>
              </a:ext>
            </a:extLst>
          </p:cNvPr>
          <p:cNvSpPr>
            <a:spLocks noGrp="1"/>
          </p:cNvSpPr>
          <p:nvPr>
            <p:ph type="body" sz="quarter" idx="35"/>
          </p:nvPr>
        </p:nvSpPr>
        <p:spPr>
          <a:xfrm>
            <a:off x="1612397" y="17568721"/>
            <a:ext cx="6520939" cy="383913"/>
          </a:xfrm>
        </p:spPr>
        <p:txBody>
          <a:bodyPr/>
          <a:lstStyle>
            <a:lvl1pPr>
              <a:defRPr sz="3600" b="1" i="0">
                <a:solidFill>
                  <a:schemeClr val="accent1"/>
                </a:solidFill>
                <a:latin typeface="Arial" panose="020B0604020202020204" pitchFamily="34" charset="0"/>
                <a:cs typeface="Arial" panose="020B0604020202020204" pitchFamily="34" charset="0"/>
              </a:defRPr>
            </a:lvl1pPr>
          </a:lstStyle>
          <a:p>
            <a:pPr algn="l"/>
            <a:r>
              <a:rPr lang="he-IL" dirty="0"/>
              <a:t>45%</a:t>
            </a:r>
            <a:endParaRPr lang="en-US" dirty="0"/>
          </a:p>
          <a:p>
            <a:pPr algn="l"/>
            <a:endParaRPr lang="en-US" dirty="0"/>
          </a:p>
        </p:txBody>
      </p:sp>
      <p:sp>
        <p:nvSpPr>
          <p:cNvPr id="35" name="Text Placeholder 19">
            <a:extLst>
              <a:ext uri="{FF2B5EF4-FFF2-40B4-BE49-F238E27FC236}">
                <a16:creationId xmlns:a16="http://schemas.microsoft.com/office/drawing/2014/main" id="{C9A90830-671E-2500-207F-7C96E9FCC788}"/>
              </a:ext>
            </a:extLst>
          </p:cNvPr>
          <p:cNvSpPr>
            <a:spLocks noGrp="1"/>
          </p:cNvSpPr>
          <p:nvPr>
            <p:ph type="body" sz="quarter" idx="36"/>
          </p:nvPr>
        </p:nvSpPr>
        <p:spPr>
          <a:xfrm>
            <a:off x="9112350" y="17581421"/>
            <a:ext cx="6520939" cy="365417"/>
          </a:xfrm>
        </p:spPr>
        <p:txBody>
          <a:bodyPr vert="horz" lIns="91440" tIns="45720" rIns="91440" bIns="45720" rtlCol="0">
            <a:noAutofit/>
          </a:bodyPr>
          <a:lstStyle>
            <a:lvl1pPr>
              <a:defRPr lang="en-US" sz="3600" b="1" i="0" dirty="0">
                <a:solidFill>
                  <a:schemeClr val="accent1"/>
                </a:solidFill>
                <a:latin typeface="Arial" panose="020B0604020202020204" pitchFamily="34" charset="0"/>
                <a:cs typeface="Arial" panose="020B0604020202020204" pitchFamily="34" charset="0"/>
              </a:defRPr>
            </a:lvl1pPr>
          </a:lstStyle>
          <a:p>
            <a:pPr lvl="0" algn="l"/>
            <a:r>
              <a:rPr lang="he-IL" dirty="0"/>
              <a:t>3,940</a:t>
            </a:r>
            <a:endParaRPr lang="en-US" dirty="0"/>
          </a:p>
        </p:txBody>
      </p:sp>
      <p:sp>
        <p:nvSpPr>
          <p:cNvPr id="36" name="Text Placeholder 20">
            <a:extLst>
              <a:ext uri="{FF2B5EF4-FFF2-40B4-BE49-F238E27FC236}">
                <a16:creationId xmlns:a16="http://schemas.microsoft.com/office/drawing/2014/main" id="{CD9DCDD1-CC77-E506-ABB2-9FD970745C39}"/>
              </a:ext>
            </a:extLst>
          </p:cNvPr>
          <p:cNvSpPr>
            <a:spLocks noGrp="1"/>
          </p:cNvSpPr>
          <p:nvPr>
            <p:ph type="body" sz="quarter" idx="37"/>
          </p:nvPr>
        </p:nvSpPr>
        <p:spPr>
          <a:xfrm>
            <a:off x="1612397" y="19492661"/>
            <a:ext cx="6520939" cy="366712"/>
          </a:xfrm>
        </p:spPr>
        <p:txBody>
          <a:bodyPr/>
          <a:lstStyle>
            <a:lvl1pPr>
              <a:defRPr lang="en-US" sz="3600" b="1" i="0" kern="1200" dirty="0">
                <a:solidFill>
                  <a:schemeClr val="accent1"/>
                </a:solidFill>
                <a:latin typeface="Arial" panose="020B0604020202020204" pitchFamily="34" charset="0"/>
                <a:ea typeface="+mn-ea"/>
                <a:cs typeface="Arial" panose="020B0604020202020204" pitchFamily="34" charset="0"/>
              </a:defRPr>
            </a:lvl1pPr>
          </a:lstStyle>
          <a:p>
            <a:pPr algn="l"/>
            <a:r>
              <a:rPr lang="he-IL" dirty="0"/>
              <a:t>156</a:t>
            </a:r>
            <a:endParaRPr lang="en-US" dirty="0"/>
          </a:p>
        </p:txBody>
      </p:sp>
      <p:sp>
        <p:nvSpPr>
          <p:cNvPr id="37" name="Text Placeholder 21">
            <a:extLst>
              <a:ext uri="{FF2B5EF4-FFF2-40B4-BE49-F238E27FC236}">
                <a16:creationId xmlns:a16="http://schemas.microsoft.com/office/drawing/2014/main" id="{92A5711B-2E95-E3B1-BB18-025D13436DE2}"/>
              </a:ext>
            </a:extLst>
          </p:cNvPr>
          <p:cNvSpPr>
            <a:spLocks noGrp="1"/>
          </p:cNvSpPr>
          <p:nvPr>
            <p:ph type="body" sz="quarter" idx="38"/>
          </p:nvPr>
        </p:nvSpPr>
        <p:spPr>
          <a:xfrm>
            <a:off x="9112350" y="19492661"/>
            <a:ext cx="6520939" cy="366712"/>
          </a:xfrm>
        </p:spPr>
        <p:txBody>
          <a:bodyPr/>
          <a:lstStyle>
            <a:lvl1pPr>
              <a:defRPr lang="he-IL" sz="3600" b="1" i="0" kern="1200" dirty="0">
                <a:solidFill>
                  <a:schemeClr val="accent1"/>
                </a:solidFill>
                <a:latin typeface="Arial" panose="020B0604020202020204" pitchFamily="34" charset="0"/>
                <a:ea typeface="+mn-ea"/>
                <a:cs typeface="Arial" panose="020B0604020202020204" pitchFamily="34" charset="0"/>
              </a:defRPr>
            </a:lvl1pPr>
          </a:lstStyle>
          <a:p>
            <a:pPr algn="l"/>
            <a:r>
              <a:rPr lang="he-IL" dirty="0"/>
              <a:t>12.5%</a:t>
            </a:r>
            <a:endParaRPr lang="en-US" dirty="0"/>
          </a:p>
        </p:txBody>
      </p:sp>
      <p:sp>
        <p:nvSpPr>
          <p:cNvPr id="38" name="Text Placeholder 23">
            <a:extLst>
              <a:ext uri="{FF2B5EF4-FFF2-40B4-BE49-F238E27FC236}">
                <a16:creationId xmlns:a16="http://schemas.microsoft.com/office/drawing/2014/main" id="{DDE44569-C9F7-0160-B187-694D404D6B38}"/>
              </a:ext>
            </a:extLst>
          </p:cNvPr>
          <p:cNvSpPr>
            <a:spLocks noGrp="1"/>
          </p:cNvSpPr>
          <p:nvPr>
            <p:ph type="body" sz="quarter" idx="39" hasCustomPrompt="1"/>
          </p:nvPr>
        </p:nvSpPr>
        <p:spPr>
          <a:xfrm>
            <a:off x="18671458" y="23315319"/>
            <a:ext cx="12041905" cy="927100"/>
          </a:xfrm>
        </p:spPr>
        <p:txBody>
          <a:bodyPr/>
          <a:lstStyle>
            <a:lvl1pPr>
              <a:defRPr sz="4800" b="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Results</a:t>
            </a:r>
          </a:p>
        </p:txBody>
      </p:sp>
      <p:sp>
        <p:nvSpPr>
          <p:cNvPr id="39" name="Picture Placeholder 25">
            <a:extLst>
              <a:ext uri="{FF2B5EF4-FFF2-40B4-BE49-F238E27FC236}">
                <a16:creationId xmlns:a16="http://schemas.microsoft.com/office/drawing/2014/main" id="{BA17CA3B-1FFB-1B9B-44BB-3DC02018A144}"/>
              </a:ext>
            </a:extLst>
          </p:cNvPr>
          <p:cNvSpPr>
            <a:spLocks noGrp="1"/>
          </p:cNvSpPr>
          <p:nvPr>
            <p:ph type="pic" sz="quarter" idx="40" hasCustomPrompt="1"/>
          </p:nvPr>
        </p:nvSpPr>
        <p:spPr>
          <a:xfrm>
            <a:off x="17068706" y="23008651"/>
            <a:ext cx="1204913" cy="1204912"/>
          </a:xfrm>
          <a:prstGeom prst="ellipse">
            <a:avLst/>
          </a:prstGeom>
          <a:solidFill>
            <a:schemeClr val="accent1"/>
          </a:solidFill>
          <a:ln>
            <a:solidFill>
              <a:schemeClr val="accent1"/>
            </a:solidFill>
          </a:ln>
        </p:spPr>
        <p:txBody>
          <a:bodyPr anchor="ctr" anchorCtr="0"/>
          <a:lstStyle>
            <a:lvl1pPr algn="ctr">
              <a:defRPr sz="2400"/>
            </a:lvl1pPr>
          </a:lstStyle>
          <a:p>
            <a:r>
              <a:rPr lang="en-US" dirty="0"/>
              <a:t>Icon</a:t>
            </a:r>
            <a:endParaRPr lang="he-IL" dirty="0"/>
          </a:p>
        </p:txBody>
      </p:sp>
      <p:sp>
        <p:nvSpPr>
          <p:cNvPr id="40" name="Text Placeholder 23">
            <a:extLst>
              <a:ext uri="{FF2B5EF4-FFF2-40B4-BE49-F238E27FC236}">
                <a16:creationId xmlns:a16="http://schemas.microsoft.com/office/drawing/2014/main" id="{3E899620-19DA-20BC-36C8-6F7A3AF51497}"/>
              </a:ext>
            </a:extLst>
          </p:cNvPr>
          <p:cNvSpPr>
            <a:spLocks noGrp="1"/>
          </p:cNvSpPr>
          <p:nvPr>
            <p:ph type="body" sz="quarter" idx="41" hasCustomPrompt="1"/>
          </p:nvPr>
        </p:nvSpPr>
        <p:spPr>
          <a:xfrm>
            <a:off x="3215149" y="23315319"/>
            <a:ext cx="12418140" cy="927100"/>
          </a:xfrm>
        </p:spPr>
        <p:txBody>
          <a:bodyPr/>
          <a:lstStyle>
            <a:lvl1pPr>
              <a:defRPr sz="48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Method</a:t>
            </a:r>
          </a:p>
        </p:txBody>
      </p:sp>
      <p:sp>
        <p:nvSpPr>
          <p:cNvPr id="41" name="Picture Placeholder 25">
            <a:extLst>
              <a:ext uri="{FF2B5EF4-FFF2-40B4-BE49-F238E27FC236}">
                <a16:creationId xmlns:a16="http://schemas.microsoft.com/office/drawing/2014/main" id="{1DFA4524-622F-615C-4841-A35D4553DE8F}"/>
              </a:ext>
            </a:extLst>
          </p:cNvPr>
          <p:cNvSpPr>
            <a:spLocks noGrp="1"/>
          </p:cNvSpPr>
          <p:nvPr>
            <p:ph type="pic" sz="quarter" idx="42" hasCustomPrompt="1"/>
          </p:nvPr>
        </p:nvSpPr>
        <p:spPr>
          <a:xfrm>
            <a:off x="1612397" y="23008651"/>
            <a:ext cx="1204913" cy="1204912"/>
          </a:xfrm>
          <a:prstGeom prst="ellipse">
            <a:avLst/>
          </a:prstGeom>
          <a:solidFill>
            <a:schemeClr val="accent1"/>
          </a:solidFill>
          <a:ln>
            <a:solidFill>
              <a:schemeClr val="accent1"/>
            </a:solidFill>
          </a:ln>
        </p:spPr>
        <p:txBody>
          <a:bodyPr anchor="ctr" anchorCtr="0"/>
          <a:lstStyle>
            <a:lvl1pPr algn="ctr">
              <a:defRPr sz="2400"/>
            </a:lvl1pPr>
          </a:lstStyle>
          <a:p>
            <a:r>
              <a:rPr lang="en-US" dirty="0"/>
              <a:t>Icon</a:t>
            </a:r>
            <a:endParaRPr lang="he-IL" dirty="0"/>
          </a:p>
        </p:txBody>
      </p:sp>
      <p:sp>
        <p:nvSpPr>
          <p:cNvPr id="42" name="Text Placeholder 12">
            <a:extLst>
              <a:ext uri="{FF2B5EF4-FFF2-40B4-BE49-F238E27FC236}">
                <a16:creationId xmlns:a16="http://schemas.microsoft.com/office/drawing/2014/main" id="{89D2DCFF-9B77-A5F4-A6C5-5162AD44D22F}"/>
              </a:ext>
            </a:extLst>
          </p:cNvPr>
          <p:cNvSpPr>
            <a:spLocks noGrp="1"/>
          </p:cNvSpPr>
          <p:nvPr>
            <p:ph type="body" sz="quarter" idx="43" hasCustomPrompt="1"/>
          </p:nvPr>
        </p:nvSpPr>
        <p:spPr>
          <a:xfrm>
            <a:off x="17068706" y="24626252"/>
            <a:ext cx="13688690" cy="6012128"/>
          </a:xfrm>
        </p:spPr>
        <p:txBody>
          <a:bodyPr/>
          <a:lstStyle>
            <a:lvl1pPr marL="457200" indent="-457200" algn="l" rtl="0">
              <a:spcBef>
                <a:spcPts val="1200"/>
              </a:spcBef>
              <a:spcAft>
                <a:spcPts val="1200"/>
              </a:spcAft>
              <a:buFontTx/>
              <a:buBlip>
                <a:blip r:embed="rId4"/>
              </a:buBlip>
              <a:defRPr lang="en-US" sz="2800" b="0" kern="1200" dirty="0" smtClean="0">
                <a:solidFill>
                  <a:schemeClr val="tx1"/>
                </a:solidFill>
                <a:latin typeface="+mn-lt"/>
                <a:ea typeface="+mn-ea"/>
                <a:cs typeface="+mn-cs"/>
              </a:defRPr>
            </a:lvl1pPr>
          </a:lstStyle>
          <a:p>
            <a:r>
              <a:rPr lang="en-US" dirty="0"/>
              <a:t>Lorem Ipsum is simply dummy text of the printing and typesetting industry. Lorem Ipsum has been the industry's standard dummy text</a:t>
            </a:r>
          </a:p>
          <a:p>
            <a:r>
              <a:rPr lang="en-US" dirty="0"/>
              <a:t>Lorem Ipsum is simply dummy text of the printing and typesetting industry. Lorem Ipsum has been the industry's standard dummy text</a:t>
            </a:r>
          </a:p>
          <a:p>
            <a:r>
              <a:rPr lang="en-US" dirty="0"/>
              <a:t>Lorem Ipsum is simply dummy text of the printing and typesetting industry. Lorem Ipsum has been the industry's standard dummy text</a:t>
            </a:r>
          </a:p>
          <a:p>
            <a:r>
              <a:rPr lang="en-US" dirty="0"/>
              <a:t>Lorem Ipsum is simply dummy text of the printing and typesetting industry. Lorem Ipsum has been the industry's standard dummy text</a:t>
            </a:r>
          </a:p>
        </p:txBody>
      </p:sp>
      <p:sp>
        <p:nvSpPr>
          <p:cNvPr id="43" name="Text Placeholder 12">
            <a:extLst>
              <a:ext uri="{FF2B5EF4-FFF2-40B4-BE49-F238E27FC236}">
                <a16:creationId xmlns:a16="http://schemas.microsoft.com/office/drawing/2014/main" id="{09650265-285E-1D7E-8339-D1E2AE6CB3A9}"/>
              </a:ext>
            </a:extLst>
          </p:cNvPr>
          <p:cNvSpPr>
            <a:spLocks noGrp="1"/>
          </p:cNvSpPr>
          <p:nvPr>
            <p:ph type="body" sz="quarter" idx="44" hasCustomPrompt="1"/>
          </p:nvPr>
        </p:nvSpPr>
        <p:spPr>
          <a:xfrm>
            <a:off x="1641892" y="24626251"/>
            <a:ext cx="13991397" cy="5996389"/>
          </a:xfrm>
        </p:spPr>
        <p:txBody>
          <a:bodyPr/>
          <a:lstStyle>
            <a:lvl1pPr marL="0" indent="0" algn="l" rtl="0">
              <a:spcBef>
                <a:spcPts val="1200"/>
              </a:spcBef>
              <a:spcAft>
                <a:spcPts val="1200"/>
              </a:spcAft>
              <a:buFont typeface="Arial" panose="020B0604020202020204" pitchFamily="34" charset="0"/>
              <a:buNone/>
              <a:defRPr sz="2800">
                <a:solidFill>
                  <a:schemeClr val="bg1"/>
                </a:solidFill>
              </a:defRPr>
            </a:lvl1pPr>
          </a:lstStyle>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p:txBody>
      </p:sp>
      <p:sp>
        <p:nvSpPr>
          <p:cNvPr id="45" name="Text Placeholder 23">
            <a:extLst>
              <a:ext uri="{FF2B5EF4-FFF2-40B4-BE49-F238E27FC236}">
                <a16:creationId xmlns:a16="http://schemas.microsoft.com/office/drawing/2014/main" id="{286F83A6-4171-366F-68DD-D7A598382DA7}"/>
              </a:ext>
            </a:extLst>
          </p:cNvPr>
          <p:cNvSpPr>
            <a:spLocks noGrp="1"/>
          </p:cNvSpPr>
          <p:nvPr>
            <p:ph type="body" sz="quarter" idx="45" hasCustomPrompt="1"/>
          </p:nvPr>
        </p:nvSpPr>
        <p:spPr>
          <a:xfrm>
            <a:off x="3215149" y="32831994"/>
            <a:ext cx="12041905" cy="927100"/>
          </a:xfrm>
        </p:spPr>
        <p:txBody>
          <a:bodyPr/>
          <a:lstStyle>
            <a:lvl1pPr>
              <a:defRPr sz="4800" b="1">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Discussion</a:t>
            </a:r>
          </a:p>
        </p:txBody>
      </p:sp>
      <p:sp>
        <p:nvSpPr>
          <p:cNvPr id="46" name="Picture Placeholder 25">
            <a:extLst>
              <a:ext uri="{FF2B5EF4-FFF2-40B4-BE49-F238E27FC236}">
                <a16:creationId xmlns:a16="http://schemas.microsoft.com/office/drawing/2014/main" id="{985C1570-3BCB-03E5-64D3-54C20DCD35CC}"/>
              </a:ext>
            </a:extLst>
          </p:cNvPr>
          <p:cNvSpPr>
            <a:spLocks noGrp="1"/>
          </p:cNvSpPr>
          <p:nvPr>
            <p:ph type="pic" sz="quarter" idx="46" hasCustomPrompt="1"/>
          </p:nvPr>
        </p:nvSpPr>
        <p:spPr>
          <a:xfrm>
            <a:off x="1612397" y="32525326"/>
            <a:ext cx="1204913" cy="1204912"/>
          </a:xfrm>
          <a:prstGeom prst="ellipse">
            <a:avLst/>
          </a:prstGeom>
          <a:solidFill>
            <a:schemeClr val="accent1"/>
          </a:solidFill>
          <a:ln>
            <a:solidFill>
              <a:schemeClr val="accent1"/>
            </a:solidFill>
          </a:ln>
        </p:spPr>
        <p:txBody>
          <a:bodyPr anchor="ctr" anchorCtr="0"/>
          <a:lstStyle>
            <a:lvl1pPr algn="ctr">
              <a:defRPr sz="2400">
                <a:solidFill>
                  <a:schemeClr val="tx2"/>
                </a:solidFill>
              </a:defRPr>
            </a:lvl1pPr>
          </a:lstStyle>
          <a:p>
            <a:r>
              <a:rPr lang="en-US" dirty="0"/>
              <a:t>Icon</a:t>
            </a:r>
            <a:endParaRPr lang="he-IL" dirty="0"/>
          </a:p>
        </p:txBody>
      </p:sp>
      <p:sp>
        <p:nvSpPr>
          <p:cNvPr id="47" name="Text Placeholder 12">
            <a:extLst>
              <a:ext uri="{FF2B5EF4-FFF2-40B4-BE49-F238E27FC236}">
                <a16:creationId xmlns:a16="http://schemas.microsoft.com/office/drawing/2014/main" id="{10156505-358B-F372-2CCB-28B4C3E592A2}"/>
              </a:ext>
            </a:extLst>
          </p:cNvPr>
          <p:cNvSpPr>
            <a:spLocks noGrp="1"/>
          </p:cNvSpPr>
          <p:nvPr>
            <p:ph type="body" sz="quarter" idx="47" hasCustomPrompt="1"/>
          </p:nvPr>
        </p:nvSpPr>
        <p:spPr>
          <a:xfrm>
            <a:off x="1641892" y="34089140"/>
            <a:ext cx="13723613" cy="7700668"/>
          </a:xfrm>
        </p:spPr>
        <p:txBody>
          <a:bodyPr numCol="2"/>
          <a:lstStyle>
            <a:lvl1pPr marL="0" indent="0" algn="l" rtl="0">
              <a:spcBef>
                <a:spcPts val="1200"/>
              </a:spcBef>
              <a:spcAft>
                <a:spcPts val="1200"/>
              </a:spcAft>
              <a:buFont typeface="Arial" panose="020B0604020202020204" pitchFamily="34" charset="0"/>
              <a:buNone/>
              <a:defRPr sz="2800">
                <a:solidFill>
                  <a:schemeClr val="bg2"/>
                </a:solidFill>
              </a:defRPr>
            </a:lvl1pPr>
          </a:lstStyle>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a:t>
            </a:r>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a:t>
            </a:r>
            <a:endParaRPr lang="he-IL" dirty="0"/>
          </a:p>
        </p:txBody>
      </p:sp>
      <p:sp>
        <p:nvSpPr>
          <p:cNvPr id="49" name="Picture Placeholder 48">
            <a:extLst>
              <a:ext uri="{FF2B5EF4-FFF2-40B4-BE49-F238E27FC236}">
                <a16:creationId xmlns:a16="http://schemas.microsoft.com/office/drawing/2014/main" id="{7C72EA91-F9F6-8826-6073-38C2B53584AA}"/>
              </a:ext>
            </a:extLst>
          </p:cNvPr>
          <p:cNvSpPr>
            <a:spLocks noGrp="1"/>
          </p:cNvSpPr>
          <p:nvPr>
            <p:ph type="pic" sz="quarter" idx="48"/>
          </p:nvPr>
        </p:nvSpPr>
        <p:spPr>
          <a:xfrm>
            <a:off x="20110284" y="35833995"/>
            <a:ext cx="8386369" cy="8385467"/>
          </a:xfrm>
          <a:prstGeom prst="ellipse">
            <a:avLst/>
          </a:prstGeom>
          <a:solidFill>
            <a:schemeClr val="accent4"/>
          </a:solidFill>
          <a:ln>
            <a:solidFill>
              <a:schemeClr val="accent1"/>
            </a:solidFill>
          </a:ln>
        </p:spPr>
        <p:txBody>
          <a:bodyPr/>
          <a:lstStyle/>
          <a:p>
            <a:endParaRPr lang="he-IL"/>
          </a:p>
        </p:txBody>
      </p:sp>
      <p:sp>
        <p:nvSpPr>
          <p:cNvPr id="53" name="Picture Placeholder 5">
            <a:extLst>
              <a:ext uri="{FF2B5EF4-FFF2-40B4-BE49-F238E27FC236}">
                <a16:creationId xmlns:a16="http://schemas.microsoft.com/office/drawing/2014/main" id="{95F4D62D-40C8-721A-4E90-366A00E660E1}"/>
              </a:ext>
            </a:extLst>
          </p:cNvPr>
          <p:cNvSpPr>
            <a:spLocks noGrp="1"/>
          </p:cNvSpPr>
          <p:nvPr>
            <p:ph type="pic" sz="quarter" idx="49" hasCustomPrompt="1"/>
          </p:nvPr>
        </p:nvSpPr>
        <p:spPr>
          <a:xfrm>
            <a:off x="17077847" y="17292017"/>
            <a:ext cx="4038414" cy="4038414"/>
          </a:xfrm>
          <a:prstGeom prst="ellipse">
            <a:avLst/>
          </a:prstGeom>
          <a:solidFill>
            <a:schemeClr val="accent1"/>
          </a:solidFill>
          <a:ln w="263525" cap="flat" cmpd="thinThick">
            <a:solidFill>
              <a:schemeClr val="accent5"/>
            </a:solidFill>
            <a:round/>
          </a:ln>
        </p:spPr>
        <p:txBody>
          <a:bodyPr>
            <a:normAutofit/>
          </a:bodyPr>
          <a:lstStyle>
            <a:lvl1pPr algn="ctr">
              <a:defRPr sz="2800" baseline="0">
                <a:solidFill>
                  <a:schemeClr val="bg2"/>
                </a:solidFill>
              </a:defRPr>
            </a:lvl1pPr>
          </a:lstStyle>
          <a:p>
            <a:pPr marL="228600" marR="0" lvl="0" indent="-228600" algn="r" defTabSz="914400" rtl="1" eaLnBrk="1" fontAlgn="auto" latinLnBrk="0" hangingPunct="1">
              <a:lnSpc>
                <a:spcPct val="90000"/>
              </a:lnSpc>
              <a:spcBef>
                <a:spcPts val="400"/>
              </a:spcBef>
              <a:spcAft>
                <a:spcPts val="400"/>
              </a:spcAft>
              <a:buClrTx/>
              <a:buSzTx/>
              <a:buFont typeface="Arial"/>
              <a:buNone/>
              <a:tabLst/>
              <a:defRPr/>
            </a:pPr>
            <a:r>
              <a:rPr lang="he-IL"/>
              <a:t>הכנס תמונה לכאן</a:t>
            </a:r>
            <a:endParaRPr lang="en-US" dirty="0"/>
          </a:p>
        </p:txBody>
      </p:sp>
      <p:sp>
        <p:nvSpPr>
          <p:cNvPr id="54" name="Picture Placeholder 5">
            <a:extLst>
              <a:ext uri="{FF2B5EF4-FFF2-40B4-BE49-F238E27FC236}">
                <a16:creationId xmlns:a16="http://schemas.microsoft.com/office/drawing/2014/main" id="{7DA27703-441A-5DF6-6193-3E70AB850A8C}"/>
              </a:ext>
            </a:extLst>
          </p:cNvPr>
          <p:cNvSpPr>
            <a:spLocks noGrp="1"/>
          </p:cNvSpPr>
          <p:nvPr>
            <p:ph type="pic" sz="quarter" idx="50" hasCustomPrompt="1"/>
          </p:nvPr>
        </p:nvSpPr>
        <p:spPr>
          <a:xfrm>
            <a:off x="21862956" y="17292017"/>
            <a:ext cx="4038414" cy="4038414"/>
          </a:xfrm>
          <a:prstGeom prst="ellipse">
            <a:avLst/>
          </a:prstGeom>
          <a:solidFill>
            <a:schemeClr val="accent1"/>
          </a:solidFill>
          <a:ln w="263525" cap="flat" cmpd="thinThick">
            <a:solidFill>
              <a:schemeClr val="accent5"/>
            </a:solidFill>
            <a:round/>
          </a:ln>
        </p:spPr>
        <p:txBody>
          <a:bodyPr>
            <a:normAutofit/>
          </a:bodyPr>
          <a:lstStyle>
            <a:lvl1pPr algn="ctr">
              <a:defRPr sz="2800" baseline="0">
                <a:solidFill>
                  <a:schemeClr val="bg2"/>
                </a:solidFill>
              </a:defRPr>
            </a:lvl1pPr>
          </a:lstStyle>
          <a:p>
            <a:pPr marL="228600" marR="0" lvl="0" indent="-228600" algn="r" defTabSz="914400" rtl="1" eaLnBrk="1" fontAlgn="auto" latinLnBrk="0" hangingPunct="1">
              <a:lnSpc>
                <a:spcPct val="90000"/>
              </a:lnSpc>
              <a:spcBef>
                <a:spcPts val="400"/>
              </a:spcBef>
              <a:spcAft>
                <a:spcPts val="400"/>
              </a:spcAft>
              <a:buClrTx/>
              <a:buSzTx/>
              <a:buFont typeface="Arial"/>
              <a:buNone/>
              <a:tabLst/>
              <a:defRPr/>
            </a:pPr>
            <a:r>
              <a:rPr lang="he-IL" dirty="0"/>
              <a:t>הכנס תמונה לכאן</a:t>
            </a:r>
            <a:endParaRPr lang="en-US" dirty="0"/>
          </a:p>
        </p:txBody>
      </p:sp>
      <p:sp>
        <p:nvSpPr>
          <p:cNvPr id="55" name="Text Placeholder 11">
            <a:extLst>
              <a:ext uri="{FF2B5EF4-FFF2-40B4-BE49-F238E27FC236}">
                <a16:creationId xmlns:a16="http://schemas.microsoft.com/office/drawing/2014/main" id="{02CB03F5-B7D7-5961-3170-C7D6B443588B}"/>
              </a:ext>
            </a:extLst>
          </p:cNvPr>
          <p:cNvSpPr>
            <a:spLocks noGrp="1"/>
          </p:cNvSpPr>
          <p:nvPr>
            <p:ph type="body" sz="quarter" idx="51" hasCustomPrompt="1"/>
          </p:nvPr>
        </p:nvSpPr>
        <p:spPr>
          <a:xfrm>
            <a:off x="18306737" y="18520907"/>
            <a:ext cx="1580633" cy="1580633"/>
          </a:xfrm>
          <a:prstGeom prst="ellipse">
            <a:avLst/>
          </a:prstGeom>
          <a:solidFill>
            <a:schemeClr val="bg2"/>
          </a:solidFill>
        </p:spPr>
        <p:txBody>
          <a:bodyPr anchor="ctr" anchorCtr="0"/>
          <a:lstStyle>
            <a:lvl1pPr algn="ctr">
              <a:defRPr lang="he-IL" sz="2800" b="1" kern="1200" dirty="0">
                <a:solidFill>
                  <a:schemeClr val="tx1"/>
                </a:solidFill>
                <a:latin typeface="+mn-lt"/>
                <a:ea typeface="+mn-ea"/>
                <a:cs typeface="+mn-cs"/>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marL="0" lvl="0" indent="0" algn="ctr" defTabSz="2429927" rtl="1" eaLnBrk="1" latinLnBrk="0" hangingPunct="1">
              <a:lnSpc>
                <a:spcPct val="90000"/>
              </a:lnSpc>
              <a:spcBef>
                <a:spcPts val="0"/>
              </a:spcBef>
              <a:spcAft>
                <a:spcPts val="600"/>
              </a:spcAft>
              <a:buFont typeface="Arial"/>
              <a:buNone/>
            </a:pPr>
            <a:r>
              <a:rPr lang="en-US" dirty="0"/>
              <a:t>Concept</a:t>
            </a:r>
          </a:p>
          <a:p>
            <a:pPr marL="0" lvl="0" indent="0" algn="ctr" defTabSz="2429927" rtl="1" eaLnBrk="1" latinLnBrk="0" hangingPunct="1">
              <a:lnSpc>
                <a:spcPct val="90000"/>
              </a:lnSpc>
              <a:spcBef>
                <a:spcPts val="0"/>
              </a:spcBef>
              <a:spcAft>
                <a:spcPts val="600"/>
              </a:spcAft>
              <a:buFont typeface="Arial"/>
              <a:buNone/>
            </a:pPr>
            <a:r>
              <a:rPr lang="en-US" dirty="0"/>
              <a:t>title</a:t>
            </a:r>
            <a:endParaRPr lang="he-IL" dirty="0"/>
          </a:p>
        </p:txBody>
      </p:sp>
      <p:sp>
        <p:nvSpPr>
          <p:cNvPr id="56" name="Text Placeholder 11">
            <a:extLst>
              <a:ext uri="{FF2B5EF4-FFF2-40B4-BE49-F238E27FC236}">
                <a16:creationId xmlns:a16="http://schemas.microsoft.com/office/drawing/2014/main" id="{9F6D743F-1276-C7D8-50DD-74525D7F7CD0}"/>
              </a:ext>
            </a:extLst>
          </p:cNvPr>
          <p:cNvSpPr>
            <a:spLocks noGrp="1"/>
          </p:cNvSpPr>
          <p:nvPr>
            <p:ph type="body" sz="quarter" idx="52" hasCustomPrompt="1"/>
          </p:nvPr>
        </p:nvSpPr>
        <p:spPr>
          <a:xfrm>
            <a:off x="23091847" y="18520908"/>
            <a:ext cx="1580633" cy="1580633"/>
          </a:xfrm>
          <a:prstGeom prst="ellipse">
            <a:avLst/>
          </a:prstGeom>
          <a:solidFill>
            <a:schemeClr val="bg2"/>
          </a:solidFill>
        </p:spPr>
        <p:txBody>
          <a:bodyPr anchor="ctr" anchorCtr="0"/>
          <a:lstStyle>
            <a:lvl1pPr algn="ctr">
              <a:spcBef>
                <a:spcPts val="0"/>
              </a:spcBef>
              <a:spcAft>
                <a:spcPts val="600"/>
              </a:spcAft>
              <a:defRPr sz="2800" b="1">
                <a:solidFill>
                  <a:schemeClr val="tx1"/>
                </a:solidFill>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en-US" dirty="0"/>
              <a:t>Concept</a:t>
            </a:r>
          </a:p>
          <a:p>
            <a:pPr lvl="0"/>
            <a:r>
              <a:rPr lang="en-US" dirty="0"/>
              <a:t>title</a:t>
            </a:r>
            <a:endParaRPr lang="he-IL" dirty="0"/>
          </a:p>
        </p:txBody>
      </p:sp>
      <p:sp>
        <p:nvSpPr>
          <p:cNvPr id="58" name="Picture Placeholder 5">
            <a:extLst>
              <a:ext uri="{FF2B5EF4-FFF2-40B4-BE49-F238E27FC236}">
                <a16:creationId xmlns:a16="http://schemas.microsoft.com/office/drawing/2014/main" id="{9CE7B913-E03D-1388-CF46-022856E3ACCC}"/>
              </a:ext>
            </a:extLst>
          </p:cNvPr>
          <p:cNvSpPr>
            <a:spLocks noGrp="1"/>
          </p:cNvSpPr>
          <p:nvPr>
            <p:ph type="pic" sz="quarter" idx="53" hasCustomPrompt="1"/>
          </p:nvPr>
        </p:nvSpPr>
        <p:spPr>
          <a:xfrm>
            <a:off x="26663556" y="17292017"/>
            <a:ext cx="4038414" cy="4038414"/>
          </a:xfrm>
          <a:prstGeom prst="ellipse">
            <a:avLst/>
          </a:prstGeom>
          <a:solidFill>
            <a:schemeClr val="accent1"/>
          </a:solidFill>
          <a:ln w="263525" cap="flat" cmpd="thinThick">
            <a:solidFill>
              <a:schemeClr val="accent5"/>
            </a:solidFill>
            <a:round/>
          </a:ln>
        </p:spPr>
        <p:txBody>
          <a:bodyPr>
            <a:normAutofit/>
          </a:bodyPr>
          <a:lstStyle>
            <a:lvl1pPr algn="ctr">
              <a:defRPr sz="2800" baseline="0">
                <a:solidFill>
                  <a:schemeClr val="bg2"/>
                </a:solidFill>
              </a:defRPr>
            </a:lvl1pPr>
          </a:lstStyle>
          <a:p>
            <a:pPr marL="228600" marR="0" lvl="0" indent="-228600" algn="r" defTabSz="914400" rtl="1" eaLnBrk="1" fontAlgn="auto" latinLnBrk="0" hangingPunct="1">
              <a:lnSpc>
                <a:spcPct val="90000"/>
              </a:lnSpc>
              <a:spcBef>
                <a:spcPts val="400"/>
              </a:spcBef>
              <a:spcAft>
                <a:spcPts val="400"/>
              </a:spcAft>
              <a:buClrTx/>
              <a:buSzTx/>
              <a:buFont typeface="Arial"/>
              <a:buNone/>
              <a:tabLst/>
              <a:defRPr/>
            </a:pPr>
            <a:r>
              <a:rPr lang="he-IL" dirty="0"/>
              <a:t>הכנס תמונה לכאן</a:t>
            </a:r>
            <a:endParaRPr lang="en-US" dirty="0"/>
          </a:p>
        </p:txBody>
      </p:sp>
      <p:sp>
        <p:nvSpPr>
          <p:cNvPr id="59" name="Text Placeholder 11">
            <a:extLst>
              <a:ext uri="{FF2B5EF4-FFF2-40B4-BE49-F238E27FC236}">
                <a16:creationId xmlns:a16="http://schemas.microsoft.com/office/drawing/2014/main" id="{78A75D4B-E8F2-1B32-EF0F-7685A2DB9891}"/>
              </a:ext>
            </a:extLst>
          </p:cNvPr>
          <p:cNvSpPr>
            <a:spLocks noGrp="1"/>
          </p:cNvSpPr>
          <p:nvPr>
            <p:ph type="body" sz="quarter" idx="54" hasCustomPrompt="1"/>
          </p:nvPr>
        </p:nvSpPr>
        <p:spPr>
          <a:xfrm>
            <a:off x="27892447" y="18520908"/>
            <a:ext cx="1580633" cy="1580633"/>
          </a:xfrm>
          <a:prstGeom prst="ellipse">
            <a:avLst/>
          </a:prstGeom>
          <a:solidFill>
            <a:schemeClr val="bg2"/>
          </a:solidFill>
        </p:spPr>
        <p:txBody>
          <a:bodyPr anchor="ctr" anchorCtr="0"/>
          <a:lstStyle>
            <a:lvl1pPr algn="ctr">
              <a:spcBef>
                <a:spcPts val="0"/>
              </a:spcBef>
              <a:spcAft>
                <a:spcPts val="600"/>
              </a:spcAft>
              <a:defRPr sz="2800" b="1">
                <a:solidFill>
                  <a:schemeClr val="tx1"/>
                </a:solidFill>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en-US" dirty="0"/>
              <a:t>Concept</a:t>
            </a:r>
          </a:p>
          <a:p>
            <a:pPr lvl="0"/>
            <a:r>
              <a:rPr lang="en-US" dirty="0"/>
              <a:t>title</a:t>
            </a:r>
            <a:endParaRPr lang="he-IL" dirty="0"/>
          </a:p>
        </p:txBody>
      </p:sp>
      <p:cxnSp>
        <p:nvCxnSpPr>
          <p:cNvPr id="6" name="Straight Connector 5">
            <a:extLst>
              <a:ext uri="{FF2B5EF4-FFF2-40B4-BE49-F238E27FC236}">
                <a16:creationId xmlns:a16="http://schemas.microsoft.com/office/drawing/2014/main" id="{E4C3EEAE-A604-84AF-E56E-4E7D09F18267}"/>
              </a:ext>
            </a:extLst>
          </p:cNvPr>
          <p:cNvCxnSpPr/>
          <p:nvPr userDrawn="1"/>
        </p:nvCxnSpPr>
        <p:spPr>
          <a:xfrm>
            <a:off x="0" y="22447045"/>
            <a:ext cx="32399288"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B084A1C-1193-F6DB-CAFB-509A9B4C8D8C}"/>
              </a:ext>
            </a:extLst>
          </p:cNvPr>
          <p:cNvCxnSpPr>
            <a:cxnSpLocks/>
          </p:cNvCxnSpPr>
          <p:nvPr userDrawn="1"/>
        </p:nvCxnSpPr>
        <p:spPr>
          <a:xfrm>
            <a:off x="0" y="8796224"/>
            <a:ext cx="15633289"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AE96A99-9F95-C671-167C-D545E8B091EB}"/>
              </a:ext>
            </a:extLst>
          </p:cNvPr>
          <p:cNvCxnSpPr/>
          <p:nvPr userDrawn="1"/>
        </p:nvCxnSpPr>
        <p:spPr>
          <a:xfrm>
            <a:off x="0" y="31933945"/>
            <a:ext cx="32399288"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14847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767"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8_Title Slide">
    <p:bg>
      <p:bgPr>
        <a:solidFill>
          <a:schemeClr val="tx2"/>
        </a:solidFill>
        <a:effectLst/>
      </p:bgPr>
    </p:bg>
    <p:spTree>
      <p:nvGrpSpPr>
        <p:cNvPr id="1" name=""/>
        <p:cNvGrpSpPr/>
        <p:nvPr/>
      </p:nvGrpSpPr>
      <p:grpSpPr>
        <a:xfrm>
          <a:off x="0" y="0"/>
          <a:ext cx="0" cy="0"/>
          <a:chOff x="0" y="0"/>
          <a:chExt cx="0" cy="0"/>
        </a:xfrm>
      </p:grpSpPr>
      <p:sp>
        <p:nvSpPr>
          <p:cNvPr id="92" name="Rectangle 91">
            <a:extLst>
              <a:ext uri="{FF2B5EF4-FFF2-40B4-BE49-F238E27FC236}">
                <a16:creationId xmlns:a16="http://schemas.microsoft.com/office/drawing/2014/main" id="{787979D1-FC7B-D231-1275-963828A1E8ED}"/>
              </a:ext>
            </a:extLst>
          </p:cNvPr>
          <p:cNvSpPr/>
          <p:nvPr userDrawn="1"/>
        </p:nvSpPr>
        <p:spPr>
          <a:xfrm flipV="1">
            <a:off x="0" y="42293591"/>
            <a:ext cx="32623432" cy="927101"/>
          </a:xfrm>
          <a:prstGeom prst="rect">
            <a:avLst/>
          </a:prstGeom>
          <a:solidFill>
            <a:schemeClr val="bg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algn="ctr" defTabSz="914400" rtl="0" eaLnBrk="1" latinLnBrk="0" hangingPunct="1"/>
            <a:endParaRPr lang="en-US" dirty="0"/>
          </a:p>
        </p:txBody>
      </p:sp>
      <p:pic>
        <p:nvPicPr>
          <p:cNvPr id="60" name="Picture 59" descr="A black and white logo&#10;&#10;Description automatically generated with low confidence">
            <a:extLst>
              <a:ext uri="{FF2B5EF4-FFF2-40B4-BE49-F238E27FC236}">
                <a16:creationId xmlns:a16="http://schemas.microsoft.com/office/drawing/2014/main" id="{2A699AB0-A24D-0580-F307-612BA63AA614}"/>
              </a:ext>
            </a:extLst>
          </p:cNvPr>
          <p:cNvPicPr>
            <a:picLocks noChangeAspect="1"/>
          </p:cNvPicPr>
          <p:nvPr userDrawn="1"/>
        </p:nvPicPr>
        <p:blipFill rotWithShape="1">
          <a:blip r:embed="rId2"/>
          <a:srcRect l="-121" r="-1" b="26222"/>
          <a:stretch/>
        </p:blipFill>
        <p:spPr>
          <a:xfrm flipH="1">
            <a:off x="17465978" y="33113636"/>
            <a:ext cx="13688690" cy="10087002"/>
          </a:xfrm>
          <a:prstGeom prst="rect">
            <a:avLst/>
          </a:prstGeom>
        </p:spPr>
      </p:pic>
      <p:sp>
        <p:nvSpPr>
          <p:cNvPr id="2" name="Title 1"/>
          <p:cNvSpPr>
            <a:spLocks noGrp="1"/>
          </p:cNvSpPr>
          <p:nvPr>
            <p:ph type="ctrTitle" hasCustomPrompt="1"/>
          </p:nvPr>
        </p:nvSpPr>
        <p:spPr>
          <a:xfrm flipH="1">
            <a:off x="1633960" y="4005865"/>
            <a:ext cx="29079122" cy="1906786"/>
          </a:xfrm>
        </p:spPr>
        <p:txBody>
          <a:bodyPr anchor="b">
            <a:noAutofit/>
          </a:bodyPr>
          <a:lstStyle>
            <a:lvl1pPr algn="l">
              <a:defRPr sz="8000" baseline="0">
                <a:solidFill>
                  <a:schemeClr val="bg1"/>
                </a:solidFill>
              </a:defRPr>
            </a:lvl1pPr>
          </a:lstStyle>
          <a:p>
            <a:r>
              <a:rPr lang="en-US" dirty="0"/>
              <a:t>Research Title</a:t>
            </a:r>
          </a:p>
        </p:txBody>
      </p:sp>
      <p:sp>
        <p:nvSpPr>
          <p:cNvPr id="3" name="Subtitle 2"/>
          <p:cNvSpPr>
            <a:spLocks noGrp="1"/>
          </p:cNvSpPr>
          <p:nvPr>
            <p:ph type="subTitle" idx="1" hasCustomPrompt="1"/>
          </p:nvPr>
        </p:nvSpPr>
        <p:spPr>
          <a:xfrm flipH="1">
            <a:off x="1633960" y="6443351"/>
            <a:ext cx="29079122" cy="1136571"/>
          </a:xfrm>
        </p:spPr>
        <p:txBody>
          <a:bodyPr>
            <a:noAutofit/>
          </a:bodyPr>
          <a:lstStyle>
            <a:lvl1pPr marL="0" indent="0" algn="l">
              <a:buNone/>
              <a:defRPr sz="5400" baseline="0">
                <a:solidFill>
                  <a:schemeClr val="accent1"/>
                </a:solidFill>
              </a:defRPr>
            </a:lvl1pPr>
            <a:lvl2pPr marL="1214963" indent="0" algn="ctr">
              <a:buNone/>
              <a:defRPr sz="5315"/>
            </a:lvl2pPr>
            <a:lvl3pPr marL="2429927" indent="0" algn="ctr">
              <a:buNone/>
              <a:defRPr sz="4783"/>
            </a:lvl3pPr>
            <a:lvl4pPr marL="3644890" indent="0" algn="ctr">
              <a:buNone/>
              <a:defRPr sz="4252"/>
            </a:lvl4pPr>
            <a:lvl5pPr marL="4859853" indent="0" algn="ctr">
              <a:buNone/>
              <a:defRPr sz="4252"/>
            </a:lvl5pPr>
            <a:lvl6pPr marL="6074816" indent="0" algn="ctr">
              <a:buNone/>
              <a:defRPr sz="4252"/>
            </a:lvl6pPr>
            <a:lvl7pPr marL="7289780" indent="0" algn="ctr">
              <a:buNone/>
              <a:defRPr sz="4252"/>
            </a:lvl7pPr>
            <a:lvl8pPr marL="8504743" indent="0" algn="ctr">
              <a:buNone/>
              <a:defRPr sz="4252"/>
            </a:lvl8pPr>
            <a:lvl9pPr marL="9719706" indent="0" algn="ctr">
              <a:buNone/>
              <a:defRPr sz="4252"/>
            </a:lvl9pPr>
          </a:lstStyle>
          <a:p>
            <a:r>
              <a:rPr lang="en-US" dirty="0"/>
              <a:t>Scientists Names</a:t>
            </a:r>
          </a:p>
        </p:txBody>
      </p:sp>
      <p:sp>
        <p:nvSpPr>
          <p:cNvPr id="5" name="Picture Placeholder 4">
            <a:extLst>
              <a:ext uri="{FF2B5EF4-FFF2-40B4-BE49-F238E27FC236}">
                <a16:creationId xmlns:a16="http://schemas.microsoft.com/office/drawing/2014/main" id="{BD68B74C-535B-94F3-1F74-C00716E8C9EF}"/>
              </a:ext>
            </a:extLst>
          </p:cNvPr>
          <p:cNvSpPr>
            <a:spLocks noGrp="1"/>
          </p:cNvSpPr>
          <p:nvPr>
            <p:ph type="pic" sz="quarter" idx="10" hasCustomPrompt="1"/>
          </p:nvPr>
        </p:nvSpPr>
        <p:spPr>
          <a:xfrm>
            <a:off x="9394918" y="1410830"/>
            <a:ext cx="5970587" cy="1559672"/>
          </a:xfrm>
        </p:spPr>
        <p:txBody>
          <a:bodyPr anchor="ctr" anchorCtr="0"/>
          <a:lstStyle>
            <a:lvl1pPr algn="ctr">
              <a:defRPr>
                <a:solidFill>
                  <a:schemeClr val="bg2"/>
                </a:solidFill>
              </a:defRPr>
            </a:lvl1pPr>
          </a:lstStyle>
          <a:p>
            <a:r>
              <a:rPr lang="en-US" dirty="0"/>
              <a:t>Place logo</a:t>
            </a:r>
            <a:endParaRPr lang="he-IL" dirty="0"/>
          </a:p>
        </p:txBody>
      </p:sp>
      <p:sp>
        <p:nvSpPr>
          <p:cNvPr id="7" name="Picture Placeholder 4">
            <a:extLst>
              <a:ext uri="{FF2B5EF4-FFF2-40B4-BE49-F238E27FC236}">
                <a16:creationId xmlns:a16="http://schemas.microsoft.com/office/drawing/2014/main" id="{09682B32-FC7A-28DC-5CB2-1C9189346772}"/>
              </a:ext>
            </a:extLst>
          </p:cNvPr>
          <p:cNvSpPr>
            <a:spLocks noGrp="1"/>
          </p:cNvSpPr>
          <p:nvPr>
            <p:ph type="pic" sz="quarter" idx="11" hasCustomPrompt="1"/>
          </p:nvPr>
        </p:nvSpPr>
        <p:spPr>
          <a:xfrm>
            <a:off x="17068706" y="1410830"/>
            <a:ext cx="5970587" cy="1559672"/>
          </a:xfrm>
        </p:spPr>
        <p:txBody>
          <a:bodyPr anchor="ctr" anchorCtr="0"/>
          <a:lstStyle>
            <a:lvl1pPr algn="ctr">
              <a:defRPr>
                <a:solidFill>
                  <a:schemeClr val="bg2"/>
                </a:solidFill>
              </a:defRPr>
            </a:lvl1pPr>
          </a:lstStyle>
          <a:p>
            <a:r>
              <a:rPr lang="en-US" dirty="0"/>
              <a:t>Place logo</a:t>
            </a:r>
            <a:endParaRPr lang="he-IL" dirty="0"/>
          </a:p>
        </p:txBody>
      </p:sp>
      <p:sp>
        <p:nvSpPr>
          <p:cNvPr id="9" name="Picture Placeholder 4">
            <a:extLst>
              <a:ext uri="{FF2B5EF4-FFF2-40B4-BE49-F238E27FC236}">
                <a16:creationId xmlns:a16="http://schemas.microsoft.com/office/drawing/2014/main" id="{8FD67D12-6F2E-CECC-36AB-2F9F62CD32C2}"/>
              </a:ext>
            </a:extLst>
          </p:cNvPr>
          <p:cNvSpPr>
            <a:spLocks noGrp="1"/>
          </p:cNvSpPr>
          <p:nvPr>
            <p:ph type="pic" sz="quarter" idx="12" hasCustomPrompt="1"/>
          </p:nvPr>
        </p:nvSpPr>
        <p:spPr>
          <a:xfrm>
            <a:off x="24742495" y="1410830"/>
            <a:ext cx="5970587" cy="1559672"/>
          </a:xfrm>
        </p:spPr>
        <p:txBody>
          <a:bodyPr anchor="ctr" anchorCtr="0"/>
          <a:lstStyle>
            <a:lvl1pPr algn="ctr">
              <a:defRPr>
                <a:solidFill>
                  <a:schemeClr val="bg2"/>
                </a:solidFill>
              </a:defRPr>
            </a:lvl1pPr>
          </a:lstStyle>
          <a:p>
            <a:r>
              <a:rPr lang="en-US" dirty="0"/>
              <a:t>Place logo</a:t>
            </a:r>
            <a:endParaRPr lang="he-IL" dirty="0"/>
          </a:p>
        </p:txBody>
      </p:sp>
      <p:sp>
        <p:nvSpPr>
          <p:cNvPr id="10" name="Picture Placeholder 4">
            <a:extLst>
              <a:ext uri="{FF2B5EF4-FFF2-40B4-BE49-F238E27FC236}">
                <a16:creationId xmlns:a16="http://schemas.microsoft.com/office/drawing/2014/main" id="{143323CA-5FE3-879B-2045-5C246D7A6010}"/>
              </a:ext>
            </a:extLst>
          </p:cNvPr>
          <p:cNvSpPr>
            <a:spLocks noGrp="1"/>
          </p:cNvSpPr>
          <p:nvPr>
            <p:ph type="pic" sz="quarter" idx="13" hasCustomPrompt="1"/>
          </p:nvPr>
        </p:nvSpPr>
        <p:spPr>
          <a:xfrm>
            <a:off x="1721130" y="1410830"/>
            <a:ext cx="5970587" cy="1559672"/>
          </a:xfrm>
        </p:spPr>
        <p:txBody>
          <a:bodyPr anchor="ctr" anchorCtr="0"/>
          <a:lstStyle>
            <a:lvl1pPr algn="ctr">
              <a:defRPr b="1">
                <a:solidFill>
                  <a:schemeClr val="bg2"/>
                </a:solidFill>
              </a:defRPr>
            </a:lvl1pPr>
          </a:lstStyle>
          <a:p>
            <a:r>
              <a:rPr lang="en-US" dirty="0"/>
              <a:t>Place Bar Ilan logo</a:t>
            </a:r>
            <a:endParaRPr lang="he-IL" dirty="0"/>
          </a:p>
        </p:txBody>
      </p:sp>
      <p:sp>
        <p:nvSpPr>
          <p:cNvPr id="16" name="Text Placeholder 12">
            <a:extLst>
              <a:ext uri="{FF2B5EF4-FFF2-40B4-BE49-F238E27FC236}">
                <a16:creationId xmlns:a16="http://schemas.microsoft.com/office/drawing/2014/main" id="{41F51ADE-7D8B-E3E6-450F-A7AED8EF7D1D}"/>
              </a:ext>
            </a:extLst>
          </p:cNvPr>
          <p:cNvSpPr>
            <a:spLocks noGrp="1"/>
          </p:cNvSpPr>
          <p:nvPr>
            <p:ph type="body" sz="quarter" idx="23" hasCustomPrompt="1"/>
          </p:nvPr>
        </p:nvSpPr>
        <p:spPr>
          <a:xfrm>
            <a:off x="17068706" y="11767712"/>
            <a:ext cx="6735439" cy="1368425"/>
          </a:xfrm>
        </p:spPr>
        <p:txBody>
          <a:bodyPr/>
          <a:lstStyle>
            <a:lvl1pPr marL="457200" indent="-457200" algn="l" rtl="0">
              <a:spcBef>
                <a:spcPts val="1200"/>
              </a:spcBef>
              <a:spcAft>
                <a:spcPts val="1200"/>
              </a:spcAft>
              <a:buFontTx/>
              <a:buBlip>
                <a:blip r:embed="rId3"/>
              </a:buBlip>
              <a:defRPr sz="2800">
                <a:solidFill>
                  <a:schemeClr val="bg1"/>
                </a:solidFill>
              </a:defRPr>
            </a:lvl1pPr>
          </a:lstStyle>
          <a:p>
            <a:r>
              <a:rPr lang="en-US" dirty="0"/>
              <a:t>Lorem Ipsum is simply dummy text of the printing and typesetting industry. Lorem Ipsum has been the industry's standard dummy text</a:t>
            </a:r>
            <a:endParaRPr lang="he-IL" dirty="0"/>
          </a:p>
        </p:txBody>
      </p:sp>
      <p:sp>
        <p:nvSpPr>
          <p:cNvPr id="17" name="Text Placeholder 12">
            <a:extLst>
              <a:ext uri="{FF2B5EF4-FFF2-40B4-BE49-F238E27FC236}">
                <a16:creationId xmlns:a16="http://schemas.microsoft.com/office/drawing/2014/main" id="{E8EE2A60-6171-D5FE-FDE3-28999FB5DF1B}"/>
              </a:ext>
            </a:extLst>
          </p:cNvPr>
          <p:cNvSpPr>
            <a:spLocks noGrp="1"/>
          </p:cNvSpPr>
          <p:nvPr>
            <p:ph type="body" sz="quarter" idx="24" hasCustomPrompt="1"/>
          </p:nvPr>
        </p:nvSpPr>
        <p:spPr>
          <a:xfrm>
            <a:off x="17068706" y="13453637"/>
            <a:ext cx="6735439" cy="1368425"/>
          </a:xfrm>
        </p:spPr>
        <p:txBody>
          <a:bodyPr/>
          <a:lstStyle>
            <a:lvl1pPr marL="457200" indent="-457200" algn="l" rtl="0">
              <a:spcBef>
                <a:spcPts val="1200"/>
              </a:spcBef>
              <a:spcAft>
                <a:spcPts val="1200"/>
              </a:spcAft>
              <a:buFontTx/>
              <a:buBlip>
                <a:blip r:embed="rId3"/>
              </a:buBlip>
              <a:defRPr sz="2800">
                <a:solidFill>
                  <a:schemeClr val="bg1"/>
                </a:solidFill>
              </a:defRPr>
            </a:lvl1pPr>
          </a:lstStyle>
          <a:p>
            <a:r>
              <a:rPr lang="en-US" dirty="0"/>
              <a:t>Lorem Ipsum is simply dummy text of the printing and typesetting industry. Lorem Ipsum has been the industry's standard dummy</a:t>
            </a:r>
            <a:endParaRPr lang="he-IL" dirty="0"/>
          </a:p>
        </p:txBody>
      </p:sp>
      <p:sp>
        <p:nvSpPr>
          <p:cNvPr id="18" name="Text Placeholder 12">
            <a:extLst>
              <a:ext uri="{FF2B5EF4-FFF2-40B4-BE49-F238E27FC236}">
                <a16:creationId xmlns:a16="http://schemas.microsoft.com/office/drawing/2014/main" id="{B67843FA-D947-6FF8-DFE1-FBAD72C4E62D}"/>
              </a:ext>
            </a:extLst>
          </p:cNvPr>
          <p:cNvSpPr>
            <a:spLocks noGrp="1"/>
          </p:cNvSpPr>
          <p:nvPr>
            <p:ph type="body" sz="quarter" idx="25" hasCustomPrompt="1"/>
          </p:nvPr>
        </p:nvSpPr>
        <p:spPr>
          <a:xfrm>
            <a:off x="17068706" y="15133212"/>
            <a:ext cx="6735439" cy="1368425"/>
          </a:xfrm>
        </p:spPr>
        <p:txBody>
          <a:bodyPr/>
          <a:lstStyle>
            <a:lvl1pPr marL="457200" indent="-457200" algn="l" rtl="0">
              <a:spcBef>
                <a:spcPts val="1200"/>
              </a:spcBef>
              <a:spcAft>
                <a:spcPts val="1200"/>
              </a:spcAft>
              <a:buFontTx/>
              <a:buBlip>
                <a:blip r:embed="rId3"/>
              </a:buBlip>
              <a:defRPr sz="2800">
                <a:solidFill>
                  <a:schemeClr val="bg1"/>
                </a:solidFill>
              </a:defRPr>
            </a:lvl1pPr>
          </a:lstStyle>
          <a:p>
            <a:r>
              <a:rPr lang="en-US" dirty="0"/>
              <a:t>Lorem Ipsum is simply dummy text of the printing and typesetting industry. Lorem Ipsum has been the industry's standard dummy</a:t>
            </a:r>
            <a:endParaRPr lang="he-IL" dirty="0"/>
          </a:p>
        </p:txBody>
      </p:sp>
      <p:sp>
        <p:nvSpPr>
          <p:cNvPr id="19" name="Rectangle 18">
            <a:extLst>
              <a:ext uri="{FF2B5EF4-FFF2-40B4-BE49-F238E27FC236}">
                <a16:creationId xmlns:a16="http://schemas.microsoft.com/office/drawing/2014/main" id="{B5954A25-F28A-2E9D-B4FC-2C79F61C48AC}"/>
              </a:ext>
            </a:extLst>
          </p:cNvPr>
          <p:cNvSpPr/>
          <p:nvPr userDrawn="1"/>
        </p:nvSpPr>
        <p:spPr>
          <a:xfrm>
            <a:off x="0" y="8796223"/>
            <a:ext cx="32623432" cy="45719"/>
          </a:xfrm>
          <a:prstGeom prst="rect">
            <a:avLst/>
          </a:prstGeom>
          <a:solidFill>
            <a:schemeClr val="accent4"/>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algn="ctr" defTabSz="914400" rtl="0" eaLnBrk="1" latinLnBrk="0" hangingPunct="1"/>
            <a:endParaRPr lang="en-US" dirty="0"/>
          </a:p>
        </p:txBody>
      </p:sp>
      <p:sp>
        <p:nvSpPr>
          <p:cNvPr id="24" name="Text Placeholder 23">
            <a:extLst>
              <a:ext uri="{FF2B5EF4-FFF2-40B4-BE49-F238E27FC236}">
                <a16:creationId xmlns:a16="http://schemas.microsoft.com/office/drawing/2014/main" id="{BF35437C-D543-7B3E-ECB3-0465BA4E810B}"/>
              </a:ext>
            </a:extLst>
          </p:cNvPr>
          <p:cNvSpPr>
            <a:spLocks noGrp="1"/>
          </p:cNvSpPr>
          <p:nvPr>
            <p:ph type="body" sz="quarter" idx="26" hasCustomPrompt="1"/>
          </p:nvPr>
        </p:nvSpPr>
        <p:spPr>
          <a:xfrm>
            <a:off x="18671458" y="10463494"/>
            <a:ext cx="12041905" cy="927100"/>
          </a:xfrm>
        </p:spPr>
        <p:txBody>
          <a:bodyPr/>
          <a:lstStyle>
            <a:lvl1pPr>
              <a:defRPr sz="48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Objective</a:t>
            </a:r>
          </a:p>
        </p:txBody>
      </p:sp>
      <p:sp>
        <p:nvSpPr>
          <p:cNvPr id="26" name="Picture Placeholder 25">
            <a:extLst>
              <a:ext uri="{FF2B5EF4-FFF2-40B4-BE49-F238E27FC236}">
                <a16:creationId xmlns:a16="http://schemas.microsoft.com/office/drawing/2014/main" id="{D30944F2-AD4F-A9C2-A1CF-4E5C5ECACD2C}"/>
              </a:ext>
            </a:extLst>
          </p:cNvPr>
          <p:cNvSpPr>
            <a:spLocks noGrp="1"/>
          </p:cNvSpPr>
          <p:nvPr>
            <p:ph type="pic" sz="quarter" idx="27" hasCustomPrompt="1"/>
          </p:nvPr>
        </p:nvSpPr>
        <p:spPr>
          <a:xfrm>
            <a:off x="17068706" y="10156826"/>
            <a:ext cx="1204913" cy="1204912"/>
          </a:xfrm>
          <a:prstGeom prst="ellipse">
            <a:avLst/>
          </a:prstGeom>
          <a:solidFill>
            <a:schemeClr val="accent1"/>
          </a:solidFill>
          <a:ln>
            <a:solidFill>
              <a:schemeClr val="accent1"/>
            </a:solidFill>
          </a:ln>
        </p:spPr>
        <p:txBody>
          <a:bodyPr anchor="ctr" anchorCtr="0"/>
          <a:lstStyle>
            <a:lvl1pPr algn="ctr">
              <a:defRPr sz="2400"/>
            </a:lvl1pPr>
          </a:lstStyle>
          <a:p>
            <a:r>
              <a:rPr lang="en-US" dirty="0"/>
              <a:t>Icon</a:t>
            </a:r>
            <a:endParaRPr lang="he-IL" dirty="0"/>
          </a:p>
        </p:txBody>
      </p:sp>
      <p:sp>
        <p:nvSpPr>
          <p:cNvPr id="27" name="Text Placeholder 23">
            <a:extLst>
              <a:ext uri="{FF2B5EF4-FFF2-40B4-BE49-F238E27FC236}">
                <a16:creationId xmlns:a16="http://schemas.microsoft.com/office/drawing/2014/main" id="{A7ECDB13-1D09-9417-B6E4-33FA0702F8EE}"/>
              </a:ext>
            </a:extLst>
          </p:cNvPr>
          <p:cNvSpPr>
            <a:spLocks noGrp="1"/>
          </p:cNvSpPr>
          <p:nvPr>
            <p:ph type="body" sz="quarter" idx="28" hasCustomPrompt="1"/>
          </p:nvPr>
        </p:nvSpPr>
        <p:spPr>
          <a:xfrm>
            <a:off x="3215149" y="10463494"/>
            <a:ext cx="12418551" cy="927100"/>
          </a:xfrm>
        </p:spPr>
        <p:txBody>
          <a:bodyPr/>
          <a:lstStyle>
            <a:lvl1pPr>
              <a:defRPr sz="48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Background</a:t>
            </a:r>
          </a:p>
        </p:txBody>
      </p:sp>
      <p:sp>
        <p:nvSpPr>
          <p:cNvPr id="28" name="Picture Placeholder 25">
            <a:extLst>
              <a:ext uri="{FF2B5EF4-FFF2-40B4-BE49-F238E27FC236}">
                <a16:creationId xmlns:a16="http://schemas.microsoft.com/office/drawing/2014/main" id="{C3492443-FEA9-9923-D48A-69B424DC3F87}"/>
              </a:ext>
            </a:extLst>
          </p:cNvPr>
          <p:cNvSpPr>
            <a:spLocks noGrp="1"/>
          </p:cNvSpPr>
          <p:nvPr>
            <p:ph type="pic" sz="quarter" idx="29" hasCustomPrompt="1"/>
          </p:nvPr>
        </p:nvSpPr>
        <p:spPr>
          <a:xfrm>
            <a:off x="1612397" y="10156826"/>
            <a:ext cx="1204913" cy="1204912"/>
          </a:xfrm>
          <a:prstGeom prst="ellipse">
            <a:avLst/>
          </a:prstGeom>
          <a:solidFill>
            <a:schemeClr val="accent1"/>
          </a:solidFill>
          <a:ln>
            <a:solidFill>
              <a:schemeClr val="accent1"/>
            </a:solidFill>
          </a:ln>
        </p:spPr>
        <p:txBody>
          <a:bodyPr anchor="ctr" anchorCtr="0"/>
          <a:lstStyle>
            <a:lvl1pPr algn="ctr">
              <a:defRPr sz="2400"/>
            </a:lvl1pPr>
          </a:lstStyle>
          <a:p>
            <a:r>
              <a:rPr lang="en-US" dirty="0"/>
              <a:t>Icon</a:t>
            </a:r>
            <a:endParaRPr lang="he-IL" dirty="0"/>
          </a:p>
        </p:txBody>
      </p:sp>
      <p:sp>
        <p:nvSpPr>
          <p:cNvPr id="29" name="Text Placeholder 12">
            <a:extLst>
              <a:ext uri="{FF2B5EF4-FFF2-40B4-BE49-F238E27FC236}">
                <a16:creationId xmlns:a16="http://schemas.microsoft.com/office/drawing/2014/main" id="{7947A134-02F6-AA2F-28EE-1D6A3A33F472}"/>
              </a:ext>
            </a:extLst>
          </p:cNvPr>
          <p:cNvSpPr>
            <a:spLocks noGrp="1"/>
          </p:cNvSpPr>
          <p:nvPr>
            <p:ph type="body" sz="quarter" idx="30" hasCustomPrompt="1"/>
          </p:nvPr>
        </p:nvSpPr>
        <p:spPr>
          <a:xfrm>
            <a:off x="1641892" y="11767712"/>
            <a:ext cx="13991397" cy="4688206"/>
          </a:xfrm>
        </p:spPr>
        <p:txBody>
          <a:bodyPr/>
          <a:lstStyle>
            <a:lvl1pPr marL="0" indent="0" algn="l" rtl="0">
              <a:spcBef>
                <a:spcPts val="1200"/>
              </a:spcBef>
              <a:spcAft>
                <a:spcPts val="1200"/>
              </a:spcAft>
              <a:buFont typeface="Arial" panose="020B0604020202020204" pitchFamily="34" charset="0"/>
              <a:buNone/>
              <a:defRPr sz="2800">
                <a:solidFill>
                  <a:schemeClr val="bg1"/>
                </a:solidFill>
              </a:defRPr>
            </a:lvl1pPr>
          </a:lstStyle>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p:txBody>
      </p:sp>
      <p:sp>
        <p:nvSpPr>
          <p:cNvPr id="38" name="Text Placeholder 23">
            <a:extLst>
              <a:ext uri="{FF2B5EF4-FFF2-40B4-BE49-F238E27FC236}">
                <a16:creationId xmlns:a16="http://schemas.microsoft.com/office/drawing/2014/main" id="{DDE44569-C9F7-0160-B187-694D404D6B38}"/>
              </a:ext>
            </a:extLst>
          </p:cNvPr>
          <p:cNvSpPr>
            <a:spLocks noGrp="1"/>
          </p:cNvSpPr>
          <p:nvPr>
            <p:ph type="body" sz="quarter" idx="39" hasCustomPrompt="1"/>
          </p:nvPr>
        </p:nvSpPr>
        <p:spPr>
          <a:xfrm>
            <a:off x="18671458" y="23935748"/>
            <a:ext cx="12041905" cy="927100"/>
          </a:xfrm>
        </p:spPr>
        <p:txBody>
          <a:bodyPr/>
          <a:lstStyle>
            <a:lvl1pPr>
              <a:defRPr sz="48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Results</a:t>
            </a:r>
          </a:p>
        </p:txBody>
      </p:sp>
      <p:sp>
        <p:nvSpPr>
          <p:cNvPr id="39" name="Picture Placeholder 25">
            <a:extLst>
              <a:ext uri="{FF2B5EF4-FFF2-40B4-BE49-F238E27FC236}">
                <a16:creationId xmlns:a16="http://schemas.microsoft.com/office/drawing/2014/main" id="{BA17CA3B-1FFB-1B9B-44BB-3DC02018A144}"/>
              </a:ext>
            </a:extLst>
          </p:cNvPr>
          <p:cNvSpPr>
            <a:spLocks noGrp="1"/>
          </p:cNvSpPr>
          <p:nvPr>
            <p:ph type="pic" sz="quarter" idx="40" hasCustomPrompt="1"/>
          </p:nvPr>
        </p:nvSpPr>
        <p:spPr>
          <a:xfrm>
            <a:off x="17068706" y="23629080"/>
            <a:ext cx="1204913" cy="1204912"/>
          </a:xfrm>
          <a:prstGeom prst="ellipse">
            <a:avLst/>
          </a:prstGeom>
          <a:solidFill>
            <a:schemeClr val="accent1"/>
          </a:solidFill>
          <a:ln>
            <a:solidFill>
              <a:schemeClr val="accent1"/>
            </a:solidFill>
          </a:ln>
        </p:spPr>
        <p:txBody>
          <a:bodyPr anchor="ctr" anchorCtr="0"/>
          <a:lstStyle>
            <a:lvl1pPr algn="ctr">
              <a:defRPr sz="2400"/>
            </a:lvl1pPr>
          </a:lstStyle>
          <a:p>
            <a:r>
              <a:rPr lang="en-US" dirty="0"/>
              <a:t>Icon</a:t>
            </a:r>
            <a:endParaRPr lang="he-IL" dirty="0"/>
          </a:p>
        </p:txBody>
      </p:sp>
      <p:sp>
        <p:nvSpPr>
          <p:cNvPr id="40" name="Text Placeholder 23">
            <a:extLst>
              <a:ext uri="{FF2B5EF4-FFF2-40B4-BE49-F238E27FC236}">
                <a16:creationId xmlns:a16="http://schemas.microsoft.com/office/drawing/2014/main" id="{3E899620-19DA-20BC-36C8-6F7A3AF51497}"/>
              </a:ext>
            </a:extLst>
          </p:cNvPr>
          <p:cNvSpPr>
            <a:spLocks noGrp="1"/>
          </p:cNvSpPr>
          <p:nvPr>
            <p:ph type="body" sz="quarter" idx="41" hasCustomPrompt="1"/>
          </p:nvPr>
        </p:nvSpPr>
        <p:spPr>
          <a:xfrm>
            <a:off x="3215149" y="23935748"/>
            <a:ext cx="12418551" cy="927100"/>
          </a:xfrm>
        </p:spPr>
        <p:txBody>
          <a:bodyPr/>
          <a:lstStyle>
            <a:lvl1pPr>
              <a:defRPr sz="48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Method</a:t>
            </a:r>
          </a:p>
        </p:txBody>
      </p:sp>
      <p:sp>
        <p:nvSpPr>
          <p:cNvPr id="41" name="Picture Placeholder 25">
            <a:extLst>
              <a:ext uri="{FF2B5EF4-FFF2-40B4-BE49-F238E27FC236}">
                <a16:creationId xmlns:a16="http://schemas.microsoft.com/office/drawing/2014/main" id="{1DFA4524-622F-615C-4841-A35D4553DE8F}"/>
              </a:ext>
            </a:extLst>
          </p:cNvPr>
          <p:cNvSpPr>
            <a:spLocks noGrp="1"/>
          </p:cNvSpPr>
          <p:nvPr>
            <p:ph type="pic" sz="quarter" idx="42" hasCustomPrompt="1"/>
          </p:nvPr>
        </p:nvSpPr>
        <p:spPr>
          <a:xfrm>
            <a:off x="1612397" y="23629080"/>
            <a:ext cx="1204913" cy="1204912"/>
          </a:xfrm>
          <a:prstGeom prst="ellipse">
            <a:avLst/>
          </a:prstGeom>
          <a:solidFill>
            <a:schemeClr val="accent1"/>
          </a:solidFill>
          <a:ln>
            <a:solidFill>
              <a:schemeClr val="accent1"/>
            </a:solidFill>
          </a:ln>
        </p:spPr>
        <p:txBody>
          <a:bodyPr anchor="ctr" anchorCtr="0"/>
          <a:lstStyle>
            <a:lvl1pPr algn="ctr">
              <a:defRPr sz="2400"/>
            </a:lvl1pPr>
          </a:lstStyle>
          <a:p>
            <a:r>
              <a:rPr lang="en-US" dirty="0"/>
              <a:t>Icon</a:t>
            </a:r>
            <a:endParaRPr lang="he-IL" dirty="0"/>
          </a:p>
        </p:txBody>
      </p:sp>
      <p:sp>
        <p:nvSpPr>
          <p:cNvPr id="42" name="Text Placeholder 12">
            <a:extLst>
              <a:ext uri="{FF2B5EF4-FFF2-40B4-BE49-F238E27FC236}">
                <a16:creationId xmlns:a16="http://schemas.microsoft.com/office/drawing/2014/main" id="{89D2DCFF-9B77-A5F4-A6C5-5162AD44D22F}"/>
              </a:ext>
            </a:extLst>
          </p:cNvPr>
          <p:cNvSpPr>
            <a:spLocks noGrp="1"/>
          </p:cNvSpPr>
          <p:nvPr>
            <p:ph type="body" sz="quarter" idx="43" hasCustomPrompt="1"/>
          </p:nvPr>
        </p:nvSpPr>
        <p:spPr>
          <a:xfrm>
            <a:off x="17068706" y="25246681"/>
            <a:ext cx="13688690" cy="6012128"/>
          </a:xfrm>
        </p:spPr>
        <p:txBody>
          <a:bodyPr/>
          <a:lstStyle>
            <a:lvl1pPr marL="457200" indent="-457200" algn="l" rtl="0">
              <a:spcBef>
                <a:spcPts val="1200"/>
              </a:spcBef>
              <a:spcAft>
                <a:spcPts val="1200"/>
              </a:spcAft>
              <a:buFontTx/>
              <a:buBlip>
                <a:blip r:embed="rId4"/>
              </a:buBlip>
              <a:defRPr lang="en-US" sz="2800" b="0" kern="1200" dirty="0" smtClean="0">
                <a:solidFill>
                  <a:schemeClr val="bg1"/>
                </a:solidFill>
                <a:latin typeface="+mn-lt"/>
                <a:ea typeface="+mn-ea"/>
                <a:cs typeface="+mn-cs"/>
              </a:defRPr>
            </a:lvl1pPr>
          </a:lstStyle>
          <a:p>
            <a:r>
              <a:rPr lang="en-US" dirty="0"/>
              <a:t>Lorem Ipsum is simply dummy text of the printing and typesetting industry. Lorem Ipsum has been the industry's standard dummy text</a:t>
            </a:r>
          </a:p>
          <a:p>
            <a:r>
              <a:rPr lang="en-US" dirty="0"/>
              <a:t>Lorem Ipsum is simply dummy text of the printing and typesetting industry. Lorem Ipsum has been the industry's standard dummy text</a:t>
            </a:r>
          </a:p>
          <a:p>
            <a:r>
              <a:rPr lang="en-US" dirty="0"/>
              <a:t>Lorem Ipsum is simply dummy text of the printing and typesetting industry. Lorem Ipsum has been the industry's standard dummy text</a:t>
            </a:r>
          </a:p>
          <a:p>
            <a:r>
              <a:rPr lang="en-US" dirty="0"/>
              <a:t>Lorem Ipsum is simply dummy text of the printing and typesetting industry. Lorem Ipsum has been the industry's standard dummy text</a:t>
            </a:r>
          </a:p>
        </p:txBody>
      </p:sp>
      <p:sp>
        <p:nvSpPr>
          <p:cNvPr id="43" name="Text Placeholder 12">
            <a:extLst>
              <a:ext uri="{FF2B5EF4-FFF2-40B4-BE49-F238E27FC236}">
                <a16:creationId xmlns:a16="http://schemas.microsoft.com/office/drawing/2014/main" id="{09650265-285E-1D7E-8339-D1E2AE6CB3A9}"/>
              </a:ext>
            </a:extLst>
          </p:cNvPr>
          <p:cNvSpPr>
            <a:spLocks noGrp="1"/>
          </p:cNvSpPr>
          <p:nvPr>
            <p:ph type="body" sz="quarter" idx="44" hasCustomPrompt="1"/>
          </p:nvPr>
        </p:nvSpPr>
        <p:spPr>
          <a:xfrm>
            <a:off x="1641892" y="25246680"/>
            <a:ext cx="13991397" cy="5996389"/>
          </a:xfrm>
        </p:spPr>
        <p:txBody>
          <a:bodyPr/>
          <a:lstStyle>
            <a:lvl1pPr marL="0" indent="0" algn="l" rtl="0">
              <a:spcBef>
                <a:spcPts val="1200"/>
              </a:spcBef>
              <a:spcAft>
                <a:spcPts val="1200"/>
              </a:spcAft>
              <a:buFont typeface="Arial" panose="020B0604020202020204" pitchFamily="34" charset="0"/>
              <a:buNone/>
              <a:defRPr sz="2800">
                <a:solidFill>
                  <a:schemeClr val="bg1"/>
                </a:solidFill>
              </a:defRPr>
            </a:lvl1pPr>
          </a:lstStyle>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p:txBody>
      </p:sp>
      <p:sp>
        <p:nvSpPr>
          <p:cNvPr id="45" name="Text Placeholder 23">
            <a:extLst>
              <a:ext uri="{FF2B5EF4-FFF2-40B4-BE49-F238E27FC236}">
                <a16:creationId xmlns:a16="http://schemas.microsoft.com/office/drawing/2014/main" id="{286F83A6-4171-366F-68DD-D7A598382DA7}"/>
              </a:ext>
            </a:extLst>
          </p:cNvPr>
          <p:cNvSpPr>
            <a:spLocks noGrp="1"/>
          </p:cNvSpPr>
          <p:nvPr>
            <p:ph type="body" sz="quarter" idx="45" hasCustomPrompt="1"/>
          </p:nvPr>
        </p:nvSpPr>
        <p:spPr>
          <a:xfrm>
            <a:off x="3215149" y="32737144"/>
            <a:ext cx="12418551" cy="927100"/>
          </a:xfrm>
        </p:spPr>
        <p:txBody>
          <a:bodyPr/>
          <a:lstStyle>
            <a:lvl1pPr>
              <a:defRPr sz="4800" b="1">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Discussion</a:t>
            </a:r>
          </a:p>
        </p:txBody>
      </p:sp>
      <p:sp>
        <p:nvSpPr>
          <p:cNvPr id="46" name="Picture Placeholder 25">
            <a:extLst>
              <a:ext uri="{FF2B5EF4-FFF2-40B4-BE49-F238E27FC236}">
                <a16:creationId xmlns:a16="http://schemas.microsoft.com/office/drawing/2014/main" id="{985C1570-3BCB-03E5-64D3-54C20DCD35CC}"/>
              </a:ext>
            </a:extLst>
          </p:cNvPr>
          <p:cNvSpPr>
            <a:spLocks noGrp="1"/>
          </p:cNvSpPr>
          <p:nvPr>
            <p:ph type="pic" sz="quarter" idx="46" hasCustomPrompt="1"/>
          </p:nvPr>
        </p:nvSpPr>
        <p:spPr>
          <a:xfrm>
            <a:off x="1612397" y="32430476"/>
            <a:ext cx="1204913" cy="1204912"/>
          </a:xfrm>
          <a:prstGeom prst="ellipse">
            <a:avLst/>
          </a:prstGeom>
          <a:solidFill>
            <a:schemeClr val="accent1"/>
          </a:solidFill>
          <a:ln>
            <a:solidFill>
              <a:schemeClr val="accent1"/>
            </a:solidFill>
          </a:ln>
        </p:spPr>
        <p:txBody>
          <a:bodyPr anchor="ctr" anchorCtr="0"/>
          <a:lstStyle>
            <a:lvl1pPr algn="ctr">
              <a:defRPr sz="2400">
                <a:solidFill>
                  <a:schemeClr val="tx2"/>
                </a:solidFill>
              </a:defRPr>
            </a:lvl1pPr>
          </a:lstStyle>
          <a:p>
            <a:r>
              <a:rPr lang="en-US" dirty="0"/>
              <a:t>Icon</a:t>
            </a:r>
            <a:endParaRPr lang="he-IL" dirty="0"/>
          </a:p>
        </p:txBody>
      </p:sp>
      <p:sp>
        <p:nvSpPr>
          <p:cNvPr id="47" name="Text Placeholder 12">
            <a:extLst>
              <a:ext uri="{FF2B5EF4-FFF2-40B4-BE49-F238E27FC236}">
                <a16:creationId xmlns:a16="http://schemas.microsoft.com/office/drawing/2014/main" id="{10156505-358B-F372-2CCB-28B4C3E592A2}"/>
              </a:ext>
            </a:extLst>
          </p:cNvPr>
          <p:cNvSpPr>
            <a:spLocks noGrp="1"/>
          </p:cNvSpPr>
          <p:nvPr>
            <p:ph type="body" sz="quarter" idx="47" hasCustomPrompt="1"/>
          </p:nvPr>
        </p:nvSpPr>
        <p:spPr>
          <a:xfrm>
            <a:off x="1641892" y="34089140"/>
            <a:ext cx="13991808" cy="7700668"/>
          </a:xfrm>
        </p:spPr>
        <p:txBody>
          <a:bodyPr numCol="2"/>
          <a:lstStyle>
            <a:lvl1pPr marL="0" indent="0" algn="l" rtl="0">
              <a:spcBef>
                <a:spcPts val="1200"/>
              </a:spcBef>
              <a:spcAft>
                <a:spcPts val="1200"/>
              </a:spcAft>
              <a:buFont typeface="Arial" panose="020B0604020202020204" pitchFamily="34" charset="0"/>
              <a:buNone/>
              <a:defRPr sz="2800">
                <a:solidFill>
                  <a:schemeClr val="bg2"/>
                </a:solidFill>
              </a:defRPr>
            </a:lvl1pPr>
          </a:lstStyle>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a:t>
            </a:r>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a:t>
            </a:r>
            <a:endParaRPr lang="he-IL" dirty="0"/>
          </a:p>
        </p:txBody>
      </p:sp>
      <p:sp>
        <p:nvSpPr>
          <p:cNvPr id="49" name="Picture Placeholder 48">
            <a:extLst>
              <a:ext uri="{FF2B5EF4-FFF2-40B4-BE49-F238E27FC236}">
                <a16:creationId xmlns:a16="http://schemas.microsoft.com/office/drawing/2014/main" id="{7C72EA91-F9F6-8826-6073-38C2B53584AA}"/>
              </a:ext>
            </a:extLst>
          </p:cNvPr>
          <p:cNvSpPr>
            <a:spLocks noGrp="1"/>
          </p:cNvSpPr>
          <p:nvPr>
            <p:ph type="pic" sz="quarter" idx="48"/>
          </p:nvPr>
        </p:nvSpPr>
        <p:spPr>
          <a:xfrm>
            <a:off x="20110284" y="35833995"/>
            <a:ext cx="8386369" cy="8385467"/>
          </a:xfrm>
          <a:prstGeom prst="ellipse">
            <a:avLst/>
          </a:prstGeom>
          <a:solidFill>
            <a:schemeClr val="accent4"/>
          </a:solidFill>
          <a:ln>
            <a:solidFill>
              <a:schemeClr val="accent1"/>
            </a:solidFill>
          </a:ln>
        </p:spPr>
        <p:txBody>
          <a:bodyPr/>
          <a:lstStyle/>
          <a:p>
            <a:endParaRPr lang="he-IL"/>
          </a:p>
        </p:txBody>
      </p:sp>
      <p:pic>
        <p:nvPicPr>
          <p:cNvPr id="4" name="Picture 3">
            <a:extLst>
              <a:ext uri="{FF2B5EF4-FFF2-40B4-BE49-F238E27FC236}">
                <a16:creationId xmlns:a16="http://schemas.microsoft.com/office/drawing/2014/main" id="{E361A8AA-CE32-770E-B5E9-609C2DFD89B8}"/>
              </a:ext>
            </a:extLst>
          </p:cNvPr>
          <p:cNvPicPr>
            <a:picLocks noChangeAspect="1"/>
          </p:cNvPicPr>
          <p:nvPr userDrawn="1"/>
        </p:nvPicPr>
        <p:blipFill rotWithShape="1">
          <a:blip r:embed="rId5"/>
          <a:srcRect t="12199" b="17345"/>
          <a:stretch/>
        </p:blipFill>
        <p:spPr>
          <a:xfrm>
            <a:off x="21082874" y="17280327"/>
            <a:ext cx="5469275" cy="5189112"/>
          </a:xfrm>
          <a:prstGeom prst="rect">
            <a:avLst/>
          </a:prstGeom>
        </p:spPr>
      </p:pic>
      <p:sp>
        <p:nvSpPr>
          <p:cNvPr id="6" name="Text Placeholder 31">
            <a:extLst>
              <a:ext uri="{FF2B5EF4-FFF2-40B4-BE49-F238E27FC236}">
                <a16:creationId xmlns:a16="http://schemas.microsoft.com/office/drawing/2014/main" id="{4B5A0C0D-613C-386C-4EAF-F3F582FDEA62}"/>
              </a:ext>
            </a:extLst>
          </p:cNvPr>
          <p:cNvSpPr>
            <a:spLocks noGrp="1"/>
          </p:cNvSpPr>
          <p:nvPr>
            <p:ph type="body" sz="quarter" idx="49" hasCustomPrompt="1"/>
          </p:nvPr>
        </p:nvSpPr>
        <p:spPr>
          <a:xfrm>
            <a:off x="17488172" y="17580669"/>
            <a:ext cx="3936796" cy="1307461"/>
          </a:xfrm>
          <a:prstGeom prst="roundRect">
            <a:avLst>
              <a:gd name="adj" fmla="val 50000"/>
            </a:avLst>
          </a:prstGeom>
          <a:solidFill>
            <a:schemeClr val="accent4"/>
          </a:solidFill>
          <a:ln>
            <a:noFill/>
          </a:ln>
        </p:spPr>
        <p:txBody>
          <a:bodyPr spcFirstLastPara="1" wrap="square" lIns="972000" tIns="91425" rIns="91425" bIns="91425" anchor="ctr" anchorCtr="0">
            <a:noAutofit/>
          </a:bodyPr>
          <a:lstStyle>
            <a:lvl1pPr>
              <a:defRPr lang="he-IL" sz="2400" b="1" dirty="0">
                <a:solidFill>
                  <a:schemeClr val="tx2"/>
                </a:solidFill>
              </a:defRPr>
            </a:lvl1pPr>
          </a:lstStyle>
          <a:p>
            <a:pPr lvl="0" rtl="0">
              <a:spcBef>
                <a:spcPts val="0"/>
              </a:spcBef>
              <a:spcAft>
                <a:spcPts val="0"/>
              </a:spcAft>
            </a:pPr>
            <a:r>
              <a:rPr lang="en-US" dirty="0"/>
              <a:t>Click to edit text</a:t>
            </a:r>
            <a:endParaRPr lang="he-IL" dirty="0"/>
          </a:p>
        </p:txBody>
      </p:sp>
      <p:sp>
        <p:nvSpPr>
          <p:cNvPr id="8" name="Content Placeholder 15">
            <a:extLst>
              <a:ext uri="{FF2B5EF4-FFF2-40B4-BE49-F238E27FC236}">
                <a16:creationId xmlns:a16="http://schemas.microsoft.com/office/drawing/2014/main" id="{E3F3760B-2418-6144-15A5-3D3D346B9A4A}"/>
              </a:ext>
            </a:extLst>
          </p:cNvPr>
          <p:cNvSpPr>
            <a:spLocks noGrp="1"/>
          </p:cNvSpPr>
          <p:nvPr>
            <p:ph sz="quarter" idx="50" hasCustomPrompt="1"/>
          </p:nvPr>
        </p:nvSpPr>
        <p:spPr>
          <a:xfrm>
            <a:off x="17622773" y="17752929"/>
            <a:ext cx="962940" cy="962940"/>
          </a:xfrm>
          <a:prstGeom prst="ellipse">
            <a:avLst/>
          </a:prstGeom>
          <a:ln w="34925">
            <a:solidFill>
              <a:schemeClr val="bg2">
                <a:lumMod val="50000"/>
              </a:schemeClr>
            </a:solidFill>
          </a:ln>
        </p:spPr>
        <p:txBody>
          <a:bodyPr lIns="0" tIns="0" rIns="0" bIns="0" anchor="ctr" anchorCtr="0"/>
          <a:lstStyle>
            <a:lvl1pPr algn="ctr">
              <a:defRPr sz="1600"/>
            </a:lvl1pPr>
          </a:lstStyle>
          <a:p>
            <a:pPr lvl="0"/>
            <a:r>
              <a:rPr lang="en-US" dirty="0"/>
              <a:t>Insert icon</a:t>
            </a:r>
            <a:endParaRPr lang="he-IL" dirty="0"/>
          </a:p>
        </p:txBody>
      </p:sp>
      <p:sp>
        <p:nvSpPr>
          <p:cNvPr id="11" name="Text Placeholder 31">
            <a:extLst>
              <a:ext uri="{FF2B5EF4-FFF2-40B4-BE49-F238E27FC236}">
                <a16:creationId xmlns:a16="http://schemas.microsoft.com/office/drawing/2014/main" id="{9D7149DC-BEB5-425B-A3D2-B70D97E37ADE}"/>
              </a:ext>
            </a:extLst>
          </p:cNvPr>
          <p:cNvSpPr>
            <a:spLocks noGrp="1"/>
          </p:cNvSpPr>
          <p:nvPr>
            <p:ph type="body" sz="quarter" idx="51" hasCustomPrompt="1"/>
          </p:nvPr>
        </p:nvSpPr>
        <p:spPr>
          <a:xfrm>
            <a:off x="16983220" y="19307520"/>
            <a:ext cx="3936796" cy="1307461"/>
          </a:xfrm>
          <a:prstGeom prst="roundRect">
            <a:avLst>
              <a:gd name="adj" fmla="val 50000"/>
            </a:avLst>
          </a:prstGeom>
          <a:solidFill>
            <a:schemeClr val="accent6">
              <a:lumMod val="75000"/>
            </a:schemeClr>
          </a:solidFill>
          <a:ln>
            <a:noFill/>
          </a:ln>
        </p:spPr>
        <p:txBody>
          <a:bodyPr spcFirstLastPara="1" wrap="square" lIns="972000" tIns="91425" rIns="91425" bIns="91425" anchor="ctr" anchorCtr="0">
            <a:noAutofit/>
          </a:bodyPr>
          <a:lstStyle>
            <a:lvl1pPr>
              <a:defRPr lang="he-IL" sz="2400" b="1" dirty="0">
                <a:solidFill>
                  <a:schemeClr val="tx2"/>
                </a:solidFill>
              </a:defRPr>
            </a:lvl1pPr>
          </a:lstStyle>
          <a:p>
            <a:pPr lvl="0" rtl="0">
              <a:spcBef>
                <a:spcPts val="0"/>
              </a:spcBef>
              <a:spcAft>
                <a:spcPts val="0"/>
              </a:spcAft>
            </a:pPr>
            <a:r>
              <a:rPr lang="en-US" dirty="0"/>
              <a:t>Click to edit text</a:t>
            </a:r>
            <a:endParaRPr lang="he-IL" dirty="0"/>
          </a:p>
        </p:txBody>
      </p:sp>
      <p:sp>
        <p:nvSpPr>
          <p:cNvPr id="12" name="Content Placeholder 15">
            <a:extLst>
              <a:ext uri="{FF2B5EF4-FFF2-40B4-BE49-F238E27FC236}">
                <a16:creationId xmlns:a16="http://schemas.microsoft.com/office/drawing/2014/main" id="{9C701F96-29C2-2BB1-E887-D263F4BC754B}"/>
              </a:ext>
            </a:extLst>
          </p:cNvPr>
          <p:cNvSpPr>
            <a:spLocks noGrp="1"/>
          </p:cNvSpPr>
          <p:nvPr>
            <p:ph sz="quarter" idx="52" hasCustomPrompt="1"/>
          </p:nvPr>
        </p:nvSpPr>
        <p:spPr>
          <a:xfrm>
            <a:off x="17117821" y="19479780"/>
            <a:ext cx="962940" cy="962940"/>
          </a:xfrm>
          <a:prstGeom prst="ellipse">
            <a:avLst/>
          </a:prstGeom>
          <a:ln w="34925">
            <a:solidFill>
              <a:schemeClr val="accent4"/>
            </a:solidFill>
          </a:ln>
        </p:spPr>
        <p:txBody>
          <a:bodyPr lIns="0" tIns="0" rIns="0" bIns="0" anchor="ctr" anchorCtr="0"/>
          <a:lstStyle>
            <a:lvl1pPr algn="ctr">
              <a:defRPr sz="1600"/>
            </a:lvl1pPr>
          </a:lstStyle>
          <a:p>
            <a:pPr lvl="0"/>
            <a:r>
              <a:rPr lang="en-US" dirty="0"/>
              <a:t>Insert icon</a:t>
            </a:r>
            <a:endParaRPr lang="he-IL" dirty="0"/>
          </a:p>
        </p:txBody>
      </p:sp>
      <p:sp>
        <p:nvSpPr>
          <p:cNvPr id="13" name="Text Placeholder 31">
            <a:extLst>
              <a:ext uri="{FF2B5EF4-FFF2-40B4-BE49-F238E27FC236}">
                <a16:creationId xmlns:a16="http://schemas.microsoft.com/office/drawing/2014/main" id="{171D74B4-31BC-0016-6BD3-86DADB4CC72E}"/>
              </a:ext>
            </a:extLst>
          </p:cNvPr>
          <p:cNvSpPr>
            <a:spLocks noGrp="1"/>
          </p:cNvSpPr>
          <p:nvPr>
            <p:ph type="body" sz="quarter" idx="53" hasCustomPrompt="1"/>
          </p:nvPr>
        </p:nvSpPr>
        <p:spPr>
          <a:xfrm>
            <a:off x="17465369" y="21011846"/>
            <a:ext cx="3936796" cy="1307461"/>
          </a:xfrm>
          <a:prstGeom prst="roundRect">
            <a:avLst>
              <a:gd name="adj" fmla="val 50000"/>
            </a:avLst>
          </a:prstGeom>
          <a:solidFill>
            <a:schemeClr val="accent1"/>
          </a:solidFill>
          <a:ln>
            <a:noFill/>
          </a:ln>
        </p:spPr>
        <p:txBody>
          <a:bodyPr spcFirstLastPara="1" wrap="square" lIns="972000" tIns="91425" rIns="91425" bIns="91425" anchor="ctr" anchorCtr="0">
            <a:noAutofit/>
          </a:bodyPr>
          <a:lstStyle>
            <a:lvl1pPr>
              <a:defRPr lang="he-IL" sz="2400" b="1" dirty="0">
                <a:solidFill>
                  <a:schemeClr val="bg2"/>
                </a:solidFill>
              </a:defRPr>
            </a:lvl1pPr>
          </a:lstStyle>
          <a:p>
            <a:pPr lvl="0" rtl="0">
              <a:spcBef>
                <a:spcPts val="0"/>
              </a:spcBef>
              <a:spcAft>
                <a:spcPts val="0"/>
              </a:spcAft>
            </a:pPr>
            <a:r>
              <a:rPr lang="en-US" dirty="0"/>
              <a:t>Click to edit text</a:t>
            </a:r>
            <a:endParaRPr lang="he-IL" dirty="0"/>
          </a:p>
        </p:txBody>
      </p:sp>
      <p:sp>
        <p:nvSpPr>
          <p:cNvPr id="14" name="Content Placeholder 15">
            <a:extLst>
              <a:ext uri="{FF2B5EF4-FFF2-40B4-BE49-F238E27FC236}">
                <a16:creationId xmlns:a16="http://schemas.microsoft.com/office/drawing/2014/main" id="{42361993-7B7A-4EF7-B488-8FF994FBD835}"/>
              </a:ext>
            </a:extLst>
          </p:cNvPr>
          <p:cNvSpPr>
            <a:spLocks noGrp="1"/>
          </p:cNvSpPr>
          <p:nvPr>
            <p:ph sz="quarter" idx="54" hasCustomPrompt="1"/>
          </p:nvPr>
        </p:nvSpPr>
        <p:spPr>
          <a:xfrm>
            <a:off x="17599970" y="21184106"/>
            <a:ext cx="962940" cy="962940"/>
          </a:xfrm>
          <a:prstGeom prst="ellipse">
            <a:avLst/>
          </a:prstGeom>
          <a:ln w="34925">
            <a:solidFill>
              <a:schemeClr val="accent5">
                <a:lumMod val="60000"/>
                <a:lumOff val="40000"/>
              </a:schemeClr>
            </a:solidFill>
          </a:ln>
        </p:spPr>
        <p:txBody>
          <a:bodyPr lIns="0" tIns="0" rIns="0" bIns="0" anchor="ctr" anchorCtr="0"/>
          <a:lstStyle>
            <a:lvl1pPr algn="ctr">
              <a:defRPr sz="1600"/>
            </a:lvl1pPr>
          </a:lstStyle>
          <a:p>
            <a:pPr lvl="0"/>
            <a:r>
              <a:rPr lang="en-US" dirty="0"/>
              <a:t>Insert icon</a:t>
            </a:r>
            <a:endParaRPr lang="he-IL" dirty="0"/>
          </a:p>
        </p:txBody>
      </p:sp>
      <p:sp>
        <p:nvSpPr>
          <p:cNvPr id="20" name="Text Placeholder 31">
            <a:extLst>
              <a:ext uri="{FF2B5EF4-FFF2-40B4-BE49-F238E27FC236}">
                <a16:creationId xmlns:a16="http://schemas.microsoft.com/office/drawing/2014/main" id="{8F534CEE-1064-ED12-7C56-77EF3E686006}"/>
              </a:ext>
            </a:extLst>
          </p:cNvPr>
          <p:cNvSpPr>
            <a:spLocks noGrp="1"/>
          </p:cNvSpPr>
          <p:nvPr>
            <p:ph type="body" sz="quarter" idx="55" hasCustomPrompt="1"/>
          </p:nvPr>
        </p:nvSpPr>
        <p:spPr>
          <a:xfrm>
            <a:off x="26771105" y="19307520"/>
            <a:ext cx="3936796" cy="1307461"/>
          </a:xfrm>
          <a:prstGeom prst="roundRect">
            <a:avLst>
              <a:gd name="adj" fmla="val 50000"/>
            </a:avLst>
          </a:prstGeom>
          <a:solidFill>
            <a:schemeClr val="accent4"/>
          </a:solidFill>
          <a:ln>
            <a:noFill/>
          </a:ln>
        </p:spPr>
        <p:txBody>
          <a:bodyPr spcFirstLastPara="1" wrap="square" lIns="0" tIns="91425" rIns="972000" bIns="91425" anchor="ctr" anchorCtr="0">
            <a:noAutofit/>
          </a:bodyPr>
          <a:lstStyle>
            <a:lvl1pPr algn="l">
              <a:defRPr lang="he-IL" sz="2400" b="1" dirty="0">
                <a:solidFill>
                  <a:schemeClr val="tx2"/>
                </a:solidFill>
              </a:defRPr>
            </a:lvl1pPr>
          </a:lstStyle>
          <a:p>
            <a:pPr lvl="0" rtl="0">
              <a:spcBef>
                <a:spcPts val="0"/>
              </a:spcBef>
              <a:spcAft>
                <a:spcPts val="0"/>
              </a:spcAft>
            </a:pPr>
            <a:r>
              <a:rPr lang="en-US" dirty="0"/>
              <a:t>Click to edit text</a:t>
            </a:r>
            <a:endParaRPr lang="he-IL" dirty="0"/>
          </a:p>
        </p:txBody>
      </p:sp>
      <p:sp>
        <p:nvSpPr>
          <p:cNvPr id="21" name="Content Placeholder 15">
            <a:extLst>
              <a:ext uri="{FF2B5EF4-FFF2-40B4-BE49-F238E27FC236}">
                <a16:creationId xmlns:a16="http://schemas.microsoft.com/office/drawing/2014/main" id="{473DF0CE-D70B-A1CD-DD9D-1F2CD6674B7D}"/>
              </a:ext>
            </a:extLst>
          </p:cNvPr>
          <p:cNvSpPr>
            <a:spLocks noGrp="1"/>
          </p:cNvSpPr>
          <p:nvPr>
            <p:ph sz="quarter" idx="56" hasCustomPrompt="1"/>
          </p:nvPr>
        </p:nvSpPr>
        <p:spPr>
          <a:xfrm>
            <a:off x="29572695" y="19479780"/>
            <a:ext cx="962940" cy="962940"/>
          </a:xfrm>
          <a:prstGeom prst="ellipse">
            <a:avLst/>
          </a:prstGeom>
          <a:ln w="34925">
            <a:solidFill>
              <a:schemeClr val="bg2">
                <a:lumMod val="50000"/>
              </a:schemeClr>
            </a:solidFill>
          </a:ln>
        </p:spPr>
        <p:txBody>
          <a:bodyPr lIns="0" tIns="0" rIns="0" bIns="0" anchor="ctr" anchorCtr="0"/>
          <a:lstStyle>
            <a:lvl1pPr algn="ctr">
              <a:defRPr sz="1600"/>
            </a:lvl1pPr>
          </a:lstStyle>
          <a:p>
            <a:pPr lvl="0"/>
            <a:r>
              <a:rPr lang="en-US" dirty="0"/>
              <a:t>Insert icon</a:t>
            </a:r>
            <a:endParaRPr lang="he-IL" dirty="0"/>
          </a:p>
        </p:txBody>
      </p:sp>
      <p:sp>
        <p:nvSpPr>
          <p:cNvPr id="22" name="Text Placeholder 31">
            <a:extLst>
              <a:ext uri="{FF2B5EF4-FFF2-40B4-BE49-F238E27FC236}">
                <a16:creationId xmlns:a16="http://schemas.microsoft.com/office/drawing/2014/main" id="{9D8369F0-5E47-B2BF-B1F7-407BF5498669}"/>
              </a:ext>
            </a:extLst>
          </p:cNvPr>
          <p:cNvSpPr>
            <a:spLocks noGrp="1"/>
          </p:cNvSpPr>
          <p:nvPr>
            <p:ph type="body" sz="quarter" idx="57" hasCustomPrompt="1"/>
          </p:nvPr>
        </p:nvSpPr>
        <p:spPr>
          <a:xfrm>
            <a:off x="26117036" y="17580669"/>
            <a:ext cx="3936796" cy="1307461"/>
          </a:xfrm>
          <a:prstGeom prst="roundRect">
            <a:avLst>
              <a:gd name="adj" fmla="val 50000"/>
            </a:avLst>
          </a:prstGeom>
          <a:solidFill>
            <a:schemeClr val="accent1"/>
          </a:solidFill>
          <a:ln>
            <a:noFill/>
          </a:ln>
        </p:spPr>
        <p:txBody>
          <a:bodyPr spcFirstLastPara="1" wrap="square" lIns="0" tIns="91425" rIns="972000" bIns="91425" anchor="ctr" anchorCtr="0">
            <a:noAutofit/>
          </a:bodyPr>
          <a:lstStyle>
            <a:lvl1pPr algn="l">
              <a:defRPr lang="he-IL" sz="2400" b="1" dirty="0">
                <a:solidFill>
                  <a:schemeClr val="bg2"/>
                </a:solidFill>
              </a:defRPr>
            </a:lvl1pPr>
          </a:lstStyle>
          <a:p>
            <a:pPr lvl="0" rtl="0">
              <a:spcBef>
                <a:spcPts val="0"/>
              </a:spcBef>
              <a:spcAft>
                <a:spcPts val="0"/>
              </a:spcAft>
            </a:pPr>
            <a:r>
              <a:rPr lang="en-US" dirty="0"/>
              <a:t>Click to edit text</a:t>
            </a:r>
            <a:endParaRPr lang="he-IL" dirty="0"/>
          </a:p>
        </p:txBody>
      </p:sp>
      <p:sp>
        <p:nvSpPr>
          <p:cNvPr id="23" name="Content Placeholder 15">
            <a:extLst>
              <a:ext uri="{FF2B5EF4-FFF2-40B4-BE49-F238E27FC236}">
                <a16:creationId xmlns:a16="http://schemas.microsoft.com/office/drawing/2014/main" id="{8A566DB3-6006-6050-8977-9A2A12F6CDA6}"/>
              </a:ext>
            </a:extLst>
          </p:cNvPr>
          <p:cNvSpPr>
            <a:spLocks noGrp="1"/>
          </p:cNvSpPr>
          <p:nvPr>
            <p:ph sz="quarter" idx="58" hasCustomPrompt="1"/>
          </p:nvPr>
        </p:nvSpPr>
        <p:spPr>
          <a:xfrm>
            <a:off x="28918626" y="17752929"/>
            <a:ext cx="962940" cy="962940"/>
          </a:xfrm>
          <a:prstGeom prst="ellipse">
            <a:avLst/>
          </a:prstGeom>
          <a:ln w="34925">
            <a:solidFill>
              <a:schemeClr val="accent4"/>
            </a:solidFill>
          </a:ln>
        </p:spPr>
        <p:txBody>
          <a:bodyPr lIns="0" tIns="0" rIns="0" bIns="0" anchor="ctr" anchorCtr="0"/>
          <a:lstStyle>
            <a:lvl1pPr algn="ctr">
              <a:defRPr sz="1600"/>
            </a:lvl1pPr>
          </a:lstStyle>
          <a:p>
            <a:pPr lvl="0"/>
            <a:r>
              <a:rPr lang="en-US" dirty="0"/>
              <a:t>Insert icon</a:t>
            </a:r>
            <a:endParaRPr lang="he-IL" dirty="0"/>
          </a:p>
        </p:txBody>
      </p:sp>
      <p:sp>
        <p:nvSpPr>
          <p:cNvPr id="25" name="Text Placeholder 31">
            <a:extLst>
              <a:ext uri="{FF2B5EF4-FFF2-40B4-BE49-F238E27FC236}">
                <a16:creationId xmlns:a16="http://schemas.microsoft.com/office/drawing/2014/main" id="{A73E90D7-2B91-A982-BF44-8879CEBDFFDB}"/>
              </a:ext>
            </a:extLst>
          </p:cNvPr>
          <p:cNvSpPr>
            <a:spLocks noGrp="1"/>
          </p:cNvSpPr>
          <p:nvPr>
            <p:ph type="body" sz="quarter" idx="59" hasCustomPrompt="1"/>
          </p:nvPr>
        </p:nvSpPr>
        <p:spPr>
          <a:xfrm>
            <a:off x="26204959" y="21011846"/>
            <a:ext cx="3936796" cy="1307461"/>
          </a:xfrm>
          <a:prstGeom prst="roundRect">
            <a:avLst>
              <a:gd name="adj" fmla="val 50000"/>
            </a:avLst>
          </a:prstGeom>
          <a:solidFill>
            <a:schemeClr val="accent3">
              <a:lumMod val="75000"/>
            </a:schemeClr>
          </a:solidFill>
          <a:ln>
            <a:noFill/>
          </a:ln>
        </p:spPr>
        <p:txBody>
          <a:bodyPr spcFirstLastPara="1" wrap="square" lIns="0" tIns="91425" rIns="972000" bIns="91425" anchor="ctr" anchorCtr="0">
            <a:noAutofit/>
          </a:bodyPr>
          <a:lstStyle>
            <a:lvl1pPr algn="l">
              <a:defRPr lang="he-IL" sz="2400" b="1" dirty="0">
                <a:solidFill>
                  <a:schemeClr val="bg2"/>
                </a:solidFill>
              </a:defRPr>
            </a:lvl1pPr>
          </a:lstStyle>
          <a:p>
            <a:pPr lvl="0" rtl="0">
              <a:spcBef>
                <a:spcPts val="0"/>
              </a:spcBef>
              <a:spcAft>
                <a:spcPts val="0"/>
              </a:spcAft>
            </a:pPr>
            <a:r>
              <a:rPr lang="en-US" dirty="0"/>
              <a:t>Click to edit text</a:t>
            </a:r>
            <a:endParaRPr lang="he-IL" dirty="0"/>
          </a:p>
        </p:txBody>
      </p:sp>
      <p:sp>
        <p:nvSpPr>
          <p:cNvPr id="48" name="Content Placeholder 15">
            <a:extLst>
              <a:ext uri="{FF2B5EF4-FFF2-40B4-BE49-F238E27FC236}">
                <a16:creationId xmlns:a16="http://schemas.microsoft.com/office/drawing/2014/main" id="{A114BC26-F931-4454-86F7-AC39F93F32F7}"/>
              </a:ext>
            </a:extLst>
          </p:cNvPr>
          <p:cNvSpPr>
            <a:spLocks noGrp="1"/>
          </p:cNvSpPr>
          <p:nvPr>
            <p:ph sz="quarter" idx="60" hasCustomPrompt="1"/>
          </p:nvPr>
        </p:nvSpPr>
        <p:spPr>
          <a:xfrm>
            <a:off x="29006549" y="21184106"/>
            <a:ext cx="962940" cy="962940"/>
          </a:xfrm>
          <a:prstGeom prst="ellipse">
            <a:avLst/>
          </a:prstGeom>
          <a:ln w="34925">
            <a:solidFill>
              <a:schemeClr val="accent3">
                <a:lumMod val="60000"/>
                <a:lumOff val="40000"/>
              </a:schemeClr>
            </a:solidFill>
          </a:ln>
        </p:spPr>
        <p:txBody>
          <a:bodyPr lIns="0" tIns="0" rIns="0" bIns="0" anchor="ctr" anchorCtr="0"/>
          <a:lstStyle>
            <a:lvl1pPr algn="ctr">
              <a:defRPr sz="1600"/>
            </a:lvl1pPr>
          </a:lstStyle>
          <a:p>
            <a:pPr lvl="0"/>
            <a:r>
              <a:rPr lang="en-US" dirty="0"/>
              <a:t>Insert icon</a:t>
            </a:r>
            <a:endParaRPr lang="he-IL" dirty="0"/>
          </a:p>
        </p:txBody>
      </p:sp>
      <p:cxnSp>
        <p:nvCxnSpPr>
          <p:cNvPr id="50" name="Straight Connector 49">
            <a:extLst>
              <a:ext uri="{FF2B5EF4-FFF2-40B4-BE49-F238E27FC236}">
                <a16:creationId xmlns:a16="http://schemas.microsoft.com/office/drawing/2014/main" id="{98CCEAAB-9B22-C2C3-CA85-CC32634FDA6A}"/>
              </a:ext>
            </a:extLst>
          </p:cNvPr>
          <p:cNvCxnSpPr>
            <a:cxnSpLocks/>
            <a:stCxn id="64" idx="6"/>
            <a:endCxn id="63" idx="1"/>
          </p:cNvCxnSpPr>
          <p:nvPr userDrawn="1"/>
        </p:nvCxnSpPr>
        <p:spPr>
          <a:xfrm>
            <a:off x="22159277" y="18529699"/>
            <a:ext cx="767382" cy="354345"/>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3412ECD-DACC-8297-E5CC-626B89A74C5C}"/>
              </a:ext>
            </a:extLst>
          </p:cNvPr>
          <p:cNvCxnSpPr>
            <a:cxnSpLocks/>
            <a:stCxn id="65" idx="3"/>
            <a:endCxn id="63" idx="7"/>
          </p:cNvCxnSpPr>
          <p:nvPr userDrawn="1"/>
        </p:nvCxnSpPr>
        <p:spPr>
          <a:xfrm flipH="1">
            <a:off x="24906710" y="18425070"/>
            <a:ext cx="341756" cy="458974"/>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76BA0E55-F57E-EF2C-35A8-30112DBDA13D}"/>
              </a:ext>
            </a:extLst>
          </p:cNvPr>
          <p:cNvCxnSpPr>
            <a:cxnSpLocks/>
            <a:stCxn id="69" idx="6"/>
          </p:cNvCxnSpPr>
          <p:nvPr userDrawn="1"/>
        </p:nvCxnSpPr>
        <p:spPr>
          <a:xfrm>
            <a:off x="21718642" y="19979335"/>
            <a:ext cx="698744" cy="4992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9CAF3FC-D181-FF40-D647-6CF61F2CD037}"/>
              </a:ext>
            </a:extLst>
          </p:cNvPr>
          <p:cNvCxnSpPr>
            <a:stCxn id="68" idx="7"/>
            <a:endCxn id="63" idx="3"/>
          </p:cNvCxnSpPr>
          <p:nvPr userDrawn="1"/>
        </p:nvCxnSpPr>
        <p:spPr>
          <a:xfrm flipV="1">
            <a:off x="22159891" y="20864095"/>
            <a:ext cx="766768" cy="526524"/>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073D232-7AB9-A3B2-B7AC-72DF6EDA78CB}"/>
              </a:ext>
            </a:extLst>
          </p:cNvPr>
          <p:cNvCxnSpPr>
            <a:cxnSpLocks/>
            <a:stCxn id="67" idx="1"/>
            <a:endCxn id="63" idx="5"/>
          </p:cNvCxnSpPr>
          <p:nvPr userDrawn="1"/>
        </p:nvCxnSpPr>
        <p:spPr>
          <a:xfrm flipH="1" flipV="1">
            <a:off x="24906710" y="20864095"/>
            <a:ext cx="540759" cy="324733"/>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D0F8D684-336B-C94E-55BC-4996136A6D95}"/>
              </a:ext>
            </a:extLst>
          </p:cNvPr>
          <p:cNvCxnSpPr>
            <a:cxnSpLocks/>
            <a:stCxn id="66" idx="2"/>
            <a:endCxn id="63" idx="6"/>
          </p:cNvCxnSpPr>
          <p:nvPr userDrawn="1"/>
        </p:nvCxnSpPr>
        <p:spPr>
          <a:xfrm flipH="1" flipV="1">
            <a:off x="25316792" y="19874070"/>
            <a:ext cx="619442" cy="49355"/>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3" name="Text Placeholder 123">
            <a:extLst>
              <a:ext uri="{FF2B5EF4-FFF2-40B4-BE49-F238E27FC236}">
                <a16:creationId xmlns:a16="http://schemas.microsoft.com/office/drawing/2014/main" id="{FDD3124B-B82A-88CB-85DC-950B78D1053D}"/>
              </a:ext>
            </a:extLst>
          </p:cNvPr>
          <p:cNvSpPr>
            <a:spLocks noGrp="1"/>
          </p:cNvSpPr>
          <p:nvPr>
            <p:ph type="body" sz="quarter" idx="61"/>
          </p:nvPr>
        </p:nvSpPr>
        <p:spPr>
          <a:xfrm>
            <a:off x="22516577" y="18473962"/>
            <a:ext cx="2800215" cy="2800215"/>
          </a:xfrm>
          <a:prstGeom prst="ellipse">
            <a:avLst/>
          </a:prstGeom>
          <a:solidFill>
            <a:schemeClr val="bg2"/>
          </a:solidFill>
          <a:ln w="257175">
            <a:solidFill>
              <a:schemeClr val="accent4"/>
            </a:solidFill>
          </a:ln>
        </p:spPr>
        <p:txBody>
          <a:bodyPr anchor="ctr" anchorCtr="0"/>
          <a:lstStyle>
            <a:lvl1pPr algn="ctr">
              <a:defRPr sz="2800" b="1"/>
            </a:lvl1pPr>
          </a:lstStyle>
          <a:p>
            <a:pPr lvl="0"/>
            <a:r>
              <a:rPr lang="en-US" dirty="0"/>
              <a:t>Click to edit Master text styles</a:t>
            </a:r>
            <a:endParaRPr lang="he-IL" dirty="0"/>
          </a:p>
        </p:txBody>
      </p:sp>
      <p:sp>
        <p:nvSpPr>
          <p:cNvPr id="64" name="Text Placeholder 31">
            <a:extLst>
              <a:ext uri="{FF2B5EF4-FFF2-40B4-BE49-F238E27FC236}">
                <a16:creationId xmlns:a16="http://schemas.microsoft.com/office/drawing/2014/main" id="{E8736487-BF06-DB58-02B8-FCD2FC3B9CBC}"/>
              </a:ext>
            </a:extLst>
          </p:cNvPr>
          <p:cNvSpPr>
            <a:spLocks noGrp="1"/>
          </p:cNvSpPr>
          <p:nvPr>
            <p:ph type="body" sz="quarter" idx="62" hasCustomPrompt="1"/>
          </p:nvPr>
        </p:nvSpPr>
        <p:spPr>
          <a:xfrm>
            <a:off x="21671885" y="18280891"/>
            <a:ext cx="487392" cy="497615"/>
          </a:xfrm>
          <a:prstGeom prst="ellipse">
            <a:avLst/>
          </a:prstGeom>
          <a:solidFill>
            <a:schemeClr val="accent3"/>
          </a:solidFill>
          <a:ln w="130175" cmpd="dbl">
            <a:solidFill>
              <a:schemeClr val="accent3"/>
            </a:solidFill>
          </a:ln>
        </p:spPr>
        <p:txBody>
          <a:bodyPr spcFirstLastPara="1" wrap="square" lIns="91425" tIns="0" rIns="91425" bIns="0" anchor="ctr" anchorCtr="0">
            <a:noAutofit/>
          </a:bodyPr>
          <a:lstStyle>
            <a:lvl1pPr algn="ctr">
              <a:defRPr lang="he-IL" sz="1800" b="0" kern="1200" dirty="0">
                <a:solidFill>
                  <a:schemeClr val="bg2"/>
                </a:solidFill>
                <a:latin typeface="Fedra Sans Bar-ilan Medium" pitchFamily="50" charset="-79"/>
                <a:ea typeface="+mn-ea"/>
                <a:cs typeface="Fedra Sans Bar-ilan Medium" pitchFamily="50" charset="-79"/>
              </a:defRPr>
            </a:lvl1pPr>
            <a:lvl2pPr>
              <a:defRPr lang="en-US" sz="1800" smtClean="0"/>
            </a:lvl2pPr>
            <a:lvl3pPr>
              <a:defRPr lang="en-US" sz="1800" smtClean="0"/>
            </a:lvl3pPr>
            <a:lvl4pPr>
              <a:defRPr lang="en-US" sz="1800" smtClean="0"/>
            </a:lvl4pPr>
            <a:lvl5pPr>
              <a:defRPr lang="he-IL" sz="1800"/>
            </a:lvl5pPr>
          </a:lstStyle>
          <a:p>
            <a:pPr lvl="0" algn="ctr">
              <a:spcAft>
                <a:spcPts val="600"/>
              </a:spcAft>
            </a:pPr>
            <a:r>
              <a:rPr lang="en-US" dirty="0"/>
              <a:t>#</a:t>
            </a:r>
            <a:endParaRPr lang="he-IL" dirty="0"/>
          </a:p>
        </p:txBody>
      </p:sp>
      <p:sp>
        <p:nvSpPr>
          <p:cNvPr id="65" name="Text Placeholder 31">
            <a:extLst>
              <a:ext uri="{FF2B5EF4-FFF2-40B4-BE49-F238E27FC236}">
                <a16:creationId xmlns:a16="http://schemas.microsoft.com/office/drawing/2014/main" id="{DBF1F9E0-ECFF-F21C-4BE4-EC5920406A46}"/>
              </a:ext>
            </a:extLst>
          </p:cNvPr>
          <p:cNvSpPr>
            <a:spLocks noGrp="1"/>
          </p:cNvSpPr>
          <p:nvPr>
            <p:ph type="body" sz="quarter" idx="63" hasCustomPrompt="1"/>
          </p:nvPr>
        </p:nvSpPr>
        <p:spPr>
          <a:xfrm>
            <a:off x="25177089" y="18000329"/>
            <a:ext cx="487392" cy="497615"/>
          </a:xfrm>
          <a:prstGeom prst="ellipse">
            <a:avLst/>
          </a:prstGeom>
          <a:solidFill>
            <a:schemeClr val="bg2"/>
          </a:solidFill>
          <a:ln w="130175" cmpd="dbl">
            <a:solidFill>
              <a:schemeClr val="bg2"/>
            </a:solidFill>
          </a:ln>
        </p:spPr>
        <p:txBody>
          <a:bodyPr spcFirstLastPara="1" wrap="square" lIns="91425" tIns="0" rIns="91425" bIns="0" anchor="ctr" anchorCtr="0">
            <a:noAutofit/>
          </a:bodyPr>
          <a:lstStyle>
            <a:lvl1pPr algn="ctr">
              <a:defRPr lang="he-IL" sz="1800" b="0" kern="1200" dirty="0">
                <a:solidFill>
                  <a:schemeClr val="tx2">
                    <a:lumMod val="75000"/>
                  </a:schemeClr>
                </a:solidFill>
                <a:latin typeface="Fedra Sans Bar-ilan Medium" pitchFamily="50" charset="-79"/>
                <a:ea typeface="+mn-ea"/>
                <a:cs typeface="Fedra Sans Bar-ilan Medium" pitchFamily="50" charset="-79"/>
              </a:defRPr>
            </a:lvl1pPr>
            <a:lvl2pPr>
              <a:defRPr lang="en-US" sz="1800" smtClean="0"/>
            </a:lvl2pPr>
            <a:lvl3pPr>
              <a:defRPr lang="en-US" sz="1800" smtClean="0"/>
            </a:lvl3pPr>
            <a:lvl4pPr>
              <a:defRPr lang="en-US" sz="1800" smtClean="0"/>
            </a:lvl4pPr>
            <a:lvl5pPr>
              <a:defRPr lang="he-IL" sz="1800"/>
            </a:lvl5pPr>
          </a:lstStyle>
          <a:p>
            <a:pPr lvl="0" algn="ctr">
              <a:spcAft>
                <a:spcPts val="600"/>
              </a:spcAft>
            </a:pPr>
            <a:r>
              <a:rPr lang="en-US" dirty="0"/>
              <a:t>#</a:t>
            </a:r>
            <a:endParaRPr lang="he-IL" dirty="0"/>
          </a:p>
        </p:txBody>
      </p:sp>
      <p:sp>
        <p:nvSpPr>
          <p:cNvPr id="66" name="Text Placeholder 31">
            <a:extLst>
              <a:ext uri="{FF2B5EF4-FFF2-40B4-BE49-F238E27FC236}">
                <a16:creationId xmlns:a16="http://schemas.microsoft.com/office/drawing/2014/main" id="{E69F398E-A5AF-7A6C-7FD5-3C5B8B86FECC}"/>
              </a:ext>
            </a:extLst>
          </p:cNvPr>
          <p:cNvSpPr>
            <a:spLocks noGrp="1"/>
          </p:cNvSpPr>
          <p:nvPr>
            <p:ph type="body" sz="quarter" idx="64" hasCustomPrompt="1"/>
          </p:nvPr>
        </p:nvSpPr>
        <p:spPr>
          <a:xfrm>
            <a:off x="25936234" y="19674617"/>
            <a:ext cx="487392" cy="497615"/>
          </a:xfrm>
          <a:prstGeom prst="ellipse">
            <a:avLst/>
          </a:prstGeom>
          <a:solidFill>
            <a:srgbClr val="77CDE6"/>
          </a:solidFill>
          <a:ln w="130175" cmpd="dbl">
            <a:solidFill>
              <a:schemeClr val="accent1"/>
            </a:solidFill>
          </a:ln>
        </p:spPr>
        <p:txBody>
          <a:bodyPr spcFirstLastPara="1" wrap="square" lIns="91425" tIns="0" rIns="91425" bIns="0" anchor="ctr" anchorCtr="0">
            <a:noAutofit/>
          </a:bodyPr>
          <a:lstStyle>
            <a:lvl1pPr algn="ctr">
              <a:defRPr lang="he-IL" sz="1800" b="0" kern="1200" dirty="0">
                <a:solidFill>
                  <a:schemeClr val="bg2"/>
                </a:solidFill>
                <a:latin typeface="Fedra Sans Bar-ilan Medium" pitchFamily="50" charset="-79"/>
                <a:ea typeface="+mn-ea"/>
                <a:cs typeface="Fedra Sans Bar-ilan Medium" pitchFamily="50" charset="-79"/>
              </a:defRPr>
            </a:lvl1pPr>
            <a:lvl2pPr>
              <a:defRPr lang="en-US" sz="1800" smtClean="0"/>
            </a:lvl2pPr>
            <a:lvl3pPr>
              <a:defRPr lang="en-US" sz="1800" smtClean="0"/>
            </a:lvl3pPr>
            <a:lvl4pPr>
              <a:defRPr lang="en-US" sz="1800" smtClean="0"/>
            </a:lvl4pPr>
            <a:lvl5pPr>
              <a:defRPr lang="he-IL" sz="1800"/>
            </a:lvl5pPr>
          </a:lstStyle>
          <a:p>
            <a:pPr lvl="0" algn="ctr">
              <a:spcAft>
                <a:spcPts val="600"/>
              </a:spcAft>
            </a:pPr>
            <a:r>
              <a:rPr lang="en-US" dirty="0"/>
              <a:t>#</a:t>
            </a:r>
            <a:endParaRPr lang="he-IL" dirty="0"/>
          </a:p>
        </p:txBody>
      </p:sp>
      <p:sp>
        <p:nvSpPr>
          <p:cNvPr id="67" name="Text Placeholder 31">
            <a:extLst>
              <a:ext uri="{FF2B5EF4-FFF2-40B4-BE49-F238E27FC236}">
                <a16:creationId xmlns:a16="http://schemas.microsoft.com/office/drawing/2014/main" id="{43566DD8-1516-8839-CA11-07A7BB4BE047}"/>
              </a:ext>
            </a:extLst>
          </p:cNvPr>
          <p:cNvSpPr>
            <a:spLocks noGrp="1"/>
          </p:cNvSpPr>
          <p:nvPr>
            <p:ph type="body" sz="quarter" idx="65" hasCustomPrompt="1"/>
          </p:nvPr>
        </p:nvSpPr>
        <p:spPr>
          <a:xfrm>
            <a:off x="25376092" y="21115954"/>
            <a:ext cx="487392" cy="497615"/>
          </a:xfrm>
          <a:prstGeom prst="ellipse">
            <a:avLst/>
          </a:prstGeom>
          <a:solidFill>
            <a:schemeClr val="accent3">
              <a:lumMod val="75000"/>
            </a:schemeClr>
          </a:solidFill>
          <a:ln w="130175" cmpd="dbl">
            <a:solidFill>
              <a:schemeClr val="accent3">
                <a:lumMod val="75000"/>
              </a:schemeClr>
            </a:solidFill>
          </a:ln>
        </p:spPr>
        <p:txBody>
          <a:bodyPr spcFirstLastPara="1" wrap="square" lIns="91425" tIns="0" rIns="91425" bIns="0" anchor="ctr" anchorCtr="0">
            <a:noAutofit/>
          </a:bodyPr>
          <a:lstStyle>
            <a:lvl1pPr algn="ctr">
              <a:defRPr lang="he-IL" sz="1800" b="0" kern="1200" dirty="0">
                <a:solidFill>
                  <a:schemeClr val="bg2"/>
                </a:solidFill>
                <a:latin typeface="Fedra Sans Bar-ilan Medium" pitchFamily="50" charset="-79"/>
                <a:ea typeface="+mn-ea"/>
                <a:cs typeface="Fedra Sans Bar-ilan Medium" pitchFamily="50" charset="-79"/>
              </a:defRPr>
            </a:lvl1pPr>
            <a:lvl2pPr>
              <a:defRPr lang="en-US" sz="1800" smtClean="0"/>
            </a:lvl2pPr>
            <a:lvl3pPr>
              <a:defRPr lang="en-US" sz="1800" smtClean="0"/>
            </a:lvl3pPr>
            <a:lvl4pPr>
              <a:defRPr lang="en-US" sz="1800" smtClean="0"/>
            </a:lvl4pPr>
            <a:lvl5pPr>
              <a:defRPr lang="he-IL" sz="1800"/>
            </a:lvl5pPr>
          </a:lstStyle>
          <a:p>
            <a:pPr lvl="0" algn="ctr">
              <a:spcAft>
                <a:spcPts val="600"/>
              </a:spcAft>
            </a:pPr>
            <a:r>
              <a:rPr lang="en-US" dirty="0"/>
              <a:t>#</a:t>
            </a:r>
            <a:endParaRPr lang="he-IL" dirty="0"/>
          </a:p>
        </p:txBody>
      </p:sp>
      <p:sp>
        <p:nvSpPr>
          <p:cNvPr id="68" name="Text Placeholder 31">
            <a:extLst>
              <a:ext uri="{FF2B5EF4-FFF2-40B4-BE49-F238E27FC236}">
                <a16:creationId xmlns:a16="http://schemas.microsoft.com/office/drawing/2014/main" id="{39A32AB3-D6A0-F294-F83F-8ED6482A8FCD}"/>
              </a:ext>
            </a:extLst>
          </p:cNvPr>
          <p:cNvSpPr>
            <a:spLocks noGrp="1"/>
          </p:cNvSpPr>
          <p:nvPr>
            <p:ph type="body" sz="quarter" idx="66" hasCustomPrompt="1"/>
          </p:nvPr>
        </p:nvSpPr>
        <p:spPr>
          <a:xfrm>
            <a:off x="21743876" y="21317745"/>
            <a:ext cx="487392" cy="497615"/>
          </a:xfrm>
          <a:prstGeom prst="ellipse">
            <a:avLst/>
          </a:prstGeom>
          <a:solidFill>
            <a:srgbClr val="77CDE6"/>
          </a:solidFill>
          <a:ln w="130175" cmpd="dbl">
            <a:solidFill>
              <a:schemeClr val="accent1"/>
            </a:solidFill>
          </a:ln>
        </p:spPr>
        <p:txBody>
          <a:bodyPr spcFirstLastPara="1" vert="horz" wrap="square" lIns="91425" tIns="0" rIns="91425" bIns="0" rtlCol="0" anchor="ctr" anchorCtr="0">
            <a:noAutofit/>
          </a:bodyPr>
          <a:lstStyle>
            <a:lvl1pPr>
              <a:defRPr lang="he-IL" sz="1800" dirty="0">
                <a:solidFill>
                  <a:schemeClr val="bg2"/>
                </a:solidFill>
                <a:latin typeface="Fedra Sans Bar-ilan Medium" pitchFamily="50" charset="-79"/>
                <a:cs typeface="Fedra Sans Bar-ilan Medium" pitchFamily="50" charset="-79"/>
              </a:defRPr>
            </a:lvl1pPr>
          </a:lstStyle>
          <a:p>
            <a:pPr lvl="0" algn="ctr">
              <a:spcAft>
                <a:spcPts val="600"/>
              </a:spcAft>
            </a:pPr>
            <a:r>
              <a:rPr lang="en-US" dirty="0"/>
              <a:t>#</a:t>
            </a:r>
            <a:endParaRPr lang="he-IL" dirty="0"/>
          </a:p>
        </p:txBody>
      </p:sp>
      <p:sp>
        <p:nvSpPr>
          <p:cNvPr id="69" name="Text Placeholder 31">
            <a:extLst>
              <a:ext uri="{FF2B5EF4-FFF2-40B4-BE49-F238E27FC236}">
                <a16:creationId xmlns:a16="http://schemas.microsoft.com/office/drawing/2014/main" id="{040972C6-53DB-DDD6-8D08-226E8FA4A9B2}"/>
              </a:ext>
            </a:extLst>
          </p:cNvPr>
          <p:cNvSpPr>
            <a:spLocks noGrp="1"/>
          </p:cNvSpPr>
          <p:nvPr>
            <p:ph type="body" sz="quarter" idx="67" hasCustomPrompt="1"/>
          </p:nvPr>
        </p:nvSpPr>
        <p:spPr>
          <a:xfrm>
            <a:off x="21231250" y="19730527"/>
            <a:ext cx="487392" cy="497615"/>
          </a:xfrm>
          <a:prstGeom prst="ellipse">
            <a:avLst/>
          </a:prstGeom>
          <a:solidFill>
            <a:schemeClr val="bg2"/>
          </a:solidFill>
          <a:ln w="130175" cmpd="dbl">
            <a:solidFill>
              <a:schemeClr val="bg2"/>
            </a:solidFill>
          </a:ln>
        </p:spPr>
        <p:txBody>
          <a:bodyPr spcFirstLastPara="1" vert="horz" wrap="square" lIns="91425" tIns="0" rIns="91425" bIns="0" rtlCol="0" anchor="ctr" anchorCtr="0">
            <a:noAutofit/>
          </a:bodyPr>
          <a:lstStyle>
            <a:lvl1pPr>
              <a:defRPr lang="he-IL" sz="1800" dirty="0">
                <a:solidFill>
                  <a:schemeClr val="tx2">
                    <a:lumMod val="75000"/>
                  </a:schemeClr>
                </a:solidFill>
                <a:latin typeface="Fedra Sans Bar-ilan Medium" pitchFamily="50" charset="-79"/>
                <a:cs typeface="Fedra Sans Bar-ilan Medium" pitchFamily="50" charset="-79"/>
              </a:defRPr>
            </a:lvl1pPr>
          </a:lstStyle>
          <a:p>
            <a:pPr lvl="0" algn="ctr">
              <a:spcAft>
                <a:spcPts val="600"/>
              </a:spcAft>
            </a:pPr>
            <a:r>
              <a:rPr lang="en-US" dirty="0"/>
              <a:t>#</a:t>
            </a:r>
            <a:endParaRPr lang="he-IL" dirty="0"/>
          </a:p>
        </p:txBody>
      </p:sp>
      <p:cxnSp>
        <p:nvCxnSpPr>
          <p:cNvPr id="71" name="Straight Connector 70">
            <a:extLst>
              <a:ext uri="{FF2B5EF4-FFF2-40B4-BE49-F238E27FC236}">
                <a16:creationId xmlns:a16="http://schemas.microsoft.com/office/drawing/2014/main" id="{59CE3096-FD4C-382F-ADA5-0CB5A35467BD}"/>
              </a:ext>
            </a:extLst>
          </p:cNvPr>
          <p:cNvCxnSpPr/>
          <p:nvPr userDrawn="1"/>
        </p:nvCxnSpPr>
        <p:spPr>
          <a:xfrm>
            <a:off x="0" y="23067474"/>
            <a:ext cx="32399288"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CDE6F98-DE1D-F134-AFFC-1888D5E5DDB9}"/>
              </a:ext>
            </a:extLst>
          </p:cNvPr>
          <p:cNvCxnSpPr/>
          <p:nvPr userDrawn="1"/>
        </p:nvCxnSpPr>
        <p:spPr>
          <a:xfrm>
            <a:off x="0" y="31886012"/>
            <a:ext cx="32399288"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
        <p:nvSpPr>
          <p:cNvPr id="86" name="Text Placeholder 12">
            <a:extLst>
              <a:ext uri="{FF2B5EF4-FFF2-40B4-BE49-F238E27FC236}">
                <a16:creationId xmlns:a16="http://schemas.microsoft.com/office/drawing/2014/main" id="{F86AF7DE-E4D4-0A17-2D95-B9DC1BD38D94}"/>
              </a:ext>
            </a:extLst>
          </p:cNvPr>
          <p:cNvSpPr>
            <a:spLocks noGrp="1"/>
          </p:cNvSpPr>
          <p:nvPr>
            <p:ph type="body" sz="quarter" idx="68" hasCustomPrompt="1"/>
          </p:nvPr>
        </p:nvSpPr>
        <p:spPr>
          <a:xfrm>
            <a:off x="24021956" y="11767712"/>
            <a:ext cx="6735439" cy="1368425"/>
          </a:xfrm>
        </p:spPr>
        <p:txBody>
          <a:bodyPr/>
          <a:lstStyle>
            <a:lvl1pPr marL="457200" indent="-457200" algn="l" rtl="0">
              <a:spcBef>
                <a:spcPts val="1200"/>
              </a:spcBef>
              <a:spcAft>
                <a:spcPts val="1200"/>
              </a:spcAft>
              <a:buFontTx/>
              <a:buBlip>
                <a:blip r:embed="rId3"/>
              </a:buBlip>
              <a:defRPr sz="2800">
                <a:solidFill>
                  <a:schemeClr val="bg1"/>
                </a:solidFill>
              </a:defRPr>
            </a:lvl1pPr>
          </a:lstStyle>
          <a:p>
            <a:r>
              <a:rPr lang="en-US" dirty="0"/>
              <a:t>Lorem Ipsum is simply dummy text of the printing and typesetting industry. Lorem Ipsum has been the industry's standard dummy text</a:t>
            </a:r>
            <a:endParaRPr lang="he-IL" dirty="0"/>
          </a:p>
        </p:txBody>
      </p:sp>
      <p:sp>
        <p:nvSpPr>
          <p:cNvPr id="87" name="Text Placeholder 12">
            <a:extLst>
              <a:ext uri="{FF2B5EF4-FFF2-40B4-BE49-F238E27FC236}">
                <a16:creationId xmlns:a16="http://schemas.microsoft.com/office/drawing/2014/main" id="{C3A16247-BD87-265C-E888-D43936B68D6F}"/>
              </a:ext>
            </a:extLst>
          </p:cNvPr>
          <p:cNvSpPr>
            <a:spLocks noGrp="1"/>
          </p:cNvSpPr>
          <p:nvPr>
            <p:ph type="body" sz="quarter" idx="69" hasCustomPrompt="1"/>
          </p:nvPr>
        </p:nvSpPr>
        <p:spPr>
          <a:xfrm>
            <a:off x="24021956" y="13453637"/>
            <a:ext cx="6735439" cy="1368425"/>
          </a:xfrm>
        </p:spPr>
        <p:txBody>
          <a:bodyPr/>
          <a:lstStyle>
            <a:lvl1pPr marL="457200" indent="-457200" algn="l" rtl="0">
              <a:spcBef>
                <a:spcPts val="1200"/>
              </a:spcBef>
              <a:spcAft>
                <a:spcPts val="1200"/>
              </a:spcAft>
              <a:buFontTx/>
              <a:buBlip>
                <a:blip r:embed="rId3"/>
              </a:buBlip>
              <a:defRPr sz="2800">
                <a:solidFill>
                  <a:schemeClr val="bg1"/>
                </a:solidFill>
              </a:defRPr>
            </a:lvl1pPr>
          </a:lstStyle>
          <a:p>
            <a:r>
              <a:rPr lang="en-US" dirty="0"/>
              <a:t>Lorem Ipsum is simply dummy text of the printing and typesetting industry. Lorem Ipsum has been the industry's standard dummy</a:t>
            </a:r>
            <a:endParaRPr lang="he-IL" dirty="0"/>
          </a:p>
        </p:txBody>
      </p:sp>
      <p:sp>
        <p:nvSpPr>
          <p:cNvPr id="88" name="Text Placeholder 12">
            <a:extLst>
              <a:ext uri="{FF2B5EF4-FFF2-40B4-BE49-F238E27FC236}">
                <a16:creationId xmlns:a16="http://schemas.microsoft.com/office/drawing/2014/main" id="{16069145-BD7D-1A0D-F8A5-67FE0C4A8851}"/>
              </a:ext>
            </a:extLst>
          </p:cNvPr>
          <p:cNvSpPr>
            <a:spLocks noGrp="1"/>
          </p:cNvSpPr>
          <p:nvPr>
            <p:ph type="body" sz="quarter" idx="70" hasCustomPrompt="1"/>
          </p:nvPr>
        </p:nvSpPr>
        <p:spPr>
          <a:xfrm>
            <a:off x="24021956" y="15133212"/>
            <a:ext cx="6735439" cy="1368425"/>
          </a:xfrm>
        </p:spPr>
        <p:txBody>
          <a:bodyPr/>
          <a:lstStyle>
            <a:lvl1pPr marL="457200" indent="-457200" algn="l" rtl="0">
              <a:spcBef>
                <a:spcPts val="1200"/>
              </a:spcBef>
              <a:spcAft>
                <a:spcPts val="1200"/>
              </a:spcAft>
              <a:buFontTx/>
              <a:buBlip>
                <a:blip r:embed="rId3"/>
              </a:buBlip>
              <a:defRPr sz="2800">
                <a:solidFill>
                  <a:schemeClr val="bg1"/>
                </a:solidFill>
              </a:defRPr>
            </a:lvl1pPr>
          </a:lstStyle>
          <a:p>
            <a:r>
              <a:rPr lang="en-US" dirty="0"/>
              <a:t>Lorem Ipsum is simply dummy text of the printing and typesetting industry. Lorem Ipsum has been the industry's standard dummy</a:t>
            </a:r>
            <a:endParaRPr lang="he-IL" dirty="0"/>
          </a:p>
        </p:txBody>
      </p:sp>
      <p:sp>
        <p:nvSpPr>
          <p:cNvPr id="91" name="Table Placeholder 90">
            <a:extLst>
              <a:ext uri="{FF2B5EF4-FFF2-40B4-BE49-F238E27FC236}">
                <a16:creationId xmlns:a16="http://schemas.microsoft.com/office/drawing/2014/main" id="{37314DB2-8E58-BC52-FB41-F7C0240F551C}"/>
              </a:ext>
            </a:extLst>
          </p:cNvPr>
          <p:cNvSpPr>
            <a:spLocks noGrp="1"/>
          </p:cNvSpPr>
          <p:nvPr>
            <p:ph type="tbl" sz="quarter" idx="71"/>
          </p:nvPr>
        </p:nvSpPr>
        <p:spPr>
          <a:xfrm>
            <a:off x="1641475" y="17703184"/>
            <a:ext cx="13992225" cy="4730750"/>
          </a:xfrm>
        </p:spPr>
        <p:txBody>
          <a:bodyPr/>
          <a:lstStyle>
            <a:lvl1pPr>
              <a:defRPr>
                <a:solidFill>
                  <a:schemeClr val="bg2"/>
                </a:solidFill>
              </a:defRPr>
            </a:lvl1pPr>
          </a:lstStyle>
          <a:p>
            <a:endParaRPr lang="he-IL" dirty="0"/>
          </a:p>
        </p:txBody>
      </p:sp>
    </p:spTree>
    <p:extLst>
      <p:ext uri="{BB962C8B-B14F-4D97-AF65-F5344CB8AC3E}">
        <p14:creationId xmlns:p14="http://schemas.microsoft.com/office/powerpoint/2010/main" val="14779174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76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9_Title Slide">
    <p:bg>
      <p:bgPr>
        <a:solidFill>
          <a:schemeClr val="tx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5FC152D1-ADF9-9DC2-99B2-0BC986947451}"/>
              </a:ext>
            </a:extLst>
          </p:cNvPr>
          <p:cNvSpPr/>
          <p:nvPr userDrawn="1"/>
        </p:nvSpPr>
        <p:spPr>
          <a:xfrm flipV="1">
            <a:off x="0" y="42293591"/>
            <a:ext cx="32623432" cy="927101"/>
          </a:xfrm>
          <a:prstGeom prst="rect">
            <a:avLst/>
          </a:prstGeom>
          <a:solidFill>
            <a:schemeClr val="accent4"/>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algn="ctr" defTabSz="914400" rtl="0" eaLnBrk="1" latinLnBrk="0" hangingPunct="1"/>
            <a:endParaRPr lang="en-US" dirty="0"/>
          </a:p>
        </p:txBody>
      </p:sp>
      <p:sp>
        <p:nvSpPr>
          <p:cNvPr id="19" name="Rectangle 18">
            <a:extLst>
              <a:ext uri="{FF2B5EF4-FFF2-40B4-BE49-F238E27FC236}">
                <a16:creationId xmlns:a16="http://schemas.microsoft.com/office/drawing/2014/main" id="{B5954A25-F28A-2E9D-B4FC-2C79F61C48AC}"/>
              </a:ext>
            </a:extLst>
          </p:cNvPr>
          <p:cNvSpPr/>
          <p:nvPr userDrawn="1"/>
        </p:nvSpPr>
        <p:spPr>
          <a:xfrm flipV="1">
            <a:off x="0" y="-1"/>
            <a:ext cx="32399288" cy="8796223"/>
          </a:xfrm>
          <a:prstGeom prst="rect">
            <a:avLst/>
          </a:prstGeom>
          <a:solidFill>
            <a:schemeClr val="accent4"/>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algn="ctr" defTabSz="914400" rtl="0" eaLnBrk="1" latinLnBrk="0" hangingPunct="1"/>
            <a:endParaRPr lang="en-US" dirty="0"/>
          </a:p>
        </p:txBody>
      </p:sp>
      <p:pic>
        <p:nvPicPr>
          <p:cNvPr id="60" name="Picture 59" descr="A black and white logo&#10;&#10;Description automatically generated with low confidence">
            <a:extLst>
              <a:ext uri="{FF2B5EF4-FFF2-40B4-BE49-F238E27FC236}">
                <a16:creationId xmlns:a16="http://schemas.microsoft.com/office/drawing/2014/main" id="{2A699AB0-A24D-0580-F307-612BA63AA614}"/>
              </a:ext>
            </a:extLst>
          </p:cNvPr>
          <p:cNvPicPr>
            <a:picLocks noChangeAspect="1"/>
          </p:cNvPicPr>
          <p:nvPr userDrawn="1"/>
        </p:nvPicPr>
        <p:blipFill rotWithShape="1">
          <a:blip r:embed="rId2"/>
          <a:srcRect l="-121" r="-1" b="26222"/>
          <a:stretch/>
        </p:blipFill>
        <p:spPr>
          <a:xfrm flipH="1">
            <a:off x="17465978" y="33113636"/>
            <a:ext cx="13688690" cy="10087002"/>
          </a:xfrm>
          <a:prstGeom prst="rect">
            <a:avLst/>
          </a:prstGeom>
        </p:spPr>
      </p:pic>
      <p:sp>
        <p:nvSpPr>
          <p:cNvPr id="2" name="Title 1"/>
          <p:cNvSpPr>
            <a:spLocks noGrp="1"/>
          </p:cNvSpPr>
          <p:nvPr>
            <p:ph type="ctrTitle" hasCustomPrompt="1"/>
          </p:nvPr>
        </p:nvSpPr>
        <p:spPr>
          <a:xfrm flipH="1">
            <a:off x="1633960" y="4005865"/>
            <a:ext cx="29079122" cy="1906786"/>
          </a:xfrm>
        </p:spPr>
        <p:txBody>
          <a:bodyPr anchor="b">
            <a:noAutofit/>
          </a:bodyPr>
          <a:lstStyle>
            <a:lvl1pPr algn="l">
              <a:defRPr sz="8000" baseline="0">
                <a:solidFill>
                  <a:schemeClr val="tx2"/>
                </a:solidFill>
              </a:defRPr>
            </a:lvl1pPr>
          </a:lstStyle>
          <a:p>
            <a:r>
              <a:rPr lang="en-US" dirty="0"/>
              <a:t>Research Title</a:t>
            </a:r>
          </a:p>
        </p:txBody>
      </p:sp>
      <p:sp>
        <p:nvSpPr>
          <p:cNvPr id="3" name="Subtitle 2"/>
          <p:cNvSpPr>
            <a:spLocks noGrp="1"/>
          </p:cNvSpPr>
          <p:nvPr>
            <p:ph type="subTitle" idx="1" hasCustomPrompt="1"/>
          </p:nvPr>
        </p:nvSpPr>
        <p:spPr>
          <a:xfrm flipH="1">
            <a:off x="1633960" y="6443351"/>
            <a:ext cx="29079122" cy="1136571"/>
          </a:xfrm>
        </p:spPr>
        <p:txBody>
          <a:bodyPr>
            <a:noAutofit/>
          </a:bodyPr>
          <a:lstStyle>
            <a:lvl1pPr marL="0" indent="0" algn="l">
              <a:buNone/>
              <a:defRPr sz="5400" baseline="0">
                <a:solidFill>
                  <a:schemeClr val="accent1"/>
                </a:solidFill>
              </a:defRPr>
            </a:lvl1pPr>
            <a:lvl2pPr marL="1214963" indent="0" algn="ctr">
              <a:buNone/>
              <a:defRPr sz="5315"/>
            </a:lvl2pPr>
            <a:lvl3pPr marL="2429927" indent="0" algn="ctr">
              <a:buNone/>
              <a:defRPr sz="4783"/>
            </a:lvl3pPr>
            <a:lvl4pPr marL="3644890" indent="0" algn="ctr">
              <a:buNone/>
              <a:defRPr sz="4252"/>
            </a:lvl4pPr>
            <a:lvl5pPr marL="4859853" indent="0" algn="ctr">
              <a:buNone/>
              <a:defRPr sz="4252"/>
            </a:lvl5pPr>
            <a:lvl6pPr marL="6074816" indent="0" algn="ctr">
              <a:buNone/>
              <a:defRPr sz="4252"/>
            </a:lvl6pPr>
            <a:lvl7pPr marL="7289780" indent="0" algn="ctr">
              <a:buNone/>
              <a:defRPr sz="4252"/>
            </a:lvl7pPr>
            <a:lvl8pPr marL="8504743" indent="0" algn="ctr">
              <a:buNone/>
              <a:defRPr sz="4252"/>
            </a:lvl8pPr>
            <a:lvl9pPr marL="9719706" indent="0" algn="ctr">
              <a:buNone/>
              <a:defRPr sz="4252"/>
            </a:lvl9pPr>
          </a:lstStyle>
          <a:p>
            <a:r>
              <a:rPr lang="en-US" dirty="0"/>
              <a:t>Scientists Names</a:t>
            </a:r>
          </a:p>
        </p:txBody>
      </p:sp>
      <p:sp>
        <p:nvSpPr>
          <p:cNvPr id="5" name="Picture Placeholder 4">
            <a:extLst>
              <a:ext uri="{FF2B5EF4-FFF2-40B4-BE49-F238E27FC236}">
                <a16:creationId xmlns:a16="http://schemas.microsoft.com/office/drawing/2014/main" id="{BD68B74C-535B-94F3-1F74-C00716E8C9EF}"/>
              </a:ext>
            </a:extLst>
          </p:cNvPr>
          <p:cNvSpPr>
            <a:spLocks noGrp="1"/>
          </p:cNvSpPr>
          <p:nvPr>
            <p:ph type="pic" sz="quarter" idx="10" hasCustomPrompt="1"/>
          </p:nvPr>
        </p:nvSpPr>
        <p:spPr>
          <a:xfrm>
            <a:off x="9394918" y="1410830"/>
            <a:ext cx="5970587" cy="1559672"/>
          </a:xfrm>
        </p:spPr>
        <p:txBody>
          <a:bodyPr anchor="ctr" anchorCtr="0"/>
          <a:lstStyle>
            <a:lvl1pPr algn="ctr">
              <a:defRPr>
                <a:solidFill>
                  <a:schemeClr val="tx2"/>
                </a:solidFill>
              </a:defRPr>
            </a:lvl1pPr>
          </a:lstStyle>
          <a:p>
            <a:r>
              <a:rPr lang="en-US" dirty="0"/>
              <a:t>Place logo</a:t>
            </a:r>
            <a:endParaRPr lang="he-IL" dirty="0"/>
          </a:p>
        </p:txBody>
      </p:sp>
      <p:sp>
        <p:nvSpPr>
          <p:cNvPr id="7" name="Picture Placeholder 4">
            <a:extLst>
              <a:ext uri="{FF2B5EF4-FFF2-40B4-BE49-F238E27FC236}">
                <a16:creationId xmlns:a16="http://schemas.microsoft.com/office/drawing/2014/main" id="{09682B32-FC7A-28DC-5CB2-1C9189346772}"/>
              </a:ext>
            </a:extLst>
          </p:cNvPr>
          <p:cNvSpPr>
            <a:spLocks noGrp="1"/>
          </p:cNvSpPr>
          <p:nvPr>
            <p:ph type="pic" sz="quarter" idx="11" hasCustomPrompt="1"/>
          </p:nvPr>
        </p:nvSpPr>
        <p:spPr>
          <a:xfrm>
            <a:off x="17068706" y="1410830"/>
            <a:ext cx="5970587" cy="1559672"/>
          </a:xfrm>
        </p:spPr>
        <p:txBody>
          <a:bodyPr anchor="ctr" anchorCtr="0"/>
          <a:lstStyle>
            <a:lvl1pPr algn="ctr">
              <a:defRPr>
                <a:solidFill>
                  <a:schemeClr val="tx2"/>
                </a:solidFill>
              </a:defRPr>
            </a:lvl1pPr>
          </a:lstStyle>
          <a:p>
            <a:r>
              <a:rPr lang="en-US" dirty="0"/>
              <a:t>Place logo</a:t>
            </a:r>
            <a:endParaRPr lang="he-IL" dirty="0"/>
          </a:p>
        </p:txBody>
      </p:sp>
      <p:sp>
        <p:nvSpPr>
          <p:cNvPr id="9" name="Picture Placeholder 4">
            <a:extLst>
              <a:ext uri="{FF2B5EF4-FFF2-40B4-BE49-F238E27FC236}">
                <a16:creationId xmlns:a16="http://schemas.microsoft.com/office/drawing/2014/main" id="{8FD67D12-6F2E-CECC-36AB-2F9F62CD32C2}"/>
              </a:ext>
            </a:extLst>
          </p:cNvPr>
          <p:cNvSpPr>
            <a:spLocks noGrp="1"/>
          </p:cNvSpPr>
          <p:nvPr>
            <p:ph type="pic" sz="quarter" idx="12" hasCustomPrompt="1"/>
          </p:nvPr>
        </p:nvSpPr>
        <p:spPr>
          <a:xfrm>
            <a:off x="24742495" y="1410830"/>
            <a:ext cx="5970587" cy="1559672"/>
          </a:xfrm>
        </p:spPr>
        <p:txBody>
          <a:bodyPr anchor="ctr" anchorCtr="0"/>
          <a:lstStyle>
            <a:lvl1pPr algn="ctr">
              <a:defRPr>
                <a:solidFill>
                  <a:schemeClr val="tx2"/>
                </a:solidFill>
              </a:defRPr>
            </a:lvl1pPr>
          </a:lstStyle>
          <a:p>
            <a:r>
              <a:rPr lang="en-US" dirty="0"/>
              <a:t>Place logo</a:t>
            </a:r>
            <a:endParaRPr lang="he-IL" dirty="0"/>
          </a:p>
        </p:txBody>
      </p:sp>
      <p:sp>
        <p:nvSpPr>
          <p:cNvPr id="10" name="Picture Placeholder 4">
            <a:extLst>
              <a:ext uri="{FF2B5EF4-FFF2-40B4-BE49-F238E27FC236}">
                <a16:creationId xmlns:a16="http://schemas.microsoft.com/office/drawing/2014/main" id="{143323CA-5FE3-879B-2045-5C246D7A6010}"/>
              </a:ext>
            </a:extLst>
          </p:cNvPr>
          <p:cNvSpPr>
            <a:spLocks noGrp="1"/>
          </p:cNvSpPr>
          <p:nvPr>
            <p:ph type="pic" sz="quarter" idx="13" hasCustomPrompt="1"/>
          </p:nvPr>
        </p:nvSpPr>
        <p:spPr>
          <a:xfrm>
            <a:off x="1721130" y="1410830"/>
            <a:ext cx="5970587" cy="1559672"/>
          </a:xfrm>
        </p:spPr>
        <p:txBody>
          <a:bodyPr anchor="ctr" anchorCtr="0"/>
          <a:lstStyle>
            <a:lvl1pPr algn="ctr">
              <a:defRPr b="1">
                <a:solidFill>
                  <a:schemeClr val="tx2"/>
                </a:solidFill>
              </a:defRPr>
            </a:lvl1pPr>
          </a:lstStyle>
          <a:p>
            <a:r>
              <a:rPr lang="en-US" dirty="0"/>
              <a:t>Place Bar Ilan logo</a:t>
            </a:r>
            <a:endParaRPr lang="he-IL" dirty="0"/>
          </a:p>
        </p:txBody>
      </p:sp>
      <p:sp>
        <p:nvSpPr>
          <p:cNvPr id="16" name="Text Placeholder 12">
            <a:extLst>
              <a:ext uri="{FF2B5EF4-FFF2-40B4-BE49-F238E27FC236}">
                <a16:creationId xmlns:a16="http://schemas.microsoft.com/office/drawing/2014/main" id="{41F51ADE-7D8B-E3E6-450F-A7AED8EF7D1D}"/>
              </a:ext>
            </a:extLst>
          </p:cNvPr>
          <p:cNvSpPr>
            <a:spLocks noGrp="1"/>
          </p:cNvSpPr>
          <p:nvPr>
            <p:ph type="body" sz="quarter" idx="23" hasCustomPrompt="1"/>
          </p:nvPr>
        </p:nvSpPr>
        <p:spPr>
          <a:xfrm>
            <a:off x="17068706" y="11767712"/>
            <a:ext cx="6735439" cy="1368425"/>
          </a:xfrm>
        </p:spPr>
        <p:txBody>
          <a:bodyPr/>
          <a:lstStyle>
            <a:lvl1pPr marL="457200" indent="-457200" algn="l" rtl="0">
              <a:spcBef>
                <a:spcPts val="1200"/>
              </a:spcBef>
              <a:spcAft>
                <a:spcPts val="1200"/>
              </a:spcAft>
              <a:buFontTx/>
              <a:buBlip>
                <a:blip r:embed="rId3"/>
              </a:buBlip>
              <a:defRPr sz="2800">
                <a:solidFill>
                  <a:schemeClr val="bg1"/>
                </a:solidFill>
              </a:defRPr>
            </a:lvl1pPr>
          </a:lstStyle>
          <a:p>
            <a:r>
              <a:rPr lang="en-US" dirty="0"/>
              <a:t>Lorem Ipsum is simply dummy text of the printing and typesetting industry. Lorem Ipsum has been the industry's standard dummy text</a:t>
            </a:r>
            <a:endParaRPr lang="he-IL" dirty="0"/>
          </a:p>
        </p:txBody>
      </p:sp>
      <p:sp>
        <p:nvSpPr>
          <p:cNvPr id="17" name="Text Placeholder 12">
            <a:extLst>
              <a:ext uri="{FF2B5EF4-FFF2-40B4-BE49-F238E27FC236}">
                <a16:creationId xmlns:a16="http://schemas.microsoft.com/office/drawing/2014/main" id="{E8EE2A60-6171-D5FE-FDE3-28999FB5DF1B}"/>
              </a:ext>
            </a:extLst>
          </p:cNvPr>
          <p:cNvSpPr>
            <a:spLocks noGrp="1"/>
          </p:cNvSpPr>
          <p:nvPr>
            <p:ph type="body" sz="quarter" idx="24" hasCustomPrompt="1"/>
          </p:nvPr>
        </p:nvSpPr>
        <p:spPr>
          <a:xfrm>
            <a:off x="17068706" y="13453637"/>
            <a:ext cx="6735439" cy="1368425"/>
          </a:xfrm>
        </p:spPr>
        <p:txBody>
          <a:bodyPr/>
          <a:lstStyle>
            <a:lvl1pPr marL="457200" indent="-457200" algn="l" rtl="0">
              <a:spcBef>
                <a:spcPts val="1200"/>
              </a:spcBef>
              <a:spcAft>
                <a:spcPts val="1200"/>
              </a:spcAft>
              <a:buFontTx/>
              <a:buBlip>
                <a:blip r:embed="rId3"/>
              </a:buBlip>
              <a:defRPr sz="2800">
                <a:solidFill>
                  <a:schemeClr val="bg1"/>
                </a:solidFill>
              </a:defRPr>
            </a:lvl1pPr>
          </a:lstStyle>
          <a:p>
            <a:r>
              <a:rPr lang="en-US" dirty="0"/>
              <a:t>Lorem Ipsum is simply dummy text of the printing and typesetting industry. Lorem Ipsum has been the industry's standard dummy</a:t>
            </a:r>
            <a:endParaRPr lang="he-IL" dirty="0"/>
          </a:p>
        </p:txBody>
      </p:sp>
      <p:sp>
        <p:nvSpPr>
          <p:cNvPr id="18" name="Text Placeholder 12">
            <a:extLst>
              <a:ext uri="{FF2B5EF4-FFF2-40B4-BE49-F238E27FC236}">
                <a16:creationId xmlns:a16="http://schemas.microsoft.com/office/drawing/2014/main" id="{B67843FA-D947-6FF8-DFE1-FBAD72C4E62D}"/>
              </a:ext>
            </a:extLst>
          </p:cNvPr>
          <p:cNvSpPr>
            <a:spLocks noGrp="1"/>
          </p:cNvSpPr>
          <p:nvPr>
            <p:ph type="body" sz="quarter" idx="25" hasCustomPrompt="1"/>
          </p:nvPr>
        </p:nvSpPr>
        <p:spPr>
          <a:xfrm>
            <a:off x="17068706" y="15133212"/>
            <a:ext cx="6735439" cy="1368425"/>
          </a:xfrm>
        </p:spPr>
        <p:txBody>
          <a:bodyPr/>
          <a:lstStyle>
            <a:lvl1pPr marL="457200" indent="-457200" algn="l" rtl="0">
              <a:spcBef>
                <a:spcPts val="1200"/>
              </a:spcBef>
              <a:spcAft>
                <a:spcPts val="1200"/>
              </a:spcAft>
              <a:buFontTx/>
              <a:buBlip>
                <a:blip r:embed="rId3"/>
              </a:buBlip>
              <a:defRPr sz="2800">
                <a:solidFill>
                  <a:schemeClr val="bg1"/>
                </a:solidFill>
              </a:defRPr>
            </a:lvl1pPr>
          </a:lstStyle>
          <a:p>
            <a:r>
              <a:rPr lang="en-US" dirty="0"/>
              <a:t>Lorem Ipsum is simply dummy text of the printing and typesetting industry. Lorem Ipsum has been the industry's standard dummy</a:t>
            </a:r>
            <a:endParaRPr lang="he-IL" dirty="0"/>
          </a:p>
        </p:txBody>
      </p:sp>
      <p:sp>
        <p:nvSpPr>
          <p:cNvPr id="24" name="Text Placeholder 23">
            <a:extLst>
              <a:ext uri="{FF2B5EF4-FFF2-40B4-BE49-F238E27FC236}">
                <a16:creationId xmlns:a16="http://schemas.microsoft.com/office/drawing/2014/main" id="{BF35437C-D543-7B3E-ECB3-0465BA4E810B}"/>
              </a:ext>
            </a:extLst>
          </p:cNvPr>
          <p:cNvSpPr>
            <a:spLocks noGrp="1"/>
          </p:cNvSpPr>
          <p:nvPr>
            <p:ph type="body" sz="quarter" idx="26" hasCustomPrompt="1"/>
          </p:nvPr>
        </p:nvSpPr>
        <p:spPr>
          <a:xfrm>
            <a:off x="18671458" y="10463494"/>
            <a:ext cx="12041905" cy="927100"/>
          </a:xfrm>
        </p:spPr>
        <p:txBody>
          <a:bodyPr/>
          <a:lstStyle>
            <a:lvl1pPr>
              <a:defRPr sz="48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Objective</a:t>
            </a:r>
          </a:p>
        </p:txBody>
      </p:sp>
      <p:sp>
        <p:nvSpPr>
          <p:cNvPr id="26" name="Picture Placeholder 25">
            <a:extLst>
              <a:ext uri="{FF2B5EF4-FFF2-40B4-BE49-F238E27FC236}">
                <a16:creationId xmlns:a16="http://schemas.microsoft.com/office/drawing/2014/main" id="{D30944F2-AD4F-A9C2-A1CF-4E5C5ECACD2C}"/>
              </a:ext>
            </a:extLst>
          </p:cNvPr>
          <p:cNvSpPr>
            <a:spLocks noGrp="1"/>
          </p:cNvSpPr>
          <p:nvPr>
            <p:ph type="pic" sz="quarter" idx="27" hasCustomPrompt="1"/>
          </p:nvPr>
        </p:nvSpPr>
        <p:spPr>
          <a:xfrm>
            <a:off x="17068706" y="10156826"/>
            <a:ext cx="1204913" cy="1204912"/>
          </a:xfrm>
          <a:prstGeom prst="ellipse">
            <a:avLst/>
          </a:prstGeom>
          <a:solidFill>
            <a:schemeClr val="accent1"/>
          </a:solidFill>
          <a:ln>
            <a:solidFill>
              <a:schemeClr val="accent1"/>
            </a:solidFill>
          </a:ln>
        </p:spPr>
        <p:txBody>
          <a:bodyPr anchor="ctr" anchorCtr="0"/>
          <a:lstStyle>
            <a:lvl1pPr algn="ctr">
              <a:defRPr sz="2400"/>
            </a:lvl1pPr>
          </a:lstStyle>
          <a:p>
            <a:r>
              <a:rPr lang="en-US" dirty="0"/>
              <a:t>Icon</a:t>
            </a:r>
            <a:endParaRPr lang="he-IL" dirty="0"/>
          </a:p>
        </p:txBody>
      </p:sp>
      <p:sp>
        <p:nvSpPr>
          <p:cNvPr id="27" name="Text Placeholder 23">
            <a:extLst>
              <a:ext uri="{FF2B5EF4-FFF2-40B4-BE49-F238E27FC236}">
                <a16:creationId xmlns:a16="http://schemas.microsoft.com/office/drawing/2014/main" id="{A7ECDB13-1D09-9417-B6E4-33FA0702F8EE}"/>
              </a:ext>
            </a:extLst>
          </p:cNvPr>
          <p:cNvSpPr>
            <a:spLocks noGrp="1"/>
          </p:cNvSpPr>
          <p:nvPr>
            <p:ph type="body" sz="quarter" idx="28" hasCustomPrompt="1"/>
          </p:nvPr>
        </p:nvSpPr>
        <p:spPr>
          <a:xfrm>
            <a:off x="3215149" y="10463494"/>
            <a:ext cx="12418551" cy="927100"/>
          </a:xfrm>
        </p:spPr>
        <p:txBody>
          <a:bodyPr/>
          <a:lstStyle>
            <a:lvl1pPr>
              <a:defRPr sz="48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Background</a:t>
            </a:r>
          </a:p>
        </p:txBody>
      </p:sp>
      <p:sp>
        <p:nvSpPr>
          <p:cNvPr id="28" name="Picture Placeholder 25">
            <a:extLst>
              <a:ext uri="{FF2B5EF4-FFF2-40B4-BE49-F238E27FC236}">
                <a16:creationId xmlns:a16="http://schemas.microsoft.com/office/drawing/2014/main" id="{C3492443-FEA9-9923-D48A-69B424DC3F87}"/>
              </a:ext>
            </a:extLst>
          </p:cNvPr>
          <p:cNvSpPr>
            <a:spLocks noGrp="1"/>
          </p:cNvSpPr>
          <p:nvPr>
            <p:ph type="pic" sz="quarter" idx="29" hasCustomPrompt="1"/>
          </p:nvPr>
        </p:nvSpPr>
        <p:spPr>
          <a:xfrm>
            <a:off x="1612397" y="10156826"/>
            <a:ext cx="1204913" cy="1204912"/>
          </a:xfrm>
          <a:prstGeom prst="ellipse">
            <a:avLst/>
          </a:prstGeom>
          <a:solidFill>
            <a:schemeClr val="accent1"/>
          </a:solidFill>
          <a:ln>
            <a:solidFill>
              <a:schemeClr val="accent1"/>
            </a:solidFill>
          </a:ln>
        </p:spPr>
        <p:txBody>
          <a:bodyPr anchor="ctr" anchorCtr="0"/>
          <a:lstStyle>
            <a:lvl1pPr algn="ctr">
              <a:defRPr sz="2400"/>
            </a:lvl1pPr>
          </a:lstStyle>
          <a:p>
            <a:r>
              <a:rPr lang="en-US" dirty="0"/>
              <a:t>Icon</a:t>
            </a:r>
            <a:endParaRPr lang="he-IL" dirty="0"/>
          </a:p>
        </p:txBody>
      </p:sp>
      <p:sp>
        <p:nvSpPr>
          <p:cNvPr id="29" name="Text Placeholder 12">
            <a:extLst>
              <a:ext uri="{FF2B5EF4-FFF2-40B4-BE49-F238E27FC236}">
                <a16:creationId xmlns:a16="http://schemas.microsoft.com/office/drawing/2014/main" id="{7947A134-02F6-AA2F-28EE-1D6A3A33F472}"/>
              </a:ext>
            </a:extLst>
          </p:cNvPr>
          <p:cNvSpPr>
            <a:spLocks noGrp="1"/>
          </p:cNvSpPr>
          <p:nvPr>
            <p:ph type="body" sz="quarter" idx="30" hasCustomPrompt="1"/>
          </p:nvPr>
        </p:nvSpPr>
        <p:spPr>
          <a:xfrm>
            <a:off x="1641892" y="11767712"/>
            <a:ext cx="13991397" cy="4688206"/>
          </a:xfrm>
        </p:spPr>
        <p:txBody>
          <a:bodyPr/>
          <a:lstStyle>
            <a:lvl1pPr marL="0" indent="0" algn="l" rtl="0">
              <a:spcBef>
                <a:spcPts val="1200"/>
              </a:spcBef>
              <a:spcAft>
                <a:spcPts val="1200"/>
              </a:spcAft>
              <a:buFont typeface="Arial" panose="020B0604020202020204" pitchFamily="34" charset="0"/>
              <a:buNone/>
              <a:defRPr sz="2800">
                <a:solidFill>
                  <a:schemeClr val="bg1"/>
                </a:solidFill>
              </a:defRPr>
            </a:lvl1pPr>
          </a:lstStyle>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p:txBody>
      </p:sp>
      <p:sp>
        <p:nvSpPr>
          <p:cNvPr id="38" name="Text Placeholder 23">
            <a:extLst>
              <a:ext uri="{FF2B5EF4-FFF2-40B4-BE49-F238E27FC236}">
                <a16:creationId xmlns:a16="http://schemas.microsoft.com/office/drawing/2014/main" id="{DDE44569-C9F7-0160-B187-694D404D6B38}"/>
              </a:ext>
            </a:extLst>
          </p:cNvPr>
          <p:cNvSpPr>
            <a:spLocks noGrp="1"/>
          </p:cNvSpPr>
          <p:nvPr>
            <p:ph type="body" sz="quarter" idx="39" hasCustomPrompt="1"/>
          </p:nvPr>
        </p:nvSpPr>
        <p:spPr>
          <a:xfrm>
            <a:off x="18671458" y="23935748"/>
            <a:ext cx="12041905" cy="927100"/>
          </a:xfrm>
        </p:spPr>
        <p:txBody>
          <a:bodyPr/>
          <a:lstStyle>
            <a:lvl1pPr>
              <a:defRPr sz="48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Results</a:t>
            </a:r>
          </a:p>
        </p:txBody>
      </p:sp>
      <p:sp>
        <p:nvSpPr>
          <p:cNvPr id="39" name="Picture Placeholder 25">
            <a:extLst>
              <a:ext uri="{FF2B5EF4-FFF2-40B4-BE49-F238E27FC236}">
                <a16:creationId xmlns:a16="http://schemas.microsoft.com/office/drawing/2014/main" id="{BA17CA3B-1FFB-1B9B-44BB-3DC02018A144}"/>
              </a:ext>
            </a:extLst>
          </p:cNvPr>
          <p:cNvSpPr>
            <a:spLocks noGrp="1"/>
          </p:cNvSpPr>
          <p:nvPr>
            <p:ph type="pic" sz="quarter" idx="40" hasCustomPrompt="1"/>
          </p:nvPr>
        </p:nvSpPr>
        <p:spPr>
          <a:xfrm>
            <a:off x="17068706" y="23629080"/>
            <a:ext cx="1204913" cy="1204912"/>
          </a:xfrm>
          <a:prstGeom prst="ellipse">
            <a:avLst/>
          </a:prstGeom>
          <a:solidFill>
            <a:schemeClr val="accent1"/>
          </a:solidFill>
          <a:ln>
            <a:solidFill>
              <a:schemeClr val="accent1"/>
            </a:solidFill>
          </a:ln>
        </p:spPr>
        <p:txBody>
          <a:bodyPr anchor="ctr" anchorCtr="0"/>
          <a:lstStyle>
            <a:lvl1pPr algn="ctr">
              <a:defRPr sz="2400"/>
            </a:lvl1pPr>
          </a:lstStyle>
          <a:p>
            <a:r>
              <a:rPr lang="en-US" dirty="0"/>
              <a:t>Icon</a:t>
            </a:r>
            <a:endParaRPr lang="he-IL" dirty="0"/>
          </a:p>
        </p:txBody>
      </p:sp>
      <p:sp>
        <p:nvSpPr>
          <p:cNvPr id="40" name="Text Placeholder 23">
            <a:extLst>
              <a:ext uri="{FF2B5EF4-FFF2-40B4-BE49-F238E27FC236}">
                <a16:creationId xmlns:a16="http://schemas.microsoft.com/office/drawing/2014/main" id="{3E899620-19DA-20BC-36C8-6F7A3AF51497}"/>
              </a:ext>
            </a:extLst>
          </p:cNvPr>
          <p:cNvSpPr>
            <a:spLocks noGrp="1"/>
          </p:cNvSpPr>
          <p:nvPr>
            <p:ph type="body" sz="quarter" idx="41" hasCustomPrompt="1"/>
          </p:nvPr>
        </p:nvSpPr>
        <p:spPr>
          <a:xfrm>
            <a:off x="3215149" y="23935748"/>
            <a:ext cx="12418551" cy="927100"/>
          </a:xfrm>
        </p:spPr>
        <p:txBody>
          <a:bodyPr/>
          <a:lstStyle>
            <a:lvl1pPr>
              <a:defRPr sz="48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Method</a:t>
            </a:r>
          </a:p>
        </p:txBody>
      </p:sp>
      <p:sp>
        <p:nvSpPr>
          <p:cNvPr id="41" name="Picture Placeholder 25">
            <a:extLst>
              <a:ext uri="{FF2B5EF4-FFF2-40B4-BE49-F238E27FC236}">
                <a16:creationId xmlns:a16="http://schemas.microsoft.com/office/drawing/2014/main" id="{1DFA4524-622F-615C-4841-A35D4553DE8F}"/>
              </a:ext>
            </a:extLst>
          </p:cNvPr>
          <p:cNvSpPr>
            <a:spLocks noGrp="1"/>
          </p:cNvSpPr>
          <p:nvPr>
            <p:ph type="pic" sz="quarter" idx="42" hasCustomPrompt="1"/>
          </p:nvPr>
        </p:nvSpPr>
        <p:spPr>
          <a:xfrm>
            <a:off x="1612397" y="23629080"/>
            <a:ext cx="1204913" cy="1204912"/>
          </a:xfrm>
          <a:prstGeom prst="ellipse">
            <a:avLst/>
          </a:prstGeom>
          <a:solidFill>
            <a:schemeClr val="accent1"/>
          </a:solidFill>
          <a:ln>
            <a:solidFill>
              <a:schemeClr val="accent1"/>
            </a:solidFill>
          </a:ln>
        </p:spPr>
        <p:txBody>
          <a:bodyPr anchor="ctr" anchorCtr="0"/>
          <a:lstStyle>
            <a:lvl1pPr algn="ctr">
              <a:defRPr sz="2400"/>
            </a:lvl1pPr>
          </a:lstStyle>
          <a:p>
            <a:r>
              <a:rPr lang="en-US" dirty="0"/>
              <a:t>Icon</a:t>
            </a:r>
            <a:endParaRPr lang="he-IL" dirty="0"/>
          </a:p>
        </p:txBody>
      </p:sp>
      <p:sp>
        <p:nvSpPr>
          <p:cNvPr id="42" name="Text Placeholder 12">
            <a:extLst>
              <a:ext uri="{FF2B5EF4-FFF2-40B4-BE49-F238E27FC236}">
                <a16:creationId xmlns:a16="http://schemas.microsoft.com/office/drawing/2014/main" id="{89D2DCFF-9B77-A5F4-A6C5-5162AD44D22F}"/>
              </a:ext>
            </a:extLst>
          </p:cNvPr>
          <p:cNvSpPr>
            <a:spLocks noGrp="1"/>
          </p:cNvSpPr>
          <p:nvPr>
            <p:ph type="body" sz="quarter" idx="43" hasCustomPrompt="1"/>
          </p:nvPr>
        </p:nvSpPr>
        <p:spPr>
          <a:xfrm>
            <a:off x="17068706" y="25246681"/>
            <a:ext cx="13688690" cy="6012128"/>
          </a:xfrm>
        </p:spPr>
        <p:txBody>
          <a:bodyPr/>
          <a:lstStyle>
            <a:lvl1pPr marL="457200" indent="-457200" algn="l" rtl="0">
              <a:spcBef>
                <a:spcPts val="1200"/>
              </a:spcBef>
              <a:spcAft>
                <a:spcPts val="1200"/>
              </a:spcAft>
              <a:buFontTx/>
              <a:buBlip>
                <a:blip r:embed="rId4"/>
              </a:buBlip>
              <a:defRPr lang="en-US" sz="2800" b="0" kern="1200" dirty="0" smtClean="0">
                <a:solidFill>
                  <a:schemeClr val="bg1"/>
                </a:solidFill>
                <a:latin typeface="+mn-lt"/>
                <a:ea typeface="+mn-ea"/>
                <a:cs typeface="+mn-cs"/>
              </a:defRPr>
            </a:lvl1pPr>
          </a:lstStyle>
          <a:p>
            <a:r>
              <a:rPr lang="en-US" dirty="0"/>
              <a:t>Lorem Ipsum is simply dummy text of the printing and typesetting industry. Lorem Ipsum has been the industry's standard dummy text</a:t>
            </a:r>
          </a:p>
          <a:p>
            <a:r>
              <a:rPr lang="en-US" dirty="0"/>
              <a:t>Lorem Ipsum is simply dummy text of the printing and typesetting industry. Lorem Ipsum has been the industry's standard dummy text</a:t>
            </a:r>
          </a:p>
          <a:p>
            <a:r>
              <a:rPr lang="en-US" dirty="0"/>
              <a:t>Lorem Ipsum is simply dummy text of the printing and typesetting industry. Lorem Ipsum has been the industry's standard dummy text</a:t>
            </a:r>
          </a:p>
          <a:p>
            <a:r>
              <a:rPr lang="en-US" dirty="0"/>
              <a:t>Lorem Ipsum is simply dummy text of the printing and typesetting industry. Lorem Ipsum has been the industry's standard dummy text</a:t>
            </a:r>
          </a:p>
        </p:txBody>
      </p:sp>
      <p:sp>
        <p:nvSpPr>
          <p:cNvPr id="43" name="Text Placeholder 12">
            <a:extLst>
              <a:ext uri="{FF2B5EF4-FFF2-40B4-BE49-F238E27FC236}">
                <a16:creationId xmlns:a16="http://schemas.microsoft.com/office/drawing/2014/main" id="{09650265-285E-1D7E-8339-D1E2AE6CB3A9}"/>
              </a:ext>
            </a:extLst>
          </p:cNvPr>
          <p:cNvSpPr>
            <a:spLocks noGrp="1"/>
          </p:cNvSpPr>
          <p:nvPr>
            <p:ph type="body" sz="quarter" idx="44" hasCustomPrompt="1"/>
          </p:nvPr>
        </p:nvSpPr>
        <p:spPr>
          <a:xfrm>
            <a:off x="1641892" y="25246680"/>
            <a:ext cx="13991397" cy="5996389"/>
          </a:xfrm>
        </p:spPr>
        <p:txBody>
          <a:bodyPr/>
          <a:lstStyle>
            <a:lvl1pPr marL="0" indent="0" algn="l" rtl="0">
              <a:spcBef>
                <a:spcPts val="1200"/>
              </a:spcBef>
              <a:spcAft>
                <a:spcPts val="1200"/>
              </a:spcAft>
              <a:buFont typeface="Arial" panose="020B0604020202020204" pitchFamily="34" charset="0"/>
              <a:buNone/>
              <a:defRPr sz="2800">
                <a:solidFill>
                  <a:schemeClr val="bg1"/>
                </a:solidFill>
              </a:defRPr>
            </a:lvl1pPr>
          </a:lstStyle>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p:txBody>
      </p:sp>
      <p:sp>
        <p:nvSpPr>
          <p:cNvPr id="45" name="Text Placeholder 23">
            <a:extLst>
              <a:ext uri="{FF2B5EF4-FFF2-40B4-BE49-F238E27FC236}">
                <a16:creationId xmlns:a16="http://schemas.microsoft.com/office/drawing/2014/main" id="{286F83A6-4171-366F-68DD-D7A598382DA7}"/>
              </a:ext>
            </a:extLst>
          </p:cNvPr>
          <p:cNvSpPr>
            <a:spLocks noGrp="1"/>
          </p:cNvSpPr>
          <p:nvPr>
            <p:ph type="body" sz="quarter" idx="45" hasCustomPrompt="1"/>
          </p:nvPr>
        </p:nvSpPr>
        <p:spPr>
          <a:xfrm>
            <a:off x="3215149" y="32737144"/>
            <a:ext cx="12418551" cy="927100"/>
          </a:xfrm>
        </p:spPr>
        <p:txBody>
          <a:bodyPr/>
          <a:lstStyle>
            <a:lvl1pPr>
              <a:defRPr sz="4800" b="1">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Discussion</a:t>
            </a:r>
          </a:p>
        </p:txBody>
      </p:sp>
      <p:sp>
        <p:nvSpPr>
          <p:cNvPr id="46" name="Picture Placeholder 25">
            <a:extLst>
              <a:ext uri="{FF2B5EF4-FFF2-40B4-BE49-F238E27FC236}">
                <a16:creationId xmlns:a16="http://schemas.microsoft.com/office/drawing/2014/main" id="{985C1570-3BCB-03E5-64D3-54C20DCD35CC}"/>
              </a:ext>
            </a:extLst>
          </p:cNvPr>
          <p:cNvSpPr>
            <a:spLocks noGrp="1"/>
          </p:cNvSpPr>
          <p:nvPr>
            <p:ph type="pic" sz="quarter" idx="46" hasCustomPrompt="1"/>
          </p:nvPr>
        </p:nvSpPr>
        <p:spPr>
          <a:xfrm>
            <a:off x="1612397" y="32430476"/>
            <a:ext cx="1204913" cy="1204912"/>
          </a:xfrm>
          <a:prstGeom prst="ellipse">
            <a:avLst/>
          </a:prstGeom>
          <a:solidFill>
            <a:schemeClr val="accent1"/>
          </a:solidFill>
          <a:ln>
            <a:solidFill>
              <a:schemeClr val="accent1"/>
            </a:solidFill>
          </a:ln>
        </p:spPr>
        <p:txBody>
          <a:bodyPr anchor="ctr" anchorCtr="0"/>
          <a:lstStyle>
            <a:lvl1pPr algn="ctr">
              <a:defRPr sz="2400">
                <a:solidFill>
                  <a:schemeClr val="tx2"/>
                </a:solidFill>
              </a:defRPr>
            </a:lvl1pPr>
          </a:lstStyle>
          <a:p>
            <a:r>
              <a:rPr lang="en-US" dirty="0"/>
              <a:t>Icon</a:t>
            </a:r>
            <a:endParaRPr lang="he-IL" dirty="0"/>
          </a:p>
        </p:txBody>
      </p:sp>
      <p:sp>
        <p:nvSpPr>
          <p:cNvPr id="47" name="Text Placeholder 12">
            <a:extLst>
              <a:ext uri="{FF2B5EF4-FFF2-40B4-BE49-F238E27FC236}">
                <a16:creationId xmlns:a16="http://schemas.microsoft.com/office/drawing/2014/main" id="{10156505-358B-F372-2CCB-28B4C3E592A2}"/>
              </a:ext>
            </a:extLst>
          </p:cNvPr>
          <p:cNvSpPr>
            <a:spLocks noGrp="1"/>
          </p:cNvSpPr>
          <p:nvPr>
            <p:ph type="body" sz="quarter" idx="47" hasCustomPrompt="1"/>
          </p:nvPr>
        </p:nvSpPr>
        <p:spPr>
          <a:xfrm>
            <a:off x="1641892" y="34089140"/>
            <a:ext cx="13991808" cy="7700668"/>
          </a:xfrm>
        </p:spPr>
        <p:txBody>
          <a:bodyPr numCol="2"/>
          <a:lstStyle>
            <a:lvl1pPr marL="0" indent="0" algn="l" rtl="0">
              <a:spcBef>
                <a:spcPts val="1200"/>
              </a:spcBef>
              <a:spcAft>
                <a:spcPts val="1200"/>
              </a:spcAft>
              <a:buFont typeface="Arial" panose="020B0604020202020204" pitchFamily="34" charset="0"/>
              <a:buNone/>
              <a:defRPr sz="2800">
                <a:solidFill>
                  <a:schemeClr val="bg2"/>
                </a:solidFill>
              </a:defRPr>
            </a:lvl1pPr>
          </a:lstStyle>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a:t>
            </a:r>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a:t>
            </a:r>
            <a:endParaRPr lang="he-IL" dirty="0"/>
          </a:p>
        </p:txBody>
      </p:sp>
      <p:sp>
        <p:nvSpPr>
          <p:cNvPr id="49" name="Picture Placeholder 48">
            <a:extLst>
              <a:ext uri="{FF2B5EF4-FFF2-40B4-BE49-F238E27FC236}">
                <a16:creationId xmlns:a16="http://schemas.microsoft.com/office/drawing/2014/main" id="{7C72EA91-F9F6-8826-6073-38C2B53584AA}"/>
              </a:ext>
            </a:extLst>
          </p:cNvPr>
          <p:cNvSpPr>
            <a:spLocks noGrp="1"/>
          </p:cNvSpPr>
          <p:nvPr>
            <p:ph type="pic" sz="quarter" idx="48"/>
          </p:nvPr>
        </p:nvSpPr>
        <p:spPr>
          <a:xfrm>
            <a:off x="20110284" y="35833995"/>
            <a:ext cx="8386369" cy="8385467"/>
          </a:xfrm>
          <a:prstGeom prst="ellipse">
            <a:avLst/>
          </a:prstGeom>
          <a:solidFill>
            <a:schemeClr val="accent4"/>
          </a:solidFill>
          <a:ln>
            <a:solidFill>
              <a:schemeClr val="accent1"/>
            </a:solidFill>
          </a:ln>
        </p:spPr>
        <p:txBody>
          <a:bodyPr/>
          <a:lstStyle/>
          <a:p>
            <a:endParaRPr lang="he-IL"/>
          </a:p>
        </p:txBody>
      </p:sp>
      <p:pic>
        <p:nvPicPr>
          <p:cNvPr id="4" name="Picture 3">
            <a:extLst>
              <a:ext uri="{FF2B5EF4-FFF2-40B4-BE49-F238E27FC236}">
                <a16:creationId xmlns:a16="http://schemas.microsoft.com/office/drawing/2014/main" id="{E361A8AA-CE32-770E-B5E9-609C2DFD89B8}"/>
              </a:ext>
            </a:extLst>
          </p:cNvPr>
          <p:cNvPicPr>
            <a:picLocks noChangeAspect="1"/>
          </p:cNvPicPr>
          <p:nvPr userDrawn="1"/>
        </p:nvPicPr>
        <p:blipFill rotWithShape="1">
          <a:blip r:embed="rId5"/>
          <a:srcRect t="12199" b="17345"/>
          <a:stretch/>
        </p:blipFill>
        <p:spPr>
          <a:xfrm>
            <a:off x="21082874" y="17280327"/>
            <a:ext cx="5469275" cy="5189112"/>
          </a:xfrm>
          <a:prstGeom prst="rect">
            <a:avLst/>
          </a:prstGeom>
        </p:spPr>
      </p:pic>
      <p:sp>
        <p:nvSpPr>
          <p:cNvPr id="6" name="Text Placeholder 31">
            <a:extLst>
              <a:ext uri="{FF2B5EF4-FFF2-40B4-BE49-F238E27FC236}">
                <a16:creationId xmlns:a16="http://schemas.microsoft.com/office/drawing/2014/main" id="{4B5A0C0D-613C-386C-4EAF-F3F582FDEA62}"/>
              </a:ext>
            </a:extLst>
          </p:cNvPr>
          <p:cNvSpPr>
            <a:spLocks noGrp="1"/>
          </p:cNvSpPr>
          <p:nvPr>
            <p:ph type="body" sz="quarter" idx="49" hasCustomPrompt="1"/>
          </p:nvPr>
        </p:nvSpPr>
        <p:spPr>
          <a:xfrm>
            <a:off x="17488172" y="17580669"/>
            <a:ext cx="3936796" cy="1307461"/>
          </a:xfrm>
          <a:prstGeom prst="roundRect">
            <a:avLst>
              <a:gd name="adj" fmla="val 50000"/>
            </a:avLst>
          </a:prstGeom>
          <a:solidFill>
            <a:schemeClr val="accent4"/>
          </a:solidFill>
          <a:ln>
            <a:noFill/>
          </a:ln>
        </p:spPr>
        <p:txBody>
          <a:bodyPr spcFirstLastPara="1" wrap="square" lIns="972000" tIns="91425" rIns="91425" bIns="91425" anchor="ctr" anchorCtr="0">
            <a:noAutofit/>
          </a:bodyPr>
          <a:lstStyle>
            <a:lvl1pPr>
              <a:defRPr lang="he-IL" sz="2400" b="1" dirty="0">
                <a:solidFill>
                  <a:schemeClr val="tx2"/>
                </a:solidFill>
              </a:defRPr>
            </a:lvl1pPr>
          </a:lstStyle>
          <a:p>
            <a:pPr lvl="0" rtl="0">
              <a:spcBef>
                <a:spcPts val="0"/>
              </a:spcBef>
              <a:spcAft>
                <a:spcPts val="0"/>
              </a:spcAft>
            </a:pPr>
            <a:r>
              <a:rPr lang="en-US" dirty="0"/>
              <a:t>Click to edit text</a:t>
            </a:r>
            <a:endParaRPr lang="he-IL" dirty="0"/>
          </a:p>
        </p:txBody>
      </p:sp>
      <p:sp>
        <p:nvSpPr>
          <p:cNvPr id="8" name="Content Placeholder 15">
            <a:extLst>
              <a:ext uri="{FF2B5EF4-FFF2-40B4-BE49-F238E27FC236}">
                <a16:creationId xmlns:a16="http://schemas.microsoft.com/office/drawing/2014/main" id="{E3F3760B-2418-6144-15A5-3D3D346B9A4A}"/>
              </a:ext>
            </a:extLst>
          </p:cNvPr>
          <p:cNvSpPr>
            <a:spLocks noGrp="1"/>
          </p:cNvSpPr>
          <p:nvPr>
            <p:ph sz="quarter" idx="50" hasCustomPrompt="1"/>
          </p:nvPr>
        </p:nvSpPr>
        <p:spPr>
          <a:xfrm>
            <a:off x="17622773" y="17752929"/>
            <a:ext cx="962940" cy="962940"/>
          </a:xfrm>
          <a:prstGeom prst="ellipse">
            <a:avLst/>
          </a:prstGeom>
          <a:ln w="34925">
            <a:solidFill>
              <a:schemeClr val="bg2">
                <a:lumMod val="50000"/>
              </a:schemeClr>
            </a:solidFill>
          </a:ln>
        </p:spPr>
        <p:txBody>
          <a:bodyPr lIns="0" tIns="0" rIns="0" bIns="0" anchor="ctr" anchorCtr="0"/>
          <a:lstStyle>
            <a:lvl1pPr algn="ctr">
              <a:defRPr sz="1600"/>
            </a:lvl1pPr>
          </a:lstStyle>
          <a:p>
            <a:pPr lvl="0"/>
            <a:r>
              <a:rPr lang="en-US" dirty="0"/>
              <a:t>Insert icon</a:t>
            </a:r>
            <a:endParaRPr lang="he-IL" dirty="0"/>
          </a:p>
        </p:txBody>
      </p:sp>
      <p:sp>
        <p:nvSpPr>
          <p:cNvPr id="11" name="Text Placeholder 31">
            <a:extLst>
              <a:ext uri="{FF2B5EF4-FFF2-40B4-BE49-F238E27FC236}">
                <a16:creationId xmlns:a16="http://schemas.microsoft.com/office/drawing/2014/main" id="{9D7149DC-BEB5-425B-A3D2-B70D97E37ADE}"/>
              </a:ext>
            </a:extLst>
          </p:cNvPr>
          <p:cNvSpPr>
            <a:spLocks noGrp="1"/>
          </p:cNvSpPr>
          <p:nvPr>
            <p:ph type="body" sz="quarter" idx="51" hasCustomPrompt="1"/>
          </p:nvPr>
        </p:nvSpPr>
        <p:spPr>
          <a:xfrm>
            <a:off x="16983220" y="19307520"/>
            <a:ext cx="3936796" cy="1307461"/>
          </a:xfrm>
          <a:prstGeom prst="roundRect">
            <a:avLst>
              <a:gd name="adj" fmla="val 50000"/>
            </a:avLst>
          </a:prstGeom>
          <a:solidFill>
            <a:schemeClr val="accent6">
              <a:lumMod val="75000"/>
            </a:schemeClr>
          </a:solidFill>
          <a:ln>
            <a:noFill/>
          </a:ln>
        </p:spPr>
        <p:txBody>
          <a:bodyPr spcFirstLastPara="1" wrap="square" lIns="972000" tIns="91425" rIns="91425" bIns="91425" anchor="ctr" anchorCtr="0">
            <a:noAutofit/>
          </a:bodyPr>
          <a:lstStyle>
            <a:lvl1pPr>
              <a:defRPr lang="he-IL" sz="2400" b="1" dirty="0">
                <a:solidFill>
                  <a:schemeClr val="tx2"/>
                </a:solidFill>
              </a:defRPr>
            </a:lvl1pPr>
          </a:lstStyle>
          <a:p>
            <a:pPr lvl="0" rtl="0">
              <a:spcBef>
                <a:spcPts val="0"/>
              </a:spcBef>
              <a:spcAft>
                <a:spcPts val="0"/>
              </a:spcAft>
            </a:pPr>
            <a:r>
              <a:rPr lang="en-US" dirty="0"/>
              <a:t>Click to edit text</a:t>
            </a:r>
            <a:endParaRPr lang="he-IL" dirty="0"/>
          </a:p>
        </p:txBody>
      </p:sp>
      <p:sp>
        <p:nvSpPr>
          <p:cNvPr id="12" name="Content Placeholder 15">
            <a:extLst>
              <a:ext uri="{FF2B5EF4-FFF2-40B4-BE49-F238E27FC236}">
                <a16:creationId xmlns:a16="http://schemas.microsoft.com/office/drawing/2014/main" id="{9C701F96-29C2-2BB1-E887-D263F4BC754B}"/>
              </a:ext>
            </a:extLst>
          </p:cNvPr>
          <p:cNvSpPr>
            <a:spLocks noGrp="1"/>
          </p:cNvSpPr>
          <p:nvPr>
            <p:ph sz="quarter" idx="52" hasCustomPrompt="1"/>
          </p:nvPr>
        </p:nvSpPr>
        <p:spPr>
          <a:xfrm>
            <a:off x="17117821" y="19479780"/>
            <a:ext cx="962940" cy="962940"/>
          </a:xfrm>
          <a:prstGeom prst="ellipse">
            <a:avLst/>
          </a:prstGeom>
          <a:ln w="34925">
            <a:solidFill>
              <a:schemeClr val="accent4"/>
            </a:solidFill>
          </a:ln>
        </p:spPr>
        <p:txBody>
          <a:bodyPr lIns="0" tIns="0" rIns="0" bIns="0" anchor="ctr" anchorCtr="0"/>
          <a:lstStyle>
            <a:lvl1pPr algn="ctr">
              <a:defRPr sz="1600"/>
            </a:lvl1pPr>
          </a:lstStyle>
          <a:p>
            <a:pPr lvl="0"/>
            <a:r>
              <a:rPr lang="en-US" dirty="0"/>
              <a:t>Insert icon</a:t>
            </a:r>
            <a:endParaRPr lang="he-IL" dirty="0"/>
          </a:p>
        </p:txBody>
      </p:sp>
      <p:sp>
        <p:nvSpPr>
          <p:cNvPr id="13" name="Text Placeholder 31">
            <a:extLst>
              <a:ext uri="{FF2B5EF4-FFF2-40B4-BE49-F238E27FC236}">
                <a16:creationId xmlns:a16="http://schemas.microsoft.com/office/drawing/2014/main" id="{171D74B4-31BC-0016-6BD3-86DADB4CC72E}"/>
              </a:ext>
            </a:extLst>
          </p:cNvPr>
          <p:cNvSpPr>
            <a:spLocks noGrp="1"/>
          </p:cNvSpPr>
          <p:nvPr>
            <p:ph type="body" sz="quarter" idx="53" hasCustomPrompt="1"/>
          </p:nvPr>
        </p:nvSpPr>
        <p:spPr>
          <a:xfrm>
            <a:off x="17465369" y="21011846"/>
            <a:ext cx="3936796" cy="1307461"/>
          </a:xfrm>
          <a:prstGeom prst="roundRect">
            <a:avLst>
              <a:gd name="adj" fmla="val 50000"/>
            </a:avLst>
          </a:prstGeom>
          <a:solidFill>
            <a:schemeClr val="accent1"/>
          </a:solidFill>
          <a:ln>
            <a:noFill/>
          </a:ln>
        </p:spPr>
        <p:txBody>
          <a:bodyPr spcFirstLastPara="1" wrap="square" lIns="972000" tIns="91425" rIns="91425" bIns="91425" anchor="ctr" anchorCtr="0">
            <a:noAutofit/>
          </a:bodyPr>
          <a:lstStyle>
            <a:lvl1pPr>
              <a:defRPr lang="he-IL" sz="2400" b="1" dirty="0">
                <a:solidFill>
                  <a:schemeClr val="bg2"/>
                </a:solidFill>
              </a:defRPr>
            </a:lvl1pPr>
          </a:lstStyle>
          <a:p>
            <a:pPr lvl="0" rtl="0">
              <a:spcBef>
                <a:spcPts val="0"/>
              </a:spcBef>
              <a:spcAft>
                <a:spcPts val="0"/>
              </a:spcAft>
            </a:pPr>
            <a:r>
              <a:rPr lang="en-US" dirty="0"/>
              <a:t>Click to edit text</a:t>
            </a:r>
            <a:endParaRPr lang="he-IL" dirty="0"/>
          </a:p>
        </p:txBody>
      </p:sp>
      <p:sp>
        <p:nvSpPr>
          <p:cNvPr id="14" name="Content Placeholder 15">
            <a:extLst>
              <a:ext uri="{FF2B5EF4-FFF2-40B4-BE49-F238E27FC236}">
                <a16:creationId xmlns:a16="http://schemas.microsoft.com/office/drawing/2014/main" id="{42361993-7B7A-4EF7-B488-8FF994FBD835}"/>
              </a:ext>
            </a:extLst>
          </p:cNvPr>
          <p:cNvSpPr>
            <a:spLocks noGrp="1"/>
          </p:cNvSpPr>
          <p:nvPr>
            <p:ph sz="quarter" idx="54" hasCustomPrompt="1"/>
          </p:nvPr>
        </p:nvSpPr>
        <p:spPr>
          <a:xfrm>
            <a:off x="17599970" y="21184106"/>
            <a:ext cx="962940" cy="962940"/>
          </a:xfrm>
          <a:prstGeom prst="ellipse">
            <a:avLst/>
          </a:prstGeom>
          <a:ln w="34925">
            <a:solidFill>
              <a:schemeClr val="accent5">
                <a:lumMod val="60000"/>
                <a:lumOff val="40000"/>
              </a:schemeClr>
            </a:solidFill>
          </a:ln>
        </p:spPr>
        <p:txBody>
          <a:bodyPr lIns="0" tIns="0" rIns="0" bIns="0" anchor="ctr" anchorCtr="0"/>
          <a:lstStyle>
            <a:lvl1pPr algn="ctr">
              <a:defRPr sz="1600"/>
            </a:lvl1pPr>
          </a:lstStyle>
          <a:p>
            <a:pPr lvl="0"/>
            <a:r>
              <a:rPr lang="en-US" dirty="0"/>
              <a:t>Insert icon</a:t>
            </a:r>
            <a:endParaRPr lang="he-IL" dirty="0"/>
          </a:p>
        </p:txBody>
      </p:sp>
      <p:sp>
        <p:nvSpPr>
          <p:cNvPr id="20" name="Text Placeholder 31">
            <a:extLst>
              <a:ext uri="{FF2B5EF4-FFF2-40B4-BE49-F238E27FC236}">
                <a16:creationId xmlns:a16="http://schemas.microsoft.com/office/drawing/2014/main" id="{8F534CEE-1064-ED12-7C56-77EF3E686006}"/>
              </a:ext>
            </a:extLst>
          </p:cNvPr>
          <p:cNvSpPr>
            <a:spLocks noGrp="1"/>
          </p:cNvSpPr>
          <p:nvPr>
            <p:ph type="body" sz="quarter" idx="55" hasCustomPrompt="1"/>
          </p:nvPr>
        </p:nvSpPr>
        <p:spPr>
          <a:xfrm>
            <a:off x="26771105" y="19307520"/>
            <a:ext cx="3936796" cy="1307461"/>
          </a:xfrm>
          <a:prstGeom prst="roundRect">
            <a:avLst>
              <a:gd name="adj" fmla="val 50000"/>
            </a:avLst>
          </a:prstGeom>
          <a:solidFill>
            <a:schemeClr val="accent4"/>
          </a:solidFill>
          <a:ln>
            <a:noFill/>
          </a:ln>
        </p:spPr>
        <p:txBody>
          <a:bodyPr spcFirstLastPara="1" wrap="square" lIns="0" tIns="91425" rIns="972000" bIns="91425" anchor="ctr" anchorCtr="0">
            <a:noAutofit/>
          </a:bodyPr>
          <a:lstStyle>
            <a:lvl1pPr algn="l">
              <a:defRPr lang="he-IL" sz="2400" b="1" dirty="0">
                <a:solidFill>
                  <a:schemeClr val="tx2"/>
                </a:solidFill>
              </a:defRPr>
            </a:lvl1pPr>
          </a:lstStyle>
          <a:p>
            <a:pPr lvl="0" rtl="0">
              <a:spcBef>
                <a:spcPts val="0"/>
              </a:spcBef>
              <a:spcAft>
                <a:spcPts val="0"/>
              </a:spcAft>
            </a:pPr>
            <a:r>
              <a:rPr lang="en-US" dirty="0"/>
              <a:t>Click to edit text</a:t>
            </a:r>
            <a:endParaRPr lang="he-IL" dirty="0"/>
          </a:p>
        </p:txBody>
      </p:sp>
      <p:sp>
        <p:nvSpPr>
          <p:cNvPr id="21" name="Content Placeholder 15">
            <a:extLst>
              <a:ext uri="{FF2B5EF4-FFF2-40B4-BE49-F238E27FC236}">
                <a16:creationId xmlns:a16="http://schemas.microsoft.com/office/drawing/2014/main" id="{473DF0CE-D70B-A1CD-DD9D-1F2CD6674B7D}"/>
              </a:ext>
            </a:extLst>
          </p:cNvPr>
          <p:cNvSpPr>
            <a:spLocks noGrp="1"/>
          </p:cNvSpPr>
          <p:nvPr>
            <p:ph sz="quarter" idx="56" hasCustomPrompt="1"/>
          </p:nvPr>
        </p:nvSpPr>
        <p:spPr>
          <a:xfrm>
            <a:off x="29572695" y="19479780"/>
            <a:ext cx="962940" cy="962940"/>
          </a:xfrm>
          <a:prstGeom prst="ellipse">
            <a:avLst/>
          </a:prstGeom>
          <a:ln w="34925">
            <a:solidFill>
              <a:schemeClr val="bg2">
                <a:lumMod val="50000"/>
              </a:schemeClr>
            </a:solidFill>
          </a:ln>
        </p:spPr>
        <p:txBody>
          <a:bodyPr lIns="0" tIns="0" rIns="0" bIns="0" anchor="ctr" anchorCtr="0"/>
          <a:lstStyle>
            <a:lvl1pPr algn="ctr">
              <a:defRPr sz="1600"/>
            </a:lvl1pPr>
          </a:lstStyle>
          <a:p>
            <a:pPr lvl="0"/>
            <a:r>
              <a:rPr lang="en-US" dirty="0"/>
              <a:t>Insert icon</a:t>
            </a:r>
            <a:endParaRPr lang="he-IL" dirty="0"/>
          </a:p>
        </p:txBody>
      </p:sp>
      <p:sp>
        <p:nvSpPr>
          <p:cNvPr id="22" name="Text Placeholder 31">
            <a:extLst>
              <a:ext uri="{FF2B5EF4-FFF2-40B4-BE49-F238E27FC236}">
                <a16:creationId xmlns:a16="http://schemas.microsoft.com/office/drawing/2014/main" id="{9D8369F0-5E47-B2BF-B1F7-407BF5498669}"/>
              </a:ext>
            </a:extLst>
          </p:cNvPr>
          <p:cNvSpPr>
            <a:spLocks noGrp="1"/>
          </p:cNvSpPr>
          <p:nvPr>
            <p:ph type="body" sz="quarter" idx="57" hasCustomPrompt="1"/>
          </p:nvPr>
        </p:nvSpPr>
        <p:spPr>
          <a:xfrm>
            <a:off x="26117036" y="17580669"/>
            <a:ext cx="3936796" cy="1307461"/>
          </a:xfrm>
          <a:prstGeom prst="roundRect">
            <a:avLst>
              <a:gd name="adj" fmla="val 50000"/>
            </a:avLst>
          </a:prstGeom>
          <a:solidFill>
            <a:schemeClr val="accent1"/>
          </a:solidFill>
          <a:ln>
            <a:noFill/>
          </a:ln>
        </p:spPr>
        <p:txBody>
          <a:bodyPr spcFirstLastPara="1" wrap="square" lIns="0" tIns="91425" rIns="972000" bIns="91425" anchor="ctr" anchorCtr="0">
            <a:noAutofit/>
          </a:bodyPr>
          <a:lstStyle>
            <a:lvl1pPr algn="l">
              <a:defRPr lang="he-IL" sz="2400" b="1" dirty="0">
                <a:solidFill>
                  <a:schemeClr val="bg2"/>
                </a:solidFill>
              </a:defRPr>
            </a:lvl1pPr>
          </a:lstStyle>
          <a:p>
            <a:pPr lvl="0" rtl="0">
              <a:spcBef>
                <a:spcPts val="0"/>
              </a:spcBef>
              <a:spcAft>
                <a:spcPts val="0"/>
              </a:spcAft>
            </a:pPr>
            <a:r>
              <a:rPr lang="en-US" dirty="0"/>
              <a:t>Click to edit text</a:t>
            </a:r>
            <a:endParaRPr lang="he-IL" dirty="0"/>
          </a:p>
        </p:txBody>
      </p:sp>
      <p:sp>
        <p:nvSpPr>
          <p:cNvPr id="23" name="Content Placeholder 15">
            <a:extLst>
              <a:ext uri="{FF2B5EF4-FFF2-40B4-BE49-F238E27FC236}">
                <a16:creationId xmlns:a16="http://schemas.microsoft.com/office/drawing/2014/main" id="{8A566DB3-6006-6050-8977-9A2A12F6CDA6}"/>
              </a:ext>
            </a:extLst>
          </p:cNvPr>
          <p:cNvSpPr>
            <a:spLocks noGrp="1"/>
          </p:cNvSpPr>
          <p:nvPr>
            <p:ph sz="quarter" idx="58" hasCustomPrompt="1"/>
          </p:nvPr>
        </p:nvSpPr>
        <p:spPr>
          <a:xfrm>
            <a:off x="28918626" y="17752929"/>
            <a:ext cx="962940" cy="962940"/>
          </a:xfrm>
          <a:prstGeom prst="ellipse">
            <a:avLst/>
          </a:prstGeom>
          <a:ln w="34925">
            <a:solidFill>
              <a:schemeClr val="accent4"/>
            </a:solidFill>
          </a:ln>
        </p:spPr>
        <p:txBody>
          <a:bodyPr lIns="0" tIns="0" rIns="0" bIns="0" anchor="ctr" anchorCtr="0"/>
          <a:lstStyle>
            <a:lvl1pPr algn="ctr">
              <a:defRPr sz="1600"/>
            </a:lvl1pPr>
          </a:lstStyle>
          <a:p>
            <a:pPr lvl="0"/>
            <a:r>
              <a:rPr lang="en-US" dirty="0"/>
              <a:t>Insert icon</a:t>
            </a:r>
            <a:endParaRPr lang="he-IL" dirty="0"/>
          </a:p>
        </p:txBody>
      </p:sp>
      <p:sp>
        <p:nvSpPr>
          <p:cNvPr id="25" name="Text Placeholder 31">
            <a:extLst>
              <a:ext uri="{FF2B5EF4-FFF2-40B4-BE49-F238E27FC236}">
                <a16:creationId xmlns:a16="http://schemas.microsoft.com/office/drawing/2014/main" id="{A73E90D7-2B91-A982-BF44-8879CEBDFFDB}"/>
              </a:ext>
            </a:extLst>
          </p:cNvPr>
          <p:cNvSpPr>
            <a:spLocks noGrp="1"/>
          </p:cNvSpPr>
          <p:nvPr>
            <p:ph type="body" sz="quarter" idx="59" hasCustomPrompt="1"/>
          </p:nvPr>
        </p:nvSpPr>
        <p:spPr>
          <a:xfrm>
            <a:off x="26204959" y="21011846"/>
            <a:ext cx="3936796" cy="1307461"/>
          </a:xfrm>
          <a:prstGeom prst="roundRect">
            <a:avLst>
              <a:gd name="adj" fmla="val 50000"/>
            </a:avLst>
          </a:prstGeom>
          <a:solidFill>
            <a:schemeClr val="accent3">
              <a:lumMod val="75000"/>
            </a:schemeClr>
          </a:solidFill>
          <a:ln>
            <a:noFill/>
          </a:ln>
        </p:spPr>
        <p:txBody>
          <a:bodyPr spcFirstLastPara="1" wrap="square" lIns="0" tIns="91425" rIns="972000" bIns="91425" anchor="ctr" anchorCtr="0">
            <a:noAutofit/>
          </a:bodyPr>
          <a:lstStyle>
            <a:lvl1pPr algn="l">
              <a:defRPr lang="he-IL" sz="2400" b="1" dirty="0">
                <a:solidFill>
                  <a:schemeClr val="bg2"/>
                </a:solidFill>
              </a:defRPr>
            </a:lvl1pPr>
          </a:lstStyle>
          <a:p>
            <a:pPr lvl="0" rtl="0">
              <a:spcBef>
                <a:spcPts val="0"/>
              </a:spcBef>
              <a:spcAft>
                <a:spcPts val="0"/>
              </a:spcAft>
            </a:pPr>
            <a:r>
              <a:rPr lang="en-US" dirty="0"/>
              <a:t>Click to edit text</a:t>
            </a:r>
            <a:endParaRPr lang="he-IL" dirty="0"/>
          </a:p>
        </p:txBody>
      </p:sp>
      <p:sp>
        <p:nvSpPr>
          <p:cNvPr id="48" name="Content Placeholder 15">
            <a:extLst>
              <a:ext uri="{FF2B5EF4-FFF2-40B4-BE49-F238E27FC236}">
                <a16:creationId xmlns:a16="http://schemas.microsoft.com/office/drawing/2014/main" id="{A114BC26-F931-4454-86F7-AC39F93F32F7}"/>
              </a:ext>
            </a:extLst>
          </p:cNvPr>
          <p:cNvSpPr>
            <a:spLocks noGrp="1"/>
          </p:cNvSpPr>
          <p:nvPr>
            <p:ph sz="quarter" idx="60" hasCustomPrompt="1"/>
          </p:nvPr>
        </p:nvSpPr>
        <p:spPr>
          <a:xfrm>
            <a:off x="29006549" y="21184106"/>
            <a:ext cx="962940" cy="962940"/>
          </a:xfrm>
          <a:prstGeom prst="ellipse">
            <a:avLst/>
          </a:prstGeom>
          <a:ln w="34925">
            <a:solidFill>
              <a:schemeClr val="accent3">
                <a:lumMod val="60000"/>
                <a:lumOff val="40000"/>
              </a:schemeClr>
            </a:solidFill>
          </a:ln>
        </p:spPr>
        <p:txBody>
          <a:bodyPr lIns="0" tIns="0" rIns="0" bIns="0" anchor="ctr" anchorCtr="0"/>
          <a:lstStyle>
            <a:lvl1pPr algn="ctr">
              <a:defRPr sz="1600"/>
            </a:lvl1pPr>
          </a:lstStyle>
          <a:p>
            <a:pPr lvl="0"/>
            <a:r>
              <a:rPr lang="en-US" dirty="0"/>
              <a:t>Insert icon</a:t>
            </a:r>
            <a:endParaRPr lang="he-IL" dirty="0"/>
          </a:p>
        </p:txBody>
      </p:sp>
      <p:cxnSp>
        <p:nvCxnSpPr>
          <p:cNvPr id="50" name="Straight Connector 49">
            <a:extLst>
              <a:ext uri="{FF2B5EF4-FFF2-40B4-BE49-F238E27FC236}">
                <a16:creationId xmlns:a16="http://schemas.microsoft.com/office/drawing/2014/main" id="{98CCEAAB-9B22-C2C3-CA85-CC32634FDA6A}"/>
              </a:ext>
            </a:extLst>
          </p:cNvPr>
          <p:cNvCxnSpPr>
            <a:cxnSpLocks/>
            <a:stCxn id="64" idx="6"/>
            <a:endCxn id="63" idx="1"/>
          </p:cNvCxnSpPr>
          <p:nvPr userDrawn="1"/>
        </p:nvCxnSpPr>
        <p:spPr>
          <a:xfrm>
            <a:off x="22159277" y="18529699"/>
            <a:ext cx="767382" cy="354345"/>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3412ECD-DACC-8297-E5CC-626B89A74C5C}"/>
              </a:ext>
            </a:extLst>
          </p:cNvPr>
          <p:cNvCxnSpPr>
            <a:cxnSpLocks/>
            <a:stCxn id="65" idx="3"/>
            <a:endCxn id="63" idx="7"/>
          </p:cNvCxnSpPr>
          <p:nvPr userDrawn="1"/>
        </p:nvCxnSpPr>
        <p:spPr>
          <a:xfrm flipH="1">
            <a:off x="24906710" y="18425070"/>
            <a:ext cx="341756" cy="458974"/>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76BA0E55-F57E-EF2C-35A8-30112DBDA13D}"/>
              </a:ext>
            </a:extLst>
          </p:cNvPr>
          <p:cNvCxnSpPr>
            <a:cxnSpLocks/>
            <a:stCxn id="69" idx="6"/>
          </p:cNvCxnSpPr>
          <p:nvPr userDrawn="1"/>
        </p:nvCxnSpPr>
        <p:spPr>
          <a:xfrm>
            <a:off x="21718642" y="19979335"/>
            <a:ext cx="698744" cy="4992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9CAF3FC-D181-FF40-D647-6CF61F2CD037}"/>
              </a:ext>
            </a:extLst>
          </p:cNvPr>
          <p:cNvCxnSpPr>
            <a:stCxn id="68" idx="7"/>
            <a:endCxn id="63" idx="3"/>
          </p:cNvCxnSpPr>
          <p:nvPr userDrawn="1"/>
        </p:nvCxnSpPr>
        <p:spPr>
          <a:xfrm flipV="1">
            <a:off x="22159891" y="20864095"/>
            <a:ext cx="766768" cy="526524"/>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073D232-7AB9-A3B2-B7AC-72DF6EDA78CB}"/>
              </a:ext>
            </a:extLst>
          </p:cNvPr>
          <p:cNvCxnSpPr>
            <a:cxnSpLocks/>
            <a:stCxn id="67" idx="1"/>
            <a:endCxn id="63" idx="5"/>
          </p:cNvCxnSpPr>
          <p:nvPr userDrawn="1"/>
        </p:nvCxnSpPr>
        <p:spPr>
          <a:xfrm flipH="1" flipV="1">
            <a:off x="24906710" y="20864095"/>
            <a:ext cx="540759" cy="324733"/>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D0F8D684-336B-C94E-55BC-4996136A6D95}"/>
              </a:ext>
            </a:extLst>
          </p:cNvPr>
          <p:cNvCxnSpPr>
            <a:cxnSpLocks/>
            <a:stCxn id="66" idx="2"/>
            <a:endCxn id="63" idx="6"/>
          </p:cNvCxnSpPr>
          <p:nvPr userDrawn="1"/>
        </p:nvCxnSpPr>
        <p:spPr>
          <a:xfrm flipH="1" flipV="1">
            <a:off x="25316792" y="19874070"/>
            <a:ext cx="619442" cy="49355"/>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3" name="Text Placeholder 123">
            <a:extLst>
              <a:ext uri="{FF2B5EF4-FFF2-40B4-BE49-F238E27FC236}">
                <a16:creationId xmlns:a16="http://schemas.microsoft.com/office/drawing/2014/main" id="{FDD3124B-B82A-88CB-85DC-950B78D1053D}"/>
              </a:ext>
            </a:extLst>
          </p:cNvPr>
          <p:cNvSpPr>
            <a:spLocks noGrp="1"/>
          </p:cNvSpPr>
          <p:nvPr>
            <p:ph type="body" sz="quarter" idx="61"/>
          </p:nvPr>
        </p:nvSpPr>
        <p:spPr>
          <a:xfrm>
            <a:off x="22516577" y="18473962"/>
            <a:ext cx="2800215" cy="2800215"/>
          </a:xfrm>
          <a:prstGeom prst="ellipse">
            <a:avLst/>
          </a:prstGeom>
          <a:solidFill>
            <a:schemeClr val="bg2"/>
          </a:solidFill>
          <a:ln w="257175">
            <a:solidFill>
              <a:schemeClr val="accent4"/>
            </a:solidFill>
          </a:ln>
        </p:spPr>
        <p:txBody>
          <a:bodyPr anchor="ctr" anchorCtr="0"/>
          <a:lstStyle>
            <a:lvl1pPr algn="ctr">
              <a:defRPr sz="2800" b="1"/>
            </a:lvl1pPr>
          </a:lstStyle>
          <a:p>
            <a:pPr lvl="0"/>
            <a:r>
              <a:rPr lang="en-US" dirty="0"/>
              <a:t>Click to edit Master text styles</a:t>
            </a:r>
            <a:endParaRPr lang="he-IL" dirty="0"/>
          </a:p>
        </p:txBody>
      </p:sp>
      <p:sp>
        <p:nvSpPr>
          <p:cNvPr id="64" name="Text Placeholder 31">
            <a:extLst>
              <a:ext uri="{FF2B5EF4-FFF2-40B4-BE49-F238E27FC236}">
                <a16:creationId xmlns:a16="http://schemas.microsoft.com/office/drawing/2014/main" id="{E8736487-BF06-DB58-02B8-FCD2FC3B9CBC}"/>
              </a:ext>
            </a:extLst>
          </p:cNvPr>
          <p:cNvSpPr>
            <a:spLocks noGrp="1"/>
          </p:cNvSpPr>
          <p:nvPr>
            <p:ph type="body" sz="quarter" idx="62" hasCustomPrompt="1"/>
          </p:nvPr>
        </p:nvSpPr>
        <p:spPr>
          <a:xfrm>
            <a:off x="21671885" y="18280891"/>
            <a:ext cx="487392" cy="497615"/>
          </a:xfrm>
          <a:prstGeom prst="ellipse">
            <a:avLst/>
          </a:prstGeom>
          <a:solidFill>
            <a:schemeClr val="accent3"/>
          </a:solidFill>
          <a:ln w="130175" cmpd="dbl">
            <a:solidFill>
              <a:schemeClr val="accent3"/>
            </a:solidFill>
          </a:ln>
        </p:spPr>
        <p:txBody>
          <a:bodyPr spcFirstLastPara="1" wrap="square" lIns="91425" tIns="0" rIns="91425" bIns="0" anchor="ctr" anchorCtr="0">
            <a:noAutofit/>
          </a:bodyPr>
          <a:lstStyle>
            <a:lvl1pPr algn="ctr">
              <a:defRPr lang="he-IL" sz="1800" b="0" kern="1200" dirty="0">
                <a:solidFill>
                  <a:schemeClr val="bg2"/>
                </a:solidFill>
                <a:latin typeface="Fedra Sans Bar-ilan Medium" pitchFamily="50" charset="-79"/>
                <a:ea typeface="+mn-ea"/>
                <a:cs typeface="Fedra Sans Bar-ilan Medium" pitchFamily="50" charset="-79"/>
              </a:defRPr>
            </a:lvl1pPr>
            <a:lvl2pPr>
              <a:defRPr lang="en-US" sz="1800" smtClean="0"/>
            </a:lvl2pPr>
            <a:lvl3pPr>
              <a:defRPr lang="en-US" sz="1800" smtClean="0"/>
            </a:lvl3pPr>
            <a:lvl4pPr>
              <a:defRPr lang="en-US" sz="1800" smtClean="0"/>
            </a:lvl4pPr>
            <a:lvl5pPr>
              <a:defRPr lang="he-IL" sz="1800"/>
            </a:lvl5pPr>
          </a:lstStyle>
          <a:p>
            <a:pPr lvl="0" algn="ctr">
              <a:spcAft>
                <a:spcPts val="600"/>
              </a:spcAft>
            </a:pPr>
            <a:r>
              <a:rPr lang="en-US" dirty="0"/>
              <a:t>#</a:t>
            </a:r>
            <a:endParaRPr lang="he-IL" dirty="0"/>
          </a:p>
        </p:txBody>
      </p:sp>
      <p:sp>
        <p:nvSpPr>
          <p:cNvPr id="65" name="Text Placeholder 31">
            <a:extLst>
              <a:ext uri="{FF2B5EF4-FFF2-40B4-BE49-F238E27FC236}">
                <a16:creationId xmlns:a16="http://schemas.microsoft.com/office/drawing/2014/main" id="{DBF1F9E0-ECFF-F21C-4BE4-EC5920406A46}"/>
              </a:ext>
            </a:extLst>
          </p:cNvPr>
          <p:cNvSpPr>
            <a:spLocks noGrp="1"/>
          </p:cNvSpPr>
          <p:nvPr>
            <p:ph type="body" sz="quarter" idx="63" hasCustomPrompt="1"/>
          </p:nvPr>
        </p:nvSpPr>
        <p:spPr>
          <a:xfrm>
            <a:off x="25177089" y="18000329"/>
            <a:ext cx="487392" cy="497615"/>
          </a:xfrm>
          <a:prstGeom prst="ellipse">
            <a:avLst/>
          </a:prstGeom>
          <a:solidFill>
            <a:schemeClr val="bg2"/>
          </a:solidFill>
          <a:ln w="130175" cmpd="dbl">
            <a:solidFill>
              <a:schemeClr val="bg2"/>
            </a:solidFill>
          </a:ln>
        </p:spPr>
        <p:txBody>
          <a:bodyPr spcFirstLastPara="1" wrap="square" lIns="91425" tIns="0" rIns="91425" bIns="0" anchor="ctr" anchorCtr="0">
            <a:noAutofit/>
          </a:bodyPr>
          <a:lstStyle>
            <a:lvl1pPr algn="ctr">
              <a:defRPr lang="he-IL" sz="1800" b="0" kern="1200" dirty="0">
                <a:solidFill>
                  <a:schemeClr val="tx2">
                    <a:lumMod val="75000"/>
                  </a:schemeClr>
                </a:solidFill>
                <a:latin typeface="Fedra Sans Bar-ilan Medium" pitchFamily="50" charset="-79"/>
                <a:ea typeface="+mn-ea"/>
                <a:cs typeface="Fedra Sans Bar-ilan Medium" pitchFamily="50" charset="-79"/>
              </a:defRPr>
            </a:lvl1pPr>
            <a:lvl2pPr>
              <a:defRPr lang="en-US" sz="1800" smtClean="0"/>
            </a:lvl2pPr>
            <a:lvl3pPr>
              <a:defRPr lang="en-US" sz="1800" smtClean="0"/>
            </a:lvl3pPr>
            <a:lvl4pPr>
              <a:defRPr lang="en-US" sz="1800" smtClean="0"/>
            </a:lvl4pPr>
            <a:lvl5pPr>
              <a:defRPr lang="he-IL" sz="1800"/>
            </a:lvl5pPr>
          </a:lstStyle>
          <a:p>
            <a:pPr lvl="0" algn="ctr">
              <a:spcAft>
                <a:spcPts val="600"/>
              </a:spcAft>
            </a:pPr>
            <a:r>
              <a:rPr lang="en-US" dirty="0"/>
              <a:t>#</a:t>
            </a:r>
            <a:endParaRPr lang="he-IL" dirty="0"/>
          </a:p>
        </p:txBody>
      </p:sp>
      <p:sp>
        <p:nvSpPr>
          <p:cNvPr id="66" name="Text Placeholder 31">
            <a:extLst>
              <a:ext uri="{FF2B5EF4-FFF2-40B4-BE49-F238E27FC236}">
                <a16:creationId xmlns:a16="http://schemas.microsoft.com/office/drawing/2014/main" id="{E69F398E-A5AF-7A6C-7FD5-3C5B8B86FECC}"/>
              </a:ext>
            </a:extLst>
          </p:cNvPr>
          <p:cNvSpPr>
            <a:spLocks noGrp="1"/>
          </p:cNvSpPr>
          <p:nvPr>
            <p:ph type="body" sz="quarter" idx="64" hasCustomPrompt="1"/>
          </p:nvPr>
        </p:nvSpPr>
        <p:spPr>
          <a:xfrm>
            <a:off x="25936234" y="19674617"/>
            <a:ext cx="487392" cy="497615"/>
          </a:xfrm>
          <a:prstGeom prst="ellipse">
            <a:avLst/>
          </a:prstGeom>
          <a:solidFill>
            <a:srgbClr val="77CDE6"/>
          </a:solidFill>
          <a:ln w="130175" cmpd="dbl">
            <a:solidFill>
              <a:schemeClr val="accent1"/>
            </a:solidFill>
          </a:ln>
        </p:spPr>
        <p:txBody>
          <a:bodyPr spcFirstLastPara="1" wrap="square" lIns="91425" tIns="0" rIns="91425" bIns="0" anchor="ctr" anchorCtr="0">
            <a:noAutofit/>
          </a:bodyPr>
          <a:lstStyle>
            <a:lvl1pPr algn="ctr">
              <a:defRPr lang="he-IL" sz="1800" b="0" kern="1200" dirty="0">
                <a:solidFill>
                  <a:schemeClr val="bg2"/>
                </a:solidFill>
                <a:latin typeface="Fedra Sans Bar-ilan Medium" pitchFamily="50" charset="-79"/>
                <a:ea typeface="+mn-ea"/>
                <a:cs typeface="Fedra Sans Bar-ilan Medium" pitchFamily="50" charset="-79"/>
              </a:defRPr>
            </a:lvl1pPr>
            <a:lvl2pPr>
              <a:defRPr lang="en-US" sz="1800" smtClean="0"/>
            </a:lvl2pPr>
            <a:lvl3pPr>
              <a:defRPr lang="en-US" sz="1800" smtClean="0"/>
            </a:lvl3pPr>
            <a:lvl4pPr>
              <a:defRPr lang="en-US" sz="1800" smtClean="0"/>
            </a:lvl4pPr>
            <a:lvl5pPr>
              <a:defRPr lang="he-IL" sz="1800"/>
            </a:lvl5pPr>
          </a:lstStyle>
          <a:p>
            <a:pPr lvl="0" algn="ctr">
              <a:spcAft>
                <a:spcPts val="600"/>
              </a:spcAft>
            </a:pPr>
            <a:r>
              <a:rPr lang="en-US" dirty="0"/>
              <a:t>#</a:t>
            </a:r>
            <a:endParaRPr lang="he-IL" dirty="0"/>
          </a:p>
        </p:txBody>
      </p:sp>
      <p:sp>
        <p:nvSpPr>
          <p:cNvPr id="67" name="Text Placeholder 31">
            <a:extLst>
              <a:ext uri="{FF2B5EF4-FFF2-40B4-BE49-F238E27FC236}">
                <a16:creationId xmlns:a16="http://schemas.microsoft.com/office/drawing/2014/main" id="{43566DD8-1516-8839-CA11-07A7BB4BE047}"/>
              </a:ext>
            </a:extLst>
          </p:cNvPr>
          <p:cNvSpPr>
            <a:spLocks noGrp="1"/>
          </p:cNvSpPr>
          <p:nvPr>
            <p:ph type="body" sz="quarter" idx="65" hasCustomPrompt="1"/>
          </p:nvPr>
        </p:nvSpPr>
        <p:spPr>
          <a:xfrm>
            <a:off x="25376092" y="21115954"/>
            <a:ext cx="487392" cy="497615"/>
          </a:xfrm>
          <a:prstGeom prst="ellipse">
            <a:avLst/>
          </a:prstGeom>
          <a:solidFill>
            <a:schemeClr val="accent3">
              <a:lumMod val="75000"/>
            </a:schemeClr>
          </a:solidFill>
          <a:ln w="130175" cmpd="dbl">
            <a:solidFill>
              <a:schemeClr val="accent3">
                <a:lumMod val="75000"/>
              </a:schemeClr>
            </a:solidFill>
          </a:ln>
        </p:spPr>
        <p:txBody>
          <a:bodyPr spcFirstLastPara="1" wrap="square" lIns="91425" tIns="0" rIns="91425" bIns="0" anchor="ctr" anchorCtr="0">
            <a:noAutofit/>
          </a:bodyPr>
          <a:lstStyle>
            <a:lvl1pPr algn="ctr">
              <a:defRPr lang="he-IL" sz="1800" b="0" kern="1200" dirty="0">
                <a:solidFill>
                  <a:schemeClr val="bg2"/>
                </a:solidFill>
                <a:latin typeface="Fedra Sans Bar-ilan Medium" pitchFamily="50" charset="-79"/>
                <a:ea typeface="+mn-ea"/>
                <a:cs typeface="Fedra Sans Bar-ilan Medium" pitchFamily="50" charset="-79"/>
              </a:defRPr>
            </a:lvl1pPr>
            <a:lvl2pPr>
              <a:defRPr lang="en-US" sz="1800" smtClean="0"/>
            </a:lvl2pPr>
            <a:lvl3pPr>
              <a:defRPr lang="en-US" sz="1800" smtClean="0"/>
            </a:lvl3pPr>
            <a:lvl4pPr>
              <a:defRPr lang="en-US" sz="1800" smtClean="0"/>
            </a:lvl4pPr>
            <a:lvl5pPr>
              <a:defRPr lang="he-IL" sz="1800"/>
            </a:lvl5pPr>
          </a:lstStyle>
          <a:p>
            <a:pPr lvl="0" algn="ctr">
              <a:spcAft>
                <a:spcPts val="600"/>
              </a:spcAft>
            </a:pPr>
            <a:r>
              <a:rPr lang="en-US" dirty="0"/>
              <a:t>#</a:t>
            </a:r>
            <a:endParaRPr lang="he-IL" dirty="0"/>
          </a:p>
        </p:txBody>
      </p:sp>
      <p:sp>
        <p:nvSpPr>
          <p:cNvPr id="68" name="Text Placeholder 31">
            <a:extLst>
              <a:ext uri="{FF2B5EF4-FFF2-40B4-BE49-F238E27FC236}">
                <a16:creationId xmlns:a16="http://schemas.microsoft.com/office/drawing/2014/main" id="{39A32AB3-D6A0-F294-F83F-8ED6482A8FCD}"/>
              </a:ext>
            </a:extLst>
          </p:cNvPr>
          <p:cNvSpPr>
            <a:spLocks noGrp="1"/>
          </p:cNvSpPr>
          <p:nvPr>
            <p:ph type="body" sz="quarter" idx="66" hasCustomPrompt="1"/>
          </p:nvPr>
        </p:nvSpPr>
        <p:spPr>
          <a:xfrm>
            <a:off x="21743876" y="21317745"/>
            <a:ext cx="487392" cy="497615"/>
          </a:xfrm>
          <a:prstGeom prst="ellipse">
            <a:avLst/>
          </a:prstGeom>
          <a:solidFill>
            <a:srgbClr val="77CDE6"/>
          </a:solidFill>
          <a:ln w="130175" cmpd="dbl">
            <a:solidFill>
              <a:schemeClr val="accent1"/>
            </a:solidFill>
          </a:ln>
        </p:spPr>
        <p:txBody>
          <a:bodyPr spcFirstLastPara="1" vert="horz" wrap="square" lIns="91425" tIns="0" rIns="91425" bIns="0" rtlCol="0" anchor="ctr" anchorCtr="0">
            <a:noAutofit/>
          </a:bodyPr>
          <a:lstStyle>
            <a:lvl1pPr>
              <a:defRPr lang="he-IL" sz="1800" dirty="0">
                <a:solidFill>
                  <a:schemeClr val="bg2"/>
                </a:solidFill>
                <a:latin typeface="Fedra Sans Bar-ilan Medium" pitchFamily="50" charset="-79"/>
                <a:cs typeface="Fedra Sans Bar-ilan Medium" pitchFamily="50" charset="-79"/>
              </a:defRPr>
            </a:lvl1pPr>
          </a:lstStyle>
          <a:p>
            <a:pPr lvl="0" algn="ctr">
              <a:spcAft>
                <a:spcPts val="600"/>
              </a:spcAft>
            </a:pPr>
            <a:r>
              <a:rPr lang="en-US" dirty="0"/>
              <a:t>#</a:t>
            </a:r>
            <a:endParaRPr lang="he-IL" dirty="0"/>
          </a:p>
        </p:txBody>
      </p:sp>
      <p:sp>
        <p:nvSpPr>
          <p:cNvPr id="69" name="Text Placeholder 31">
            <a:extLst>
              <a:ext uri="{FF2B5EF4-FFF2-40B4-BE49-F238E27FC236}">
                <a16:creationId xmlns:a16="http://schemas.microsoft.com/office/drawing/2014/main" id="{040972C6-53DB-DDD6-8D08-226E8FA4A9B2}"/>
              </a:ext>
            </a:extLst>
          </p:cNvPr>
          <p:cNvSpPr>
            <a:spLocks noGrp="1"/>
          </p:cNvSpPr>
          <p:nvPr>
            <p:ph type="body" sz="quarter" idx="67" hasCustomPrompt="1"/>
          </p:nvPr>
        </p:nvSpPr>
        <p:spPr>
          <a:xfrm>
            <a:off x="21231250" y="19730527"/>
            <a:ext cx="487392" cy="497615"/>
          </a:xfrm>
          <a:prstGeom prst="ellipse">
            <a:avLst/>
          </a:prstGeom>
          <a:solidFill>
            <a:schemeClr val="bg2"/>
          </a:solidFill>
          <a:ln w="130175" cmpd="dbl">
            <a:solidFill>
              <a:schemeClr val="bg2"/>
            </a:solidFill>
          </a:ln>
        </p:spPr>
        <p:txBody>
          <a:bodyPr spcFirstLastPara="1" vert="horz" wrap="square" lIns="91425" tIns="0" rIns="91425" bIns="0" rtlCol="0" anchor="ctr" anchorCtr="0">
            <a:noAutofit/>
          </a:bodyPr>
          <a:lstStyle>
            <a:lvl1pPr>
              <a:defRPr lang="he-IL" sz="1800" dirty="0">
                <a:solidFill>
                  <a:schemeClr val="tx2">
                    <a:lumMod val="75000"/>
                  </a:schemeClr>
                </a:solidFill>
                <a:latin typeface="Fedra Sans Bar-ilan Medium" pitchFamily="50" charset="-79"/>
                <a:cs typeface="Fedra Sans Bar-ilan Medium" pitchFamily="50" charset="-79"/>
              </a:defRPr>
            </a:lvl1pPr>
          </a:lstStyle>
          <a:p>
            <a:pPr lvl="0" algn="ctr">
              <a:spcAft>
                <a:spcPts val="600"/>
              </a:spcAft>
            </a:pPr>
            <a:r>
              <a:rPr lang="en-US" dirty="0"/>
              <a:t>#</a:t>
            </a:r>
            <a:endParaRPr lang="he-IL" dirty="0"/>
          </a:p>
        </p:txBody>
      </p:sp>
      <p:cxnSp>
        <p:nvCxnSpPr>
          <p:cNvPr id="71" name="Straight Connector 70">
            <a:extLst>
              <a:ext uri="{FF2B5EF4-FFF2-40B4-BE49-F238E27FC236}">
                <a16:creationId xmlns:a16="http://schemas.microsoft.com/office/drawing/2014/main" id="{59CE3096-FD4C-382F-ADA5-0CB5A35467BD}"/>
              </a:ext>
            </a:extLst>
          </p:cNvPr>
          <p:cNvCxnSpPr/>
          <p:nvPr userDrawn="1"/>
        </p:nvCxnSpPr>
        <p:spPr>
          <a:xfrm>
            <a:off x="0" y="23067474"/>
            <a:ext cx="32399288"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CDE6F98-DE1D-F134-AFFC-1888D5E5DDB9}"/>
              </a:ext>
            </a:extLst>
          </p:cNvPr>
          <p:cNvCxnSpPr/>
          <p:nvPr userDrawn="1"/>
        </p:nvCxnSpPr>
        <p:spPr>
          <a:xfrm>
            <a:off x="0" y="31886012"/>
            <a:ext cx="32399288"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
        <p:nvSpPr>
          <p:cNvPr id="86" name="Text Placeholder 12">
            <a:extLst>
              <a:ext uri="{FF2B5EF4-FFF2-40B4-BE49-F238E27FC236}">
                <a16:creationId xmlns:a16="http://schemas.microsoft.com/office/drawing/2014/main" id="{F86AF7DE-E4D4-0A17-2D95-B9DC1BD38D94}"/>
              </a:ext>
            </a:extLst>
          </p:cNvPr>
          <p:cNvSpPr>
            <a:spLocks noGrp="1"/>
          </p:cNvSpPr>
          <p:nvPr>
            <p:ph type="body" sz="quarter" idx="68" hasCustomPrompt="1"/>
          </p:nvPr>
        </p:nvSpPr>
        <p:spPr>
          <a:xfrm>
            <a:off x="24021956" y="11767712"/>
            <a:ext cx="6735439" cy="1368425"/>
          </a:xfrm>
        </p:spPr>
        <p:txBody>
          <a:bodyPr/>
          <a:lstStyle>
            <a:lvl1pPr marL="457200" indent="-457200" algn="l" rtl="0">
              <a:spcBef>
                <a:spcPts val="1200"/>
              </a:spcBef>
              <a:spcAft>
                <a:spcPts val="1200"/>
              </a:spcAft>
              <a:buFontTx/>
              <a:buBlip>
                <a:blip r:embed="rId3"/>
              </a:buBlip>
              <a:defRPr sz="2800">
                <a:solidFill>
                  <a:schemeClr val="bg1"/>
                </a:solidFill>
              </a:defRPr>
            </a:lvl1pPr>
          </a:lstStyle>
          <a:p>
            <a:r>
              <a:rPr lang="en-US" dirty="0"/>
              <a:t>Lorem Ipsum is simply dummy text of the printing and typesetting industry. Lorem Ipsum has been the industry's standard dummy text</a:t>
            </a:r>
            <a:endParaRPr lang="he-IL" dirty="0"/>
          </a:p>
        </p:txBody>
      </p:sp>
      <p:sp>
        <p:nvSpPr>
          <p:cNvPr id="87" name="Text Placeholder 12">
            <a:extLst>
              <a:ext uri="{FF2B5EF4-FFF2-40B4-BE49-F238E27FC236}">
                <a16:creationId xmlns:a16="http://schemas.microsoft.com/office/drawing/2014/main" id="{C3A16247-BD87-265C-E888-D43936B68D6F}"/>
              </a:ext>
            </a:extLst>
          </p:cNvPr>
          <p:cNvSpPr>
            <a:spLocks noGrp="1"/>
          </p:cNvSpPr>
          <p:nvPr>
            <p:ph type="body" sz="quarter" idx="69" hasCustomPrompt="1"/>
          </p:nvPr>
        </p:nvSpPr>
        <p:spPr>
          <a:xfrm>
            <a:off x="24021956" y="13453637"/>
            <a:ext cx="6735439" cy="1368425"/>
          </a:xfrm>
        </p:spPr>
        <p:txBody>
          <a:bodyPr/>
          <a:lstStyle>
            <a:lvl1pPr marL="457200" indent="-457200" algn="l" rtl="0">
              <a:spcBef>
                <a:spcPts val="1200"/>
              </a:spcBef>
              <a:spcAft>
                <a:spcPts val="1200"/>
              </a:spcAft>
              <a:buFontTx/>
              <a:buBlip>
                <a:blip r:embed="rId3"/>
              </a:buBlip>
              <a:defRPr sz="2800">
                <a:solidFill>
                  <a:schemeClr val="bg1"/>
                </a:solidFill>
              </a:defRPr>
            </a:lvl1pPr>
          </a:lstStyle>
          <a:p>
            <a:r>
              <a:rPr lang="en-US" dirty="0"/>
              <a:t>Lorem Ipsum is simply dummy text of the printing and typesetting industry. Lorem Ipsum has been the industry's standard dummy</a:t>
            </a:r>
            <a:endParaRPr lang="he-IL" dirty="0"/>
          </a:p>
        </p:txBody>
      </p:sp>
      <p:sp>
        <p:nvSpPr>
          <p:cNvPr id="88" name="Text Placeholder 12">
            <a:extLst>
              <a:ext uri="{FF2B5EF4-FFF2-40B4-BE49-F238E27FC236}">
                <a16:creationId xmlns:a16="http://schemas.microsoft.com/office/drawing/2014/main" id="{16069145-BD7D-1A0D-F8A5-67FE0C4A8851}"/>
              </a:ext>
            </a:extLst>
          </p:cNvPr>
          <p:cNvSpPr>
            <a:spLocks noGrp="1"/>
          </p:cNvSpPr>
          <p:nvPr>
            <p:ph type="body" sz="quarter" idx="70" hasCustomPrompt="1"/>
          </p:nvPr>
        </p:nvSpPr>
        <p:spPr>
          <a:xfrm>
            <a:off x="24021956" y="15133212"/>
            <a:ext cx="6735439" cy="1368425"/>
          </a:xfrm>
        </p:spPr>
        <p:txBody>
          <a:bodyPr/>
          <a:lstStyle>
            <a:lvl1pPr marL="457200" indent="-457200" algn="l" rtl="0">
              <a:spcBef>
                <a:spcPts val="1200"/>
              </a:spcBef>
              <a:spcAft>
                <a:spcPts val="1200"/>
              </a:spcAft>
              <a:buFontTx/>
              <a:buBlip>
                <a:blip r:embed="rId3"/>
              </a:buBlip>
              <a:defRPr sz="2800">
                <a:solidFill>
                  <a:schemeClr val="bg1"/>
                </a:solidFill>
              </a:defRPr>
            </a:lvl1pPr>
          </a:lstStyle>
          <a:p>
            <a:r>
              <a:rPr lang="en-US" dirty="0"/>
              <a:t>Lorem Ipsum is simply dummy text of the printing and typesetting industry. Lorem Ipsum has been the industry's standard dummy</a:t>
            </a:r>
            <a:endParaRPr lang="he-IL" dirty="0"/>
          </a:p>
        </p:txBody>
      </p:sp>
      <p:sp>
        <p:nvSpPr>
          <p:cNvPr id="91" name="Table Placeholder 90">
            <a:extLst>
              <a:ext uri="{FF2B5EF4-FFF2-40B4-BE49-F238E27FC236}">
                <a16:creationId xmlns:a16="http://schemas.microsoft.com/office/drawing/2014/main" id="{37314DB2-8E58-BC52-FB41-F7C0240F551C}"/>
              </a:ext>
            </a:extLst>
          </p:cNvPr>
          <p:cNvSpPr>
            <a:spLocks noGrp="1"/>
          </p:cNvSpPr>
          <p:nvPr>
            <p:ph type="tbl" sz="quarter" idx="71"/>
          </p:nvPr>
        </p:nvSpPr>
        <p:spPr>
          <a:xfrm>
            <a:off x="1641475" y="17703184"/>
            <a:ext cx="13992225" cy="4730750"/>
          </a:xfrm>
        </p:spPr>
        <p:txBody>
          <a:bodyPr/>
          <a:lstStyle>
            <a:lvl1pPr>
              <a:defRPr>
                <a:solidFill>
                  <a:schemeClr val="bg2"/>
                </a:solidFill>
              </a:defRPr>
            </a:lvl1pPr>
          </a:lstStyle>
          <a:p>
            <a:endParaRPr lang="he-IL" dirty="0"/>
          </a:p>
        </p:txBody>
      </p:sp>
    </p:spTree>
    <p:extLst>
      <p:ext uri="{BB962C8B-B14F-4D97-AF65-F5344CB8AC3E}">
        <p14:creationId xmlns:p14="http://schemas.microsoft.com/office/powerpoint/2010/main" val="3814706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767"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0_Title Slide">
    <p:bg>
      <p:bgPr>
        <a:solidFill>
          <a:schemeClr val="tx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5FC152D1-ADF9-9DC2-99B2-0BC986947451}"/>
              </a:ext>
            </a:extLst>
          </p:cNvPr>
          <p:cNvSpPr/>
          <p:nvPr userDrawn="1"/>
        </p:nvSpPr>
        <p:spPr>
          <a:xfrm flipV="1">
            <a:off x="0" y="42293591"/>
            <a:ext cx="32623432" cy="927101"/>
          </a:xfrm>
          <a:prstGeom prst="rect">
            <a:avLst/>
          </a:prstGeom>
          <a:solidFill>
            <a:schemeClr val="accent4"/>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algn="ctr" defTabSz="914400" rtl="0" eaLnBrk="1" latinLnBrk="0" hangingPunct="1"/>
            <a:endParaRPr lang="en-US" dirty="0"/>
          </a:p>
        </p:txBody>
      </p:sp>
      <p:sp>
        <p:nvSpPr>
          <p:cNvPr id="19" name="Rectangle 18">
            <a:extLst>
              <a:ext uri="{FF2B5EF4-FFF2-40B4-BE49-F238E27FC236}">
                <a16:creationId xmlns:a16="http://schemas.microsoft.com/office/drawing/2014/main" id="{B5954A25-F28A-2E9D-B4FC-2C79F61C48AC}"/>
              </a:ext>
            </a:extLst>
          </p:cNvPr>
          <p:cNvSpPr/>
          <p:nvPr userDrawn="1"/>
        </p:nvSpPr>
        <p:spPr>
          <a:xfrm flipV="1">
            <a:off x="0" y="-1"/>
            <a:ext cx="32399288" cy="8796223"/>
          </a:xfrm>
          <a:prstGeom prst="rect">
            <a:avLst/>
          </a:prstGeom>
          <a:solidFill>
            <a:schemeClr val="bg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algn="ctr" defTabSz="914400" rtl="0" eaLnBrk="1" latinLnBrk="0" hangingPunct="1"/>
            <a:endParaRPr lang="en-US" dirty="0"/>
          </a:p>
        </p:txBody>
      </p:sp>
      <p:sp>
        <p:nvSpPr>
          <p:cNvPr id="2" name="Title 1"/>
          <p:cNvSpPr>
            <a:spLocks noGrp="1"/>
          </p:cNvSpPr>
          <p:nvPr>
            <p:ph type="ctrTitle" hasCustomPrompt="1"/>
          </p:nvPr>
        </p:nvSpPr>
        <p:spPr>
          <a:xfrm flipH="1">
            <a:off x="1633960" y="4005865"/>
            <a:ext cx="29079122" cy="1906786"/>
          </a:xfrm>
        </p:spPr>
        <p:txBody>
          <a:bodyPr anchor="b">
            <a:noAutofit/>
          </a:bodyPr>
          <a:lstStyle>
            <a:lvl1pPr algn="l">
              <a:defRPr sz="8000" baseline="0">
                <a:solidFill>
                  <a:schemeClr val="tx2"/>
                </a:solidFill>
              </a:defRPr>
            </a:lvl1pPr>
          </a:lstStyle>
          <a:p>
            <a:r>
              <a:rPr lang="en-US" dirty="0"/>
              <a:t>Research Title</a:t>
            </a:r>
          </a:p>
        </p:txBody>
      </p:sp>
      <p:sp>
        <p:nvSpPr>
          <p:cNvPr id="3" name="Subtitle 2"/>
          <p:cNvSpPr>
            <a:spLocks noGrp="1"/>
          </p:cNvSpPr>
          <p:nvPr>
            <p:ph type="subTitle" idx="1" hasCustomPrompt="1"/>
          </p:nvPr>
        </p:nvSpPr>
        <p:spPr>
          <a:xfrm flipH="1">
            <a:off x="1633960" y="6443351"/>
            <a:ext cx="29079122" cy="1136571"/>
          </a:xfrm>
        </p:spPr>
        <p:txBody>
          <a:bodyPr>
            <a:noAutofit/>
          </a:bodyPr>
          <a:lstStyle>
            <a:lvl1pPr marL="0" indent="0" algn="l">
              <a:buNone/>
              <a:defRPr sz="5400" baseline="0">
                <a:solidFill>
                  <a:schemeClr val="accent1"/>
                </a:solidFill>
              </a:defRPr>
            </a:lvl1pPr>
            <a:lvl2pPr marL="1214963" indent="0" algn="ctr">
              <a:buNone/>
              <a:defRPr sz="5315"/>
            </a:lvl2pPr>
            <a:lvl3pPr marL="2429927" indent="0" algn="ctr">
              <a:buNone/>
              <a:defRPr sz="4783"/>
            </a:lvl3pPr>
            <a:lvl4pPr marL="3644890" indent="0" algn="ctr">
              <a:buNone/>
              <a:defRPr sz="4252"/>
            </a:lvl4pPr>
            <a:lvl5pPr marL="4859853" indent="0" algn="ctr">
              <a:buNone/>
              <a:defRPr sz="4252"/>
            </a:lvl5pPr>
            <a:lvl6pPr marL="6074816" indent="0" algn="ctr">
              <a:buNone/>
              <a:defRPr sz="4252"/>
            </a:lvl6pPr>
            <a:lvl7pPr marL="7289780" indent="0" algn="ctr">
              <a:buNone/>
              <a:defRPr sz="4252"/>
            </a:lvl7pPr>
            <a:lvl8pPr marL="8504743" indent="0" algn="ctr">
              <a:buNone/>
              <a:defRPr sz="4252"/>
            </a:lvl8pPr>
            <a:lvl9pPr marL="9719706" indent="0" algn="ctr">
              <a:buNone/>
              <a:defRPr sz="4252"/>
            </a:lvl9pPr>
          </a:lstStyle>
          <a:p>
            <a:r>
              <a:rPr lang="en-US" dirty="0"/>
              <a:t>Scientists Names</a:t>
            </a:r>
          </a:p>
        </p:txBody>
      </p:sp>
      <p:sp>
        <p:nvSpPr>
          <p:cNvPr id="5" name="Picture Placeholder 4">
            <a:extLst>
              <a:ext uri="{FF2B5EF4-FFF2-40B4-BE49-F238E27FC236}">
                <a16:creationId xmlns:a16="http://schemas.microsoft.com/office/drawing/2014/main" id="{BD68B74C-535B-94F3-1F74-C00716E8C9EF}"/>
              </a:ext>
            </a:extLst>
          </p:cNvPr>
          <p:cNvSpPr>
            <a:spLocks noGrp="1"/>
          </p:cNvSpPr>
          <p:nvPr>
            <p:ph type="pic" sz="quarter" idx="10" hasCustomPrompt="1"/>
          </p:nvPr>
        </p:nvSpPr>
        <p:spPr>
          <a:xfrm>
            <a:off x="9394918" y="1410830"/>
            <a:ext cx="5970587" cy="1559672"/>
          </a:xfrm>
        </p:spPr>
        <p:txBody>
          <a:bodyPr anchor="ctr" anchorCtr="0"/>
          <a:lstStyle>
            <a:lvl1pPr algn="ctr">
              <a:defRPr>
                <a:solidFill>
                  <a:schemeClr val="tx2"/>
                </a:solidFill>
              </a:defRPr>
            </a:lvl1pPr>
          </a:lstStyle>
          <a:p>
            <a:r>
              <a:rPr lang="en-US" dirty="0"/>
              <a:t>Place logo</a:t>
            </a:r>
            <a:endParaRPr lang="he-IL" dirty="0"/>
          </a:p>
        </p:txBody>
      </p:sp>
      <p:sp>
        <p:nvSpPr>
          <p:cNvPr id="7" name="Picture Placeholder 4">
            <a:extLst>
              <a:ext uri="{FF2B5EF4-FFF2-40B4-BE49-F238E27FC236}">
                <a16:creationId xmlns:a16="http://schemas.microsoft.com/office/drawing/2014/main" id="{09682B32-FC7A-28DC-5CB2-1C9189346772}"/>
              </a:ext>
            </a:extLst>
          </p:cNvPr>
          <p:cNvSpPr>
            <a:spLocks noGrp="1"/>
          </p:cNvSpPr>
          <p:nvPr>
            <p:ph type="pic" sz="quarter" idx="11" hasCustomPrompt="1"/>
          </p:nvPr>
        </p:nvSpPr>
        <p:spPr>
          <a:xfrm>
            <a:off x="17068706" y="1410830"/>
            <a:ext cx="5970587" cy="1559672"/>
          </a:xfrm>
        </p:spPr>
        <p:txBody>
          <a:bodyPr anchor="ctr" anchorCtr="0"/>
          <a:lstStyle>
            <a:lvl1pPr algn="ctr">
              <a:defRPr>
                <a:solidFill>
                  <a:schemeClr val="tx2"/>
                </a:solidFill>
              </a:defRPr>
            </a:lvl1pPr>
          </a:lstStyle>
          <a:p>
            <a:r>
              <a:rPr lang="en-US" dirty="0"/>
              <a:t>Place logo</a:t>
            </a:r>
            <a:endParaRPr lang="he-IL" dirty="0"/>
          </a:p>
        </p:txBody>
      </p:sp>
      <p:sp>
        <p:nvSpPr>
          <p:cNvPr id="10" name="Picture Placeholder 4">
            <a:extLst>
              <a:ext uri="{FF2B5EF4-FFF2-40B4-BE49-F238E27FC236}">
                <a16:creationId xmlns:a16="http://schemas.microsoft.com/office/drawing/2014/main" id="{143323CA-5FE3-879B-2045-5C246D7A6010}"/>
              </a:ext>
            </a:extLst>
          </p:cNvPr>
          <p:cNvSpPr>
            <a:spLocks noGrp="1"/>
          </p:cNvSpPr>
          <p:nvPr>
            <p:ph type="pic" sz="quarter" idx="13" hasCustomPrompt="1"/>
          </p:nvPr>
        </p:nvSpPr>
        <p:spPr>
          <a:xfrm>
            <a:off x="1721130" y="1410830"/>
            <a:ext cx="5970587" cy="1559672"/>
          </a:xfrm>
        </p:spPr>
        <p:txBody>
          <a:bodyPr anchor="ctr" anchorCtr="0"/>
          <a:lstStyle>
            <a:lvl1pPr algn="ctr">
              <a:defRPr b="1">
                <a:solidFill>
                  <a:schemeClr val="tx2"/>
                </a:solidFill>
              </a:defRPr>
            </a:lvl1pPr>
          </a:lstStyle>
          <a:p>
            <a:r>
              <a:rPr lang="en-US" dirty="0"/>
              <a:t>Place Bar Ilan logo</a:t>
            </a:r>
            <a:endParaRPr lang="he-IL" dirty="0"/>
          </a:p>
        </p:txBody>
      </p:sp>
      <p:sp>
        <p:nvSpPr>
          <p:cNvPr id="16" name="Text Placeholder 12">
            <a:extLst>
              <a:ext uri="{FF2B5EF4-FFF2-40B4-BE49-F238E27FC236}">
                <a16:creationId xmlns:a16="http://schemas.microsoft.com/office/drawing/2014/main" id="{41F51ADE-7D8B-E3E6-450F-A7AED8EF7D1D}"/>
              </a:ext>
            </a:extLst>
          </p:cNvPr>
          <p:cNvSpPr>
            <a:spLocks noGrp="1"/>
          </p:cNvSpPr>
          <p:nvPr>
            <p:ph type="body" sz="quarter" idx="23" hasCustomPrompt="1"/>
          </p:nvPr>
        </p:nvSpPr>
        <p:spPr>
          <a:xfrm>
            <a:off x="17068706" y="12598165"/>
            <a:ext cx="6735439" cy="1368425"/>
          </a:xfrm>
        </p:spPr>
        <p:txBody>
          <a:bodyPr/>
          <a:lstStyle>
            <a:lvl1pPr marL="457200" indent="-457200" algn="l" rtl="0">
              <a:spcBef>
                <a:spcPts val="1200"/>
              </a:spcBef>
              <a:spcAft>
                <a:spcPts val="1200"/>
              </a:spcAft>
              <a:buFontTx/>
              <a:buBlip>
                <a:blip r:embed="rId2"/>
              </a:buBlip>
              <a:defRPr sz="2800">
                <a:solidFill>
                  <a:schemeClr val="bg1"/>
                </a:solidFill>
              </a:defRPr>
            </a:lvl1pPr>
          </a:lstStyle>
          <a:p>
            <a:r>
              <a:rPr lang="en-US" dirty="0"/>
              <a:t>Lorem Ipsum is simply dummy text of the printing and typesetting industry. Lorem Ipsum has been the industry's standard dummy text</a:t>
            </a:r>
            <a:endParaRPr lang="he-IL" dirty="0"/>
          </a:p>
        </p:txBody>
      </p:sp>
      <p:sp>
        <p:nvSpPr>
          <p:cNvPr id="17" name="Text Placeholder 12">
            <a:extLst>
              <a:ext uri="{FF2B5EF4-FFF2-40B4-BE49-F238E27FC236}">
                <a16:creationId xmlns:a16="http://schemas.microsoft.com/office/drawing/2014/main" id="{E8EE2A60-6171-D5FE-FDE3-28999FB5DF1B}"/>
              </a:ext>
            </a:extLst>
          </p:cNvPr>
          <p:cNvSpPr>
            <a:spLocks noGrp="1"/>
          </p:cNvSpPr>
          <p:nvPr>
            <p:ph type="body" sz="quarter" idx="24" hasCustomPrompt="1"/>
          </p:nvPr>
        </p:nvSpPr>
        <p:spPr>
          <a:xfrm>
            <a:off x="17068706" y="14284090"/>
            <a:ext cx="6735439" cy="1368425"/>
          </a:xfrm>
        </p:spPr>
        <p:txBody>
          <a:bodyPr/>
          <a:lstStyle>
            <a:lvl1pPr marL="457200" indent="-457200" algn="l" rtl="0">
              <a:spcBef>
                <a:spcPts val="1200"/>
              </a:spcBef>
              <a:spcAft>
                <a:spcPts val="1200"/>
              </a:spcAft>
              <a:buFontTx/>
              <a:buBlip>
                <a:blip r:embed="rId2"/>
              </a:buBlip>
              <a:defRPr sz="2800">
                <a:solidFill>
                  <a:schemeClr val="bg1"/>
                </a:solidFill>
              </a:defRPr>
            </a:lvl1pPr>
          </a:lstStyle>
          <a:p>
            <a:r>
              <a:rPr lang="en-US" dirty="0"/>
              <a:t>Lorem Ipsum is simply dummy text of the printing and typesetting industry. Lorem Ipsum has been the industry's standard dummy</a:t>
            </a:r>
            <a:endParaRPr lang="he-IL" dirty="0"/>
          </a:p>
        </p:txBody>
      </p:sp>
      <p:sp>
        <p:nvSpPr>
          <p:cNvPr id="18" name="Text Placeholder 12">
            <a:extLst>
              <a:ext uri="{FF2B5EF4-FFF2-40B4-BE49-F238E27FC236}">
                <a16:creationId xmlns:a16="http://schemas.microsoft.com/office/drawing/2014/main" id="{B67843FA-D947-6FF8-DFE1-FBAD72C4E62D}"/>
              </a:ext>
            </a:extLst>
          </p:cNvPr>
          <p:cNvSpPr>
            <a:spLocks noGrp="1"/>
          </p:cNvSpPr>
          <p:nvPr>
            <p:ph type="body" sz="quarter" idx="25" hasCustomPrompt="1"/>
          </p:nvPr>
        </p:nvSpPr>
        <p:spPr>
          <a:xfrm>
            <a:off x="17068706" y="15963665"/>
            <a:ext cx="6735439" cy="1368425"/>
          </a:xfrm>
        </p:spPr>
        <p:txBody>
          <a:bodyPr/>
          <a:lstStyle>
            <a:lvl1pPr marL="457200" indent="-457200" algn="l" rtl="0">
              <a:spcBef>
                <a:spcPts val="1200"/>
              </a:spcBef>
              <a:spcAft>
                <a:spcPts val="1200"/>
              </a:spcAft>
              <a:buFontTx/>
              <a:buBlip>
                <a:blip r:embed="rId2"/>
              </a:buBlip>
              <a:defRPr sz="2800">
                <a:solidFill>
                  <a:schemeClr val="bg1"/>
                </a:solidFill>
              </a:defRPr>
            </a:lvl1pPr>
          </a:lstStyle>
          <a:p>
            <a:r>
              <a:rPr lang="en-US" dirty="0"/>
              <a:t>Lorem Ipsum is simply dummy text of the printing and typesetting industry. Lorem Ipsum has been the industry's standard dummy</a:t>
            </a:r>
            <a:endParaRPr lang="he-IL" dirty="0"/>
          </a:p>
        </p:txBody>
      </p:sp>
      <p:sp>
        <p:nvSpPr>
          <p:cNvPr id="24" name="Text Placeholder 23">
            <a:extLst>
              <a:ext uri="{FF2B5EF4-FFF2-40B4-BE49-F238E27FC236}">
                <a16:creationId xmlns:a16="http://schemas.microsoft.com/office/drawing/2014/main" id="{BF35437C-D543-7B3E-ECB3-0465BA4E810B}"/>
              </a:ext>
            </a:extLst>
          </p:cNvPr>
          <p:cNvSpPr>
            <a:spLocks noGrp="1"/>
          </p:cNvSpPr>
          <p:nvPr>
            <p:ph type="body" sz="quarter" idx="26" hasCustomPrompt="1"/>
          </p:nvPr>
        </p:nvSpPr>
        <p:spPr>
          <a:xfrm>
            <a:off x="18671458" y="11293947"/>
            <a:ext cx="12041905" cy="927100"/>
          </a:xfrm>
        </p:spPr>
        <p:txBody>
          <a:bodyPr/>
          <a:lstStyle>
            <a:lvl1pPr>
              <a:defRPr sz="48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Objective</a:t>
            </a:r>
          </a:p>
        </p:txBody>
      </p:sp>
      <p:sp>
        <p:nvSpPr>
          <p:cNvPr id="26" name="Picture Placeholder 25">
            <a:extLst>
              <a:ext uri="{FF2B5EF4-FFF2-40B4-BE49-F238E27FC236}">
                <a16:creationId xmlns:a16="http://schemas.microsoft.com/office/drawing/2014/main" id="{D30944F2-AD4F-A9C2-A1CF-4E5C5ECACD2C}"/>
              </a:ext>
            </a:extLst>
          </p:cNvPr>
          <p:cNvSpPr>
            <a:spLocks noGrp="1"/>
          </p:cNvSpPr>
          <p:nvPr>
            <p:ph type="pic" sz="quarter" idx="27" hasCustomPrompt="1"/>
          </p:nvPr>
        </p:nvSpPr>
        <p:spPr>
          <a:xfrm>
            <a:off x="17068706" y="10987279"/>
            <a:ext cx="1204913" cy="1204912"/>
          </a:xfrm>
          <a:prstGeom prst="ellipse">
            <a:avLst/>
          </a:prstGeom>
          <a:solidFill>
            <a:schemeClr val="accent1"/>
          </a:solidFill>
          <a:ln>
            <a:solidFill>
              <a:schemeClr val="accent1"/>
            </a:solidFill>
          </a:ln>
        </p:spPr>
        <p:txBody>
          <a:bodyPr anchor="ctr" anchorCtr="0"/>
          <a:lstStyle>
            <a:lvl1pPr algn="ctr">
              <a:defRPr sz="2400"/>
            </a:lvl1pPr>
          </a:lstStyle>
          <a:p>
            <a:r>
              <a:rPr lang="en-US" dirty="0"/>
              <a:t>Icon</a:t>
            </a:r>
            <a:endParaRPr lang="he-IL" dirty="0"/>
          </a:p>
        </p:txBody>
      </p:sp>
      <p:sp>
        <p:nvSpPr>
          <p:cNvPr id="27" name="Text Placeholder 23">
            <a:extLst>
              <a:ext uri="{FF2B5EF4-FFF2-40B4-BE49-F238E27FC236}">
                <a16:creationId xmlns:a16="http://schemas.microsoft.com/office/drawing/2014/main" id="{A7ECDB13-1D09-9417-B6E4-33FA0702F8EE}"/>
              </a:ext>
            </a:extLst>
          </p:cNvPr>
          <p:cNvSpPr>
            <a:spLocks noGrp="1"/>
          </p:cNvSpPr>
          <p:nvPr>
            <p:ph type="body" sz="quarter" idx="28" hasCustomPrompt="1"/>
          </p:nvPr>
        </p:nvSpPr>
        <p:spPr>
          <a:xfrm>
            <a:off x="3215149" y="11293947"/>
            <a:ext cx="12418551" cy="927100"/>
          </a:xfrm>
        </p:spPr>
        <p:txBody>
          <a:bodyPr/>
          <a:lstStyle>
            <a:lvl1pPr>
              <a:defRPr sz="48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Background</a:t>
            </a:r>
          </a:p>
        </p:txBody>
      </p:sp>
      <p:sp>
        <p:nvSpPr>
          <p:cNvPr id="28" name="Picture Placeholder 25">
            <a:extLst>
              <a:ext uri="{FF2B5EF4-FFF2-40B4-BE49-F238E27FC236}">
                <a16:creationId xmlns:a16="http://schemas.microsoft.com/office/drawing/2014/main" id="{C3492443-FEA9-9923-D48A-69B424DC3F87}"/>
              </a:ext>
            </a:extLst>
          </p:cNvPr>
          <p:cNvSpPr>
            <a:spLocks noGrp="1"/>
          </p:cNvSpPr>
          <p:nvPr>
            <p:ph type="pic" sz="quarter" idx="29" hasCustomPrompt="1"/>
          </p:nvPr>
        </p:nvSpPr>
        <p:spPr>
          <a:xfrm>
            <a:off x="1612397" y="10987279"/>
            <a:ext cx="1204913" cy="1204912"/>
          </a:xfrm>
          <a:prstGeom prst="ellipse">
            <a:avLst/>
          </a:prstGeom>
          <a:solidFill>
            <a:schemeClr val="accent1"/>
          </a:solidFill>
          <a:ln>
            <a:solidFill>
              <a:schemeClr val="accent1"/>
            </a:solidFill>
          </a:ln>
        </p:spPr>
        <p:txBody>
          <a:bodyPr anchor="ctr" anchorCtr="0"/>
          <a:lstStyle>
            <a:lvl1pPr algn="ctr">
              <a:defRPr sz="2400"/>
            </a:lvl1pPr>
          </a:lstStyle>
          <a:p>
            <a:r>
              <a:rPr lang="en-US" dirty="0"/>
              <a:t>Icon</a:t>
            </a:r>
            <a:endParaRPr lang="he-IL" dirty="0"/>
          </a:p>
        </p:txBody>
      </p:sp>
      <p:sp>
        <p:nvSpPr>
          <p:cNvPr id="29" name="Text Placeholder 12">
            <a:extLst>
              <a:ext uri="{FF2B5EF4-FFF2-40B4-BE49-F238E27FC236}">
                <a16:creationId xmlns:a16="http://schemas.microsoft.com/office/drawing/2014/main" id="{7947A134-02F6-AA2F-28EE-1D6A3A33F472}"/>
              </a:ext>
            </a:extLst>
          </p:cNvPr>
          <p:cNvSpPr>
            <a:spLocks noGrp="1"/>
          </p:cNvSpPr>
          <p:nvPr>
            <p:ph type="body" sz="quarter" idx="30" hasCustomPrompt="1"/>
          </p:nvPr>
        </p:nvSpPr>
        <p:spPr>
          <a:xfrm>
            <a:off x="1641892" y="12598165"/>
            <a:ext cx="13991397" cy="4688206"/>
          </a:xfrm>
        </p:spPr>
        <p:txBody>
          <a:bodyPr/>
          <a:lstStyle>
            <a:lvl1pPr marL="0" indent="0" algn="l" rtl="0">
              <a:spcBef>
                <a:spcPts val="1200"/>
              </a:spcBef>
              <a:spcAft>
                <a:spcPts val="1200"/>
              </a:spcAft>
              <a:buFont typeface="Arial" panose="020B0604020202020204" pitchFamily="34" charset="0"/>
              <a:buNone/>
              <a:defRPr sz="2800">
                <a:solidFill>
                  <a:schemeClr val="bg1"/>
                </a:solidFill>
              </a:defRPr>
            </a:lvl1pPr>
          </a:lstStyle>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p:txBody>
      </p:sp>
      <p:sp>
        <p:nvSpPr>
          <p:cNvPr id="40" name="Text Placeholder 23">
            <a:extLst>
              <a:ext uri="{FF2B5EF4-FFF2-40B4-BE49-F238E27FC236}">
                <a16:creationId xmlns:a16="http://schemas.microsoft.com/office/drawing/2014/main" id="{3E899620-19DA-20BC-36C8-6F7A3AF51497}"/>
              </a:ext>
            </a:extLst>
          </p:cNvPr>
          <p:cNvSpPr>
            <a:spLocks noGrp="1"/>
          </p:cNvSpPr>
          <p:nvPr>
            <p:ph type="body" sz="quarter" idx="41" hasCustomPrompt="1"/>
          </p:nvPr>
        </p:nvSpPr>
        <p:spPr>
          <a:xfrm>
            <a:off x="18796569" y="25677186"/>
            <a:ext cx="11960826" cy="927100"/>
          </a:xfrm>
        </p:spPr>
        <p:txBody>
          <a:bodyPr/>
          <a:lstStyle>
            <a:lvl1pPr>
              <a:defRPr sz="48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Method</a:t>
            </a:r>
          </a:p>
        </p:txBody>
      </p:sp>
      <p:sp>
        <p:nvSpPr>
          <p:cNvPr id="41" name="Picture Placeholder 25">
            <a:extLst>
              <a:ext uri="{FF2B5EF4-FFF2-40B4-BE49-F238E27FC236}">
                <a16:creationId xmlns:a16="http://schemas.microsoft.com/office/drawing/2014/main" id="{1DFA4524-622F-615C-4841-A35D4553DE8F}"/>
              </a:ext>
            </a:extLst>
          </p:cNvPr>
          <p:cNvSpPr>
            <a:spLocks noGrp="1"/>
          </p:cNvSpPr>
          <p:nvPr>
            <p:ph type="pic" sz="quarter" idx="42" hasCustomPrompt="1"/>
          </p:nvPr>
        </p:nvSpPr>
        <p:spPr>
          <a:xfrm>
            <a:off x="17193818" y="25370518"/>
            <a:ext cx="1245164" cy="1204912"/>
          </a:xfrm>
          <a:prstGeom prst="ellipse">
            <a:avLst/>
          </a:prstGeom>
          <a:solidFill>
            <a:schemeClr val="accent1"/>
          </a:solidFill>
          <a:ln>
            <a:solidFill>
              <a:schemeClr val="accent1"/>
            </a:solidFill>
          </a:ln>
        </p:spPr>
        <p:txBody>
          <a:bodyPr anchor="ctr" anchorCtr="0"/>
          <a:lstStyle>
            <a:lvl1pPr algn="ctr">
              <a:defRPr sz="2400"/>
            </a:lvl1pPr>
          </a:lstStyle>
          <a:p>
            <a:r>
              <a:rPr lang="en-US" dirty="0"/>
              <a:t>Icon</a:t>
            </a:r>
            <a:endParaRPr lang="he-IL" dirty="0"/>
          </a:p>
        </p:txBody>
      </p:sp>
      <p:sp>
        <p:nvSpPr>
          <p:cNvPr id="43" name="Text Placeholder 12">
            <a:extLst>
              <a:ext uri="{FF2B5EF4-FFF2-40B4-BE49-F238E27FC236}">
                <a16:creationId xmlns:a16="http://schemas.microsoft.com/office/drawing/2014/main" id="{09650265-285E-1D7E-8339-D1E2AE6CB3A9}"/>
              </a:ext>
            </a:extLst>
          </p:cNvPr>
          <p:cNvSpPr>
            <a:spLocks noGrp="1"/>
          </p:cNvSpPr>
          <p:nvPr>
            <p:ph type="body" sz="quarter" idx="44" hasCustomPrompt="1"/>
          </p:nvPr>
        </p:nvSpPr>
        <p:spPr>
          <a:xfrm>
            <a:off x="17150429" y="26988118"/>
            <a:ext cx="13700817" cy="5996389"/>
          </a:xfrm>
        </p:spPr>
        <p:txBody>
          <a:bodyPr/>
          <a:lstStyle>
            <a:lvl1pPr marL="0" indent="0" algn="l" rtl="0">
              <a:spcBef>
                <a:spcPts val="1200"/>
              </a:spcBef>
              <a:spcAft>
                <a:spcPts val="1200"/>
              </a:spcAft>
              <a:buFont typeface="Arial" panose="020B0604020202020204" pitchFamily="34" charset="0"/>
              <a:buNone/>
              <a:defRPr sz="2800">
                <a:solidFill>
                  <a:schemeClr val="bg1"/>
                </a:solidFill>
              </a:defRPr>
            </a:lvl1pPr>
          </a:lstStyle>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p:txBody>
      </p:sp>
      <p:sp>
        <p:nvSpPr>
          <p:cNvPr id="45" name="Text Placeholder 23">
            <a:extLst>
              <a:ext uri="{FF2B5EF4-FFF2-40B4-BE49-F238E27FC236}">
                <a16:creationId xmlns:a16="http://schemas.microsoft.com/office/drawing/2014/main" id="{286F83A6-4171-366F-68DD-D7A598382DA7}"/>
              </a:ext>
            </a:extLst>
          </p:cNvPr>
          <p:cNvSpPr>
            <a:spLocks noGrp="1"/>
          </p:cNvSpPr>
          <p:nvPr>
            <p:ph type="body" sz="quarter" idx="45" hasCustomPrompt="1"/>
          </p:nvPr>
        </p:nvSpPr>
        <p:spPr>
          <a:xfrm>
            <a:off x="3215149" y="36320646"/>
            <a:ext cx="12418551" cy="927100"/>
          </a:xfrm>
        </p:spPr>
        <p:txBody>
          <a:bodyPr/>
          <a:lstStyle>
            <a:lvl1pPr>
              <a:defRPr sz="4800" b="1">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Results</a:t>
            </a:r>
          </a:p>
        </p:txBody>
      </p:sp>
      <p:sp>
        <p:nvSpPr>
          <p:cNvPr id="46" name="Picture Placeholder 25">
            <a:extLst>
              <a:ext uri="{FF2B5EF4-FFF2-40B4-BE49-F238E27FC236}">
                <a16:creationId xmlns:a16="http://schemas.microsoft.com/office/drawing/2014/main" id="{985C1570-3BCB-03E5-64D3-54C20DCD35CC}"/>
              </a:ext>
            </a:extLst>
          </p:cNvPr>
          <p:cNvSpPr>
            <a:spLocks noGrp="1"/>
          </p:cNvSpPr>
          <p:nvPr>
            <p:ph type="pic" sz="quarter" idx="46" hasCustomPrompt="1"/>
          </p:nvPr>
        </p:nvSpPr>
        <p:spPr>
          <a:xfrm>
            <a:off x="1612397" y="36013978"/>
            <a:ext cx="1204913" cy="1204912"/>
          </a:xfrm>
          <a:prstGeom prst="ellipse">
            <a:avLst/>
          </a:prstGeom>
          <a:solidFill>
            <a:schemeClr val="accent1"/>
          </a:solidFill>
          <a:ln>
            <a:solidFill>
              <a:schemeClr val="accent1"/>
            </a:solidFill>
          </a:ln>
        </p:spPr>
        <p:txBody>
          <a:bodyPr anchor="ctr" anchorCtr="0"/>
          <a:lstStyle>
            <a:lvl1pPr algn="ctr">
              <a:defRPr sz="2400">
                <a:solidFill>
                  <a:schemeClr val="tx2"/>
                </a:solidFill>
              </a:defRPr>
            </a:lvl1pPr>
          </a:lstStyle>
          <a:p>
            <a:r>
              <a:rPr lang="en-US" dirty="0"/>
              <a:t>Icon</a:t>
            </a:r>
            <a:endParaRPr lang="he-IL" dirty="0"/>
          </a:p>
        </p:txBody>
      </p:sp>
      <p:sp>
        <p:nvSpPr>
          <p:cNvPr id="47" name="Text Placeholder 12">
            <a:extLst>
              <a:ext uri="{FF2B5EF4-FFF2-40B4-BE49-F238E27FC236}">
                <a16:creationId xmlns:a16="http://schemas.microsoft.com/office/drawing/2014/main" id="{10156505-358B-F372-2CCB-28B4C3E592A2}"/>
              </a:ext>
            </a:extLst>
          </p:cNvPr>
          <p:cNvSpPr>
            <a:spLocks noGrp="1"/>
          </p:cNvSpPr>
          <p:nvPr>
            <p:ph type="body" sz="quarter" idx="47" hasCustomPrompt="1"/>
          </p:nvPr>
        </p:nvSpPr>
        <p:spPr>
          <a:xfrm>
            <a:off x="1641891" y="37751530"/>
            <a:ext cx="29209355" cy="3769337"/>
          </a:xfrm>
        </p:spPr>
        <p:txBody>
          <a:bodyPr numCol="2"/>
          <a:lstStyle>
            <a:lvl1pPr marL="0" indent="0" algn="l" rtl="0">
              <a:spcBef>
                <a:spcPts val="1200"/>
              </a:spcBef>
              <a:spcAft>
                <a:spcPts val="1200"/>
              </a:spcAft>
              <a:buFont typeface="Arial" panose="020B0604020202020204" pitchFamily="34" charset="0"/>
              <a:buNone/>
              <a:defRPr sz="2800">
                <a:solidFill>
                  <a:schemeClr val="bg2"/>
                </a:solidFill>
              </a:defRPr>
            </a:lvl1pPr>
          </a:lstStyle>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a:t>
            </a:r>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a:t>
            </a:r>
            <a:endParaRPr lang="he-IL" dirty="0"/>
          </a:p>
        </p:txBody>
      </p:sp>
      <p:pic>
        <p:nvPicPr>
          <p:cNvPr id="4" name="Picture 3">
            <a:extLst>
              <a:ext uri="{FF2B5EF4-FFF2-40B4-BE49-F238E27FC236}">
                <a16:creationId xmlns:a16="http://schemas.microsoft.com/office/drawing/2014/main" id="{E361A8AA-CE32-770E-B5E9-609C2DFD89B8}"/>
              </a:ext>
            </a:extLst>
          </p:cNvPr>
          <p:cNvPicPr>
            <a:picLocks noChangeAspect="1"/>
          </p:cNvPicPr>
          <p:nvPr userDrawn="1"/>
        </p:nvPicPr>
        <p:blipFill rotWithShape="1">
          <a:blip r:embed="rId3"/>
          <a:srcRect t="12199" b="17345"/>
          <a:stretch/>
        </p:blipFill>
        <p:spPr>
          <a:xfrm>
            <a:off x="21082874" y="18110780"/>
            <a:ext cx="5469275" cy="5189112"/>
          </a:xfrm>
          <a:prstGeom prst="rect">
            <a:avLst/>
          </a:prstGeom>
        </p:spPr>
      </p:pic>
      <p:sp>
        <p:nvSpPr>
          <p:cNvPr id="6" name="Text Placeholder 31">
            <a:extLst>
              <a:ext uri="{FF2B5EF4-FFF2-40B4-BE49-F238E27FC236}">
                <a16:creationId xmlns:a16="http://schemas.microsoft.com/office/drawing/2014/main" id="{4B5A0C0D-613C-386C-4EAF-F3F582FDEA62}"/>
              </a:ext>
            </a:extLst>
          </p:cNvPr>
          <p:cNvSpPr>
            <a:spLocks noGrp="1"/>
          </p:cNvSpPr>
          <p:nvPr>
            <p:ph type="body" sz="quarter" idx="49" hasCustomPrompt="1"/>
          </p:nvPr>
        </p:nvSpPr>
        <p:spPr>
          <a:xfrm>
            <a:off x="17488172" y="18411122"/>
            <a:ext cx="3936796" cy="1307461"/>
          </a:xfrm>
          <a:prstGeom prst="roundRect">
            <a:avLst>
              <a:gd name="adj" fmla="val 50000"/>
            </a:avLst>
          </a:prstGeom>
          <a:solidFill>
            <a:schemeClr val="accent4"/>
          </a:solidFill>
          <a:ln>
            <a:noFill/>
          </a:ln>
        </p:spPr>
        <p:txBody>
          <a:bodyPr spcFirstLastPara="1" wrap="square" lIns="972000" tIns="91425" rIns="91425" bIns="91425" anchor="ctr" anchorCtr="0">
            <a:noAutofit/>
          </a:bodyPr>
          <a:lstStyle>
            <a:lvl1pPr>
              <a:defRPr lang="he-IL" sz="2400" b="1" dirty="0">
                <a:solidFill>
                  <a:schemeClr val="tx2"/>
                </a:solidFill>
              </a:defRPr>
            </a:lvl1pPr>
          </a:lstStyle>
          <a:p>
            <a:pPr lvl="0" rtl="0">
              <a:spcBef>
                <a:spcPts val="0"/>
              </a:spcBef>
              <a:spcAft>
                <a:spcPts val="0"/>
              </a:spcAft>
            </a:pPr>
            <a:r>
              <a:rPr lang="en-US" dirty="0"/>
              <a:t>Click to edit text</a:t>
            </a:r>
            <a:endParaRPr lang="he-IL" dirty="0"/>
          </a:p>
        </p:txBody>
      </p:sp>
      <p:sp>
        <p:nvSpPr>
          <p:cNvPr id="8" name="Content Placeholder 15">
            <a:extLst>
              <a:ext uri="{FF2B5EF4-FFF2-40B4-BE49-F238E27FC236}">
                <a16:creationId xmlns:a16="http://schemas.microsoft.com/office/drawing/2014/main" id="{E3F3760B-2418-6144-15A5-3D3D346B9A4A}"/>
              </a:ext>
            </a:extLst>
          </p:cNvPr>
          <p:cNvSpPr>
            <a:spLocks noGrp="1"/>
          </p:cNvSpPr>
          <p:nvPr>
            <p:ph sz="quarter" idx="50" hasCustomPrompt="1"/>
          </p:nvPr>
        </p:nvSpPr>
        <p:spPr>
          <a:xfrm>
            <a:off x="17622773" y="18583382"/>
            <a:ext cx="962940" cy="962940"/>
          </a:xfrm>
          <a:prstGeom prst="ellipse">
            <a:avLst/>
          </a:prstGeom>
          <a:ln w="34925">
            <a:solidFill>
              <a:schemeClr val="bg2">
                <a:lumMod val="50000"/>
              </a:schemeClr>
            </a:solidFill>
          </a:ln>
        </p:spPr>
        <p:txBody>
          <a:bodyPr lIns="0" tIns="0" rIns="0" bIns="0" anchor="ctr" anchorCtr="0"/>
          <a:lstStyle>
            <a:lvl1pPr algn="ctr">
              <a:defRPr sz="1600"/>
            </a:lvl1pPr>
          </a:lstStyle>
          <a:p>
            <a:pPr lvl="0"/>
            <a:r>
              <a:rPr lang="en-US" dirty="0"/>
              <a:t>Insert icon</a:t>
            </a:r>
            <a:endParaRPr lang="he-IL" dirty="0"/>
          </a:p>
        </p:txBody>
      </p:sp>
      <p:sp>
        <p:nvSpPr>
          <p:cNvPr id="11" name="Text Placeholder 31">
            <a:extLst>
              <a:ext uri="{FF2B5EF4-FFF2-40B4-BE49-F238E27FC236}">
                <a16:creationId xmlns:a16="http://schemas.microsoft.com/office/drawing/2014/main" id="{9D7149DC-BEB5-425B-A3D2-B70D97E37ADE}"/>
              </a:ext>
            </a:extLst>
          </p:cNvPr>
          <p:cNvSpPr>
            <a:spLocks noGrp="1"/>
          </p:cNvSpPr>
          <p:nvPr>
            <p:ph type="body" sz="quarter" idx="51" hasCustomPrompt="1"/>
          </p:nvPr>
        </p:nvSpPr>
        <p:spPr>
          <a:xfrm>
            <a:off x="16983220" y="20137973"/>
            <a:ext cx="3936796" cy="1307461"/>
          </a:xfrm>
          <a:prstGeom prst="roundRect">
            <a:avLst>
              <a:gd name="adj" fmla="val 50000"/>
            </a:avLst>
          </a:prstGeom>
          <a:solidFill>
            <a:schemeClr val="accent6">
              <a:lumMod val="75000"/>
            </a:schemeClr>
          </a:solidFill>
          <a:ln>
            <a:noFill/>
          </a:ln>
        </p:spPr>
        <p:txBody>
          <a:bodyPr spcFirstLastPara="1" wrap="square" lIns="972000" tIns="91425" rIns="91425" bIns="91425" anchor="ctr" anchorCtr="0">
            <a:noAutofit/>
          </a:bodyPr>
          <a:lstStyle>
            <a:lvl1pPr>
              <a:defRPr lang="he-IL" sz="2400" b="1" dirty="0">
                <a:solidFill>
                  <a:schemeClr val="tx2"/>
                </a:solidFill>
              </a:defRPr>
            </a:lvl1pPr>
          </a:lstStyle>
          <a:p>
            <a:pPr lvl="0" rtl="0">
              <a:spcBef>
                <a:spcPts val="0"/>
              </a:spcBef>
              <a:spcAft>
                <a:spcPts val="0"/>
              </a:spcAft>
            </a:pPr>
            <a:r>
              <a:rPr lang="en-US" dirty="0"/>
              <a:t>Click to edit text</a:t>
            </a:r>
            <a:endParaRPr lang="he-IL" dirty="0"/>
          </a:p>
        </p:txBody>
      </p:sp>
      <p:sp>
        <p:nvSpPr>
          <p:cNvPr id="12" name="Content Placeholder 15">
            <a:extLst>
              <a:ext uri="{FF2B5EF4-FFF2-40B4-BE49-F238E27FC236}">
                <a16:creationId xmlns:a16="http://schemas.microsoft.com/office/drawing/2014/main" id="{9C701F96-29C2-2BB1-E887-D263F4BC754B}"/>
              </a:ext>
            </a:extLst>
          </p:cNvPr>
          <p:cNvSpPr>
            <a:spLocks noGrp="1"/>
          </p:cNvSpPr>
          <p:nvPr>
            <p:ph sz="quarter" idx="52" hasCustomPrompt="1"/>
          </p:nvPr>
        </p:nvSpPr>
        <p:spPr>
          <a:xfrm>
            <a:off x="17117821" y="20310233"/>
            <a:ext cx="962940" cy="962940"/>
          </a:xfrm>
          <a:prstGeom prst="ellipse">
            <a:avLst/>
          </a:prstGeom>
          <a:ln w="34925">
            <a:solidFill>
              <a:schemeClr val="accent4"/>
            </a:solidFill>
          </a:ln>
        </p:spPr>
        <p:txBody>
          <a:bodyPr lIns="0" tIns="0" rIns="0" bIns="0" anchor="ctr" anchorCtr="0"/>
          <a:lstStyle>
            <a:lvl1pPr algn="ctr">
              <a:defRPr sz="1600"/>
            </a:lvl1pPr>
          </a:lstStyle>
          <a:p>
            <a:pPr lvl="0"/>
            <a:r>
              <a:rPr lang="en-US" dirty="0"/>
              <a:t>Insert icon</a:t>
            </a:r>
            <a:endParaRPr lang="he-IL" dirty="0"/>
          </a:p>
        </p:txBody>
      </p:sp>
      <p:sp>
        <p:nvSpPr>
          <p:cNvPr id="13" name="Text Placeholder 31">
            <a:extLst>
              <a:ext uri="{FF2B5EF4-FFF2-40B4-BE49-F238E27FC236}">
                <a16:creationId xmlns:a16="http://schemas.microsoft.com/office/drawing/2014/main" id="{171D74B4-31BC-0016-6BD3-86DADB4CC72E}"/>
              </a:ext>
            </a:extLst>
          </p:cNvPr>
          <p:cNvSpPr>
            <a:spLocks noGrp="1"/>
          </p:cNvSpPr>
          <p:nvPr>
            <p:ph type="body" sz="quarter" idx="53" hasCustomPrompt="1"/>
          </p:nvPr>
        </p:nvSpPr>
        <p:spPr>
          <a:xfrm>
            <a:off x="17465369" y="21842299"/>
            <a:ext cx="3936796" cy="1307461"/>
          </a:xfrm>
          <a:prstGeom prst="roundRect">
            <a:avLst>
              <a:gd name="adj" fmla="val 50000"/>
            </a:avLst>
          </a:prstGeom>
          <a:solidFill>
            <a:schemeClr val="accent1"/>
          </a:solidFill>
          <a:ln>
            <a:noFill/>
          </a:ln>
        </p:spPr>
        <p:txBody>
          <a:bodyPr spcFirstLastPara="1" wrap="square" lIns="972000" tIns="91425" rIns="91425" bIns="91425" anchor="ctr" anchorCtr="0">
            <a:noAutofit/>
          </a:bodyPr>
          <a:lstStyle>
            <a:lvl1pPr>
              <a:defRPr lang="he-IL" sz="2400" b="1" dirty="0">
                <a:solidFill>
                  <a:schemeClr val="bg2"/>
                </a:solidFill>
              </a:defRPr>
            </a:lvl1pPr>
          </a:lstStyle>
          <a:p>
            <a:pPr lvl="0" rtl="0">
              <a:spcBef>
                <a:spcPts val="0"/>
              </a:spcBef>
              <a:spcAft>
                <a:spcPts val="0"/>
              </a:spcAft>
            </a:pPr>
            <a:r>
              <a:rPr lang="en-US" dirty="0"/>
              <a:t>Click to edit text</a:t>
            </a:r>
            <a:endParaRPr lang="he-IL" dirty="0"/>
          </a:p>
        </p:txBody>
      </p:sp>
      <p:sp>
        <p:nvSpPr>
          <p:cNvPr id="14" name="Content Placeholder 15">
            <a:extLst>
              <a:ext uri="{FF2B5EF4-FFF2-40B4-BE49-F238E27FC236}">
                <a16:creationId xmlns:a16="http://schemas.microsoft.com/office/drawing/2014/main" id="{42361993-7B7A-4EF7-B488-8FF994FBD835}"/>
              </a:ext>
            </a:extLst>
          </p:cNvPr>
          <p:cNvSpPr>
            <a:spLocks noGrp="1"/>
          </p:cNvSpPr>
          <p:nvPr>
            <p:ph sz="quarter" idx="54" hasCustomPrompt="1"/>
          </p:nvPr>
        </p:nvSpPr>
        <p:spPr>
          <a:xfrm>
            <a:off x="17599970" y="22014559"/>
            <a:ext cx="962940" cy="962940"/>
          </a:xfrm>
          <a:prstGeom prst="ellipse">
            <a:avLst/>
          </a:prstGeom>
          <a:ln w="34925">
            <a:solidFill>
              <a:schemeClr val="accent5">
                <a:lumMod val="60000"/>
                <a:lumOff val="40000"/>
              </a:schemeClr>
            </a:solidFill>
          </a:ln>
        </p:spPr>
        <p:txBody>
          <a:bodyPr lIns="0" tIns="0" rIns="0" bIns="0" anchor="ctr" anchorCtr="0"/>
          <a:lstStyle>
            <a:lvl1pPr algn="ctr">
              <a:defRPr sz="1600"/>
            </a:lvl1pPr>
          </a:lstStyle>
          <a:p>
            <a:pPr lvl="0"/>
            <a:r>
              <a:rPr lang="en-US" dirty="0"/>
              <a:t>Insert icon</a:t>
            </a:r>
            <a:endParaRPr lang="he-IL" dirty="0"/>
          </a:p>
        </p:txBody>
      </p:sp>
      <p:sp>
        <p:nvSpPr>
          <p:cNvPr id="20" name="Text Placeholder 31">
            <a:extLst>
              <a:ext uri="{FF2B5EF4-FFF2-40B4-BE49-F238E27FC236}">
                <a16:creationId xmlns:a16="http://schemas.microsoft.com/office/drawing/2014/main" id="{8F534CEE-1064-ED12-7C56-77EF3E686006}"/>
              </a:ext>
            </a:extLst>
          </p:cNvPr>
          <p:cNvSpPr>
            <a:spLocks noGrp="1"/>
          </p:cNvSpPr>
          <p:nvPr>
            <p:ph type="body" sz="quarter" idx="55" hasCustomPrompt="1"/>
          </p:nvPr>
        </p:nvSpPr>
        <p:spPr>
          <a:xfrm>
            <a:off x="26771105" y="20137973"/>
            <a:ext cx="3936796" cy="1307461"/>
          </a:xfrm>
          <a:prstGeom prst="roundRect">
            <a:avLst>
              <a:gd name="adj" fmla="val 50000"/>
            </a:avLst>
          </a:prstGeom>
          <a:solidFill>
            <a:schemeClr val="accent4"/>
          </a:solidFill>
          <a:ln>
            <a:noFill/>
          </a:ln>
        </p:spPr>
        <p:txBody>
          <a:bodyPr spcFirstLastPara="1" wrap="square" lIns="0" tIns="91425" rIns="972000" bIns="91425" anchor="ctr" anchorCtr="0">
            <a:noAutofit/>
          </a:bodyPr>
          <a:lstStyle>
            <a:lvl1pPr algn="l">
              <a:defRPr lang="he-IL" sz="2400" b="1" dirty="0">
                <a:solidFill>
                  <a:schemeClr val="tx2"/>
                </a:solidFill>
              </a:defRPr>
            </a:lvl1pPr>
          </a:lstStyle>
          <a:p>
            <a:pPr lvl="0" rtl="0">
              <a:spcBef>
                <a:spcPts val="0"/>
              </a:spcBef>
              <a:spcAft>
                <a:spcPts val="0"/>
              </a:spcAft>
            </a:pPr>
            <a:r>
              <a:rPr lang="en-US" dirty="0"/>
              <a:t>Click to edit text</a:t>
            </a:r>
            <a:endParaRPr lang="he-IL" dirty="0"/>
          </a:p>
        </p:txBody>
      </p:sp>
      <p:sp>
        <p:nvSpPr>
          <p:cNvPr id="21" name="Content Placeholder 15">
            <a:extLst>
              <a:ext uri="{FF2B5EF4-FFF2-40B4-BE49-F238E27FC236}">
                <a16:creationId xmlns:a16="http://schemas.microsoft.com/office/drawing/2014/main" id="{473DF0CE-D70B-A1CD-DD9D-1F2CD6674B7D}"/>
              </a:ext>
            </a:extLst>
          </p:cNvPr>
          <p:cNvSpPr>
            <a:spLocks noGrp="1"/>
          </p:cNvSpPr>
          <p:nvPr>
            <p:ph sz="quarter" idx="56" hasCustomPrompt="1"/>
          </p:nvPr>
        </p:nvSpPr>
        <p:spPr>
          <a:xfrm>
            <a:off x="29572695" y="20310233"/>
            <a:ext cx="962940" cy="962940"/>
          </a:xfrm>
          <a:prstGeom prst="ellipse">
            <a:avLst/>
          </a:prstGeom>
          <a:ln w="34925">
            <a:solidFill>
              <a:schemeClr val="bg2">
                <a:lumMod val="50000"/>
              </a:schemeClr>
            </a:solidFill>
          </a:ln>
        </p:spPr>
        <p:txBody>
          <a:bodyPr lIns="0" tIns="0" rIns="0" bIns="0" anchor="ctr" anchorCtr="0"/>
          <a:lstStyle>
            <a:lvl1pPr algn="ctr">
              <a:defRPr sz="1600"/>
            </a:lvl1pPr>
          </a:lstStyle>
          <a:p>
            <a:pPr lvl="0"/>
            <a:r>
              <a:rPr lang="en-US" dirty="0"/>
              <a:t>Insert icon</a:t>
            </a:r>
            <a:endParaRPr lang="he-IL" dirty="0"/>
          </a:p>
        </p:txBody>
      </p:sp>
      <p:sp>
        <p:nvSpPr>
          <p:cNvPr id="22" name="Text Placeholder 31">
            <a:extLst>
              <a:ext uri="{FF2B5EF4-FFF2-40B4-BE49-F238E27FC236}">
                <a16:creationId xmlns:a16="http://schemas.microsoft.com/office/drawing/2014/main" id="{9D8369F0-5E47-B2BF-B1F7-407BF5498669}"/>
              </a:ext>
            </a:extLst>
          </p:cNvPr>
          <p:cNvSpPr>
            <a:spLocks noGrp="1"/>
          </p:cNvSpPr>
          <p:nvPr>
            <p:ph type="body" sz="quarter" idx="57" hasCustomPrompt="1"/>
          </p:nvPr>
        </p:nvSpPr>
        <p:spPr>
          <a:xfrm>
            <a:off x="26117036" y="18411122"/>
            <a:ext cx="3936796" cy="1307461"/>
          </a:xfrm>
          <a:prstGeom prst="roundRect">
            <a:avLst>
              <a:gd name="adj" fmla="val 50000"/>
            </a:avLst>
          </a:prstGeom>
          <a:solidFill>
            <a:schemeClr val="accent1"/>
          </a:solidFill>
          <a:ln>
            <a:noFill/>
          </a:ln>
        </p:spPr>
        <p:txBody>
          <a:bodyPr spcFirstLastPara="1" wrap="square" lIns="0" tIns="91425" rIns="972000" bIns="91425" anchor="ctr" anchorCtr="0">
            <a:noAutofit/>
          </a:bodyPr>
          <a:lstStyle>
            <a:lvl1pPr algn="l">
              <a:defRPr lang="he-IL" sz="2400" b="1" dirty="0">
                <a:solidFill>
                  <a:schemeClr val="bg2"/>
                </a:solidFill>
              </a:defRPr>
            </a:lvl1pPr>
          </a:lstStyle>
          <a:p>
            <a:pPr lvl="0" rtl="0">
              <a:spcBef>
                <a:spcPts val="0"/>
              </a:spcBef>
              <a:spcAft>
                <a:spcPts val="0"/>
              </a:spcAft>
            </a:pPr>
            <a:r>
              <a:rPr lang="en-US" dirty="0"/>
              <a:t>Click to edit text</a:t>
            </a:r>
            <a:endParaRPr lang="he-IL" dirty="0"/>
          </a:p>
        </p:txBody>
      </p:sp>
      <p:sp>
        <p:nvSpPr>
          <p:cNvPr id="23" name="Content Placeholder 15">
            <a:extLst>
              <a:ext uri="{FF2B5EF4-FFF2-40B4-BE49-F238E27FC236}">
                <a16:creationId xmlns:a16="http://schemas.microsoft.com/office/drawing/2014/main" id="{8A566DB3-6006-6050-8977-9A2A12F6CDA6}"/>
              </a:ext>
            </a:extLst>
          </p:cNvPr>
          <p:cNvSpPr>
            <a:spLocks noGrp="1"/>
          </p:cNvSpPr>
          <p:nvPr>
            <p:ph sz="quarter" idx="58" hasCustomPrompt="1"/>
          </p:nvPr>
        </p:nvSpPr>
        <p:spPr>
          <a:xfrm>
            <a:off x="28918626" y="18583382"/>
            <a:ext cx="962940" cy="962940"/>
          </a:xfrm>
          <a:prstGeom prst="ellipse">
            <a:avLst/>
          </a:prstGeom>
          <a:ln w="34925">
            <a:solidFill>
              <a:schemeClr val="accent4"/>
            </a:solidFill>
          </a:ln>
        </p:spPr>
        <p:txBody>
          <a:bodyPr lIns="0" tIns="0" rIns="0" bIns="0" anchor="ctr" anchorCtr="0"/>
          <a:lstStyle>
            <a:lvl1pPr algn="ctr">
              <a:defRPr sz="1600"/>
            </a:lvl1pPr>
          </a:lstStyle>
          <a:p>
            <a:pPr lvl="0"/>
            <a:r>
              <a:rPr lang="en-US" dirty="0"/>
              <a:t>Insert icon</a:t>
            </a:r>
            <a:endParaRPr lang="he-IL" dirty="0"/>
          </a:p>
        </p:txBody>
      </p:sp>
      <p:sp>
        <p:nvSpPr>
          <p:cNvPr id="25" name="Text Placeholder 31">
            <a:extLst>
              <a:ext uri="{FF2B5EF4-FFF2-40B4-BE49-F238E27FC236}">
                <a16:creationId xmlns:a16="http://schemas.microsoft.com/office/drawing/2014/main" id="{A73E90D7-2B91-A982-BF44-8879CEBDFFDB}"/>
              </a:ext>
            </a:extLst>
          </p:cNvPr>
          <p:cNvSpPr>
            <a:spLocks noGrp="1"/>
          </p:cNvSpPr>
          <p:nvPr>
            <p:ph type="body" sz="quarter" idx="59" hasCustomPrompt="1"/>
          </p:nvPr>
        </p:nvSpPr>
        <p:spPr>
          <a:xfrm>
            <a:off x="26204959" y="21842299"/>
            <a:ext cx="3936796" cy="1307461"/>
          </a:xfrm>
          <a:prstGeom prst="roundRect">
            <a:avLst>
              <a:gd name="adj" fmla="val 50000"/>
            </a:avLst>
          </a:prstGeom>
          <a:solidFill>
            <a:schemeClr val="accent3">
              <a:lumMod val="75000"/>
            </a:schemeClr>
          </a:solidFill>
          <a:ln>
            <a:noFill/>
          </a:ln>
        </p:spPr>
        <p:txBody>
          <a:bodyPr spcFirstLastPara="1" wrap="square" lIns="0" tIns="91425" rIns="972000" bIns="91425" anchor="ctr" anchorCtr="0">
            <a:noAutofit/>
          </a:bodyPr>
          <a:lstStyle>
            <a:lvl1pPr algn="l">
              <a:defRPr lang="he-IL" sz="2400" b="1" dirty="0">
                <a:solidFill>
                  <a:schemeClr val="bg2"/>
                </a:solidFill>
              </a:defRPr>
            </a:lvl1pPr>
          </a:lstStyle>
          <a:p>
            <a:pPr lvl="0" rtl="0">
              <a:spcBef>
                <a:spcPts val="0"/>
              </a:spcBef>
              <a:spcAft>
                <a:spcPts val="0"/>
              </a:spcAft>
            </a:pPr>
            <a:r>
              <a:rPr lang="en-US" dirty="0"/>
              <a:t>Click to edit text</a:t>
            </a:r>
            <a:endParaRPr lang="he-IL" dirty="0"/>
          </a:p>
        </p:txBody>
      </p:sp>
      <p:sp>
        <p:nvSpPr>
          <p:cNvPr id="48" name="Content Placeholder 15">
            <a:extLst>
              <a:ext uri="{FF2B5EF4-FFF2-40B4-BE49-F238E27FC236}">
                <a16:creationId xmlns:a16="http://schemas.microsoft.com/office/drawing/2014/main" id="{A114BC26-F931-4454-86F7-AC39F93F32F7}"/>
              </a:ext>
            </a:extLst>
          </p:cNvPr>
          <p:cNvSpPr>
            <a:spLocks noGrp="1"/>
          </p:cNvSpPr>
          <p:nvPr>
            <p:ph sz="quarter" idx="60" hasCustomPrompt="1"/>
          </p:nvPr>
        </p:nvSpPr>
        <p:spPr>
          <a:xfrm>
            <a:off x="29006549" y="22014559"/>
            <a:ext cx="962940" cy="962940"/>
          </a:xfrm>
          <a:prstGeom prst="ellipse">
            <a:avLst/>
          </a:prstGeom>
          <a:ln w="34925">
            <a:solidFill>
              <a:schemeClr val="accent3">
                <a:lumMod val="60000"/>
                <a:lumOff val="40000"/>
              </a:schemeClr>
            </a:solidFill>
          </a:ln>
        </p:spPr>
        <p:txBody>
          <a:bodyPr lIns="0" tIns="0" rIns="0" bIns="0" anchor="ctr" anchorCtr="0"/>
          <a:lstStyle>
            <a:lvl1pPr algn="ctr">
              <a:defRPr sz="1600"/>
            </a:lvl1pPr>
          </a:lstStyle>
          <a:p>
            <a:pPr lvl="0"/>
            <a:r>
              <a:rPr lang="en-US" dirty="0"/>
              <a:t>Insert icon</a:t>
            </a:r>
            <a:endParaRPr lang="he-IL" dirty="0"/>
          </a:p>
        </p:txBody>
      </p:sp>
      <p:cxnSp>
        <p:nvCxnSpPr>
          <p:cNvPr id="50" name="Straight Connector 49">
            <a:extLst>
              <a:ext uri="{FF2B5EF4-FFF2-40B4-BE49-F238E27FC236}">
                <a16:creationId xmlns:a16="http://schemas.microsoft.com/office/drawing/2014/main" id="{98CCEAAB-9B22-C2C3-CA85-CC32634FDA6A}"/>
              </a:ext>
            </a:extLst>
          </p:cNvPr>
          <p:cNvCxnSpPr>
            <a:cxnSpLocks/>
            <a:stCxn id="64" idx="6"/>
            <a:endCxn id="63" idx="1"/>
          </p:cNvCxnSpPr>
          <p:nvPr userDrawn="1"/>
        </p:nvCxnSpPr>
        <p:spPr>
          <a:xfrm>
            <a:off x="22159277" y="19360152"/>
            <a:ext cx="767382" cy="354345"/>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3412ECD-DACC-8297-E5CC-626B89A74C5C}"/>
              </a:ext>
            </a:extLst>
          </p:cNvPr>
          <p:cNvCxnSpPr>
            <a:cxnSpLocks/>
            <a:stCxn id="65" idx="3"/>
            <a:endCxn id="63" idx="7"/>
          </p:cNvCxnSpPr>
          <p:nvPr userDrawn="1"/>
        </p:nvCxnSpPr>
        <p:spPr>
          <a:xfrm flipH="1">
            <a:off x="24906710" y="19255523"/>
            <a:ext cx="341756" cy="458974"/>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76BA0E55-F57E-EF2C-35A8-30112DBDA13D}"/>
              </a:ext>
            </a:extLst>
          </p:cNvPr>
          <p:cNvCxnSpPr>
            <a:cxnSpLocks/>
            <a:stCxn id="69" idx="6"/>
          </p:cNvCxnSpPr>
          <p:nvPr userDrawn="1"/>
        </p:nvCxnSpPr>
        <p:spPr>
          <a:xfrm>
            <a:off x="21718642" y="20809788"/>
            <a:ext cx="698744" cy="4992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9CAF3FC-D181-FF40-D647-6CF61F2CD037}"/>
              </a:ext>
            </a:extLst>
          </p:cNvPr>
          <p:cNvCxnSpPr>
            <a:stCxn id="68" idx="7"/>
            <a:endCxn id="63" idx="3"/>
          </p:cNvCxnSpPr>
          <p:nvPr userDrawn="1"/>
        </p:nvCxnSpPr>
        <p:spPr>
          <a:xfrm flipV="1">
            <a:off x="22159891" y="21694548"/>
            <a:ext cx="766768" cy="526524"/>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073D232-7AB9-A3B2-B7AC-72DF6EDA78CB}"/>
              </a:ext>
            </a:extLst>
          </p:cNvPr>
          <p:cNvCxnSpPr>
            <a:cxnSpLocks/>
            <a:stCxn id="67" idx="1"/>
            <a:endCxn id="63" idx="5"/>
          </p:cNvCxnSpPr>
          <p:nvPr userDrawn="1"/>
        </p:nvCxnSpPr>
        <p:spPr>
          <a:xfrm flipH="1" flipV="1">
            <a:off x="24906710" y="21694548"/>
            <a:ext cx="540759" cy="324733"/>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D0F8D684-336B-C94E-55BC-4996136A6D95}"/>
              </a:ext>
            </a:extLst>
          </p:cNvPr>
          <p:cNvCxnSpPr>
            <a:cxnSpLocks/>
            <a:stCxn id="66" idx="2"/>
            <a:endCxn id="63" idx="6"/>
          </p:cNvCxnSpPr>
          <p:nvPr userDrawn="1"/>
        </p:nvCxnSpPr>
        <p:spPr>
          <a:xfrm flipH="1" flipV="1">
            <a:off x="25316792" y="20704523"/>
            <a:ext cx="619442" cy="49355"/>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3" name="Text Placeholder 123">
            <a:extLst>
              <a:ext uri="{FF2B5EF4-FFF2-40B4-BE49-F238E27FC236}">
                <a16:creationId xmlns:a16="http://schemas.microsoft.com/office/drawing/2014/main" id="{FDD3124B-B82A-88CB-85DC-950B78D1053D}"/>
              </a:ext>
            </a:extLst>
          </p:cNvPr>
          <p:cNvSpPr>
            <a:spLocks noGrp="1"/>
          </p:cNvSpPr>
          <p:nvPr>
            <p:ph type="body" sz="quarter" idx="61"/>
          </p:nvPr>
        </p:nvSpPr>
        <p:spPr>
          <a:xfrm>
            <a:off x="22516577" y="19304415"/>
            <a:ext cx="2800215" cy="2800215"/>
          </a:xfrm>
          <a:prstGeom prst="ellipse">
            <a:avLst/>
          </a:prstGeom>
          <a:solidFill>
            <a:schemeClr val="bg2"/>
          </a:solidFill>
          <a:ln w="257175">
            <a:solidFill>
              <a:schemeClr val="accent4"/>
            </a:solidFill>
          </a:ln>
        </p:spPr>
        <p:txBody>
          <a:bodyPr anchor="ctr" anchorCtr="0"/>
          <a:lstStyle>
            <a:lvl1pPr algn="ctr">
              <a:defRPr sz="2800" b="1"/>
            </a:lvl1pPr>
          </a:lstStyle>
          <a:p>
            <a:pPr lvl="0"/>
            <a:r>
              <a:rPr lang="en-US" dirty="0"/>
              <a:t>Click to edit Master text styles</a:t>
            </a:r>
            <a:endParaRPr lang="he-IL" dirty="0"/>
          </a:p>
        </p:txBody>
      </p:sp>
      <p:sp>
        <p:nvSpPr>
          <p:cNvPr id="64" name="Text Placeholder 31">
            <a:extLst>
              <a:ext uri="{FF2B5EF4-FFF2-40B4-BE49-F238E27FC236}">
                <a16:creationId xmlns:a16="http://schemas.microsoft.com/office/drawing/2014/main" id="{E8736487-BF06-DB58-02B8-FCD2FC3B9CBC}"/>
              </a:ext>
            </a:extLst>
          </p:cNvPr>
          <p:cNvSpPr>
            <a:spLocks noGrp="1"/>
          </p:cNvSpPr>
          <p:nvPr>
            <p:ph type="body" sz="quarter" idx="62" hasCustomPrompt="1"/>
          </p:nvPr>
        </p:nvSpPr>
        <p:spPr>
          <a:xfrm>
            <a:off x="21671885" y="19111344"/>
            <a:ext cx="487392" cy="497615"/>
          </a:xfrm>
          <a:prstGeom prst="ellipse">
            <a:avLst/>
          </a:prstGeom>
          <a:solidFill>
            <a:schemeClr val="accent3"/>
          </a:solidFill>
          <a:ln w="130175" cmpd="dbl">
            <a:solidFill>
              <a:schemeClr val="accent3"/>
            </a:solidFill>
          </a:ln>
        </p:spPr>
        <p:txBody>
          <a:bodyPr spcFirstLastPara="1" wrap="square" lIns="91425" tIns="0" rIns="91425" bIns="0" anchor="ctr" anchorCtr="0">
            <a:noAutofit/>
          </a:bodyPr>
          <a:lstStyle>
            <a:lvl1pPr algn="ctr">
              <a:defRPr lang="he-IL" sz="1800" b="0" kern="1200" dirty="0">
                <a:solidFill>
                  <a:schemeClr val="bg2"/>
                </a:solidFill>
                <a:latin typeface="Fedra Sans Bar-ilan Medium" pitchFamily="50" charset="-79"/>
                <a:ea typeface="+mn-ea"/>
                <a:cs typeface="Fedra Sans Bar-ilan Medium" pitchFamily="50" charset="-79"/>
              </a:defRPr>
            </a:lvl1pPr>
            <a:lvl2pPr>
              <a:defRPr lang="en-US" sz="1800" smtClean="0"/>
            </a:lvl2pPr>
            <a:lvl3pPr>
              <a:defRPr lang="en-US" sz="1800" smtClean="0"/>
            </a:lvl3pPr>
            <a:lvl4pPr>
              <a:defRPr lang="en-US" sz="1800" smtClean="0"/>
            </a:lvl4pPr>
            <a:lvl5pPr>
              <a:defRPr lang="he-IL" sz="1800"/>
            </a:lvl5pPr>
          </a:lstStyle>
          <a:p>
            <a:pPr lvl="0" algn="ctr">
              <a:spcAft>
                <a:spcPts val="600"/>
              </a:spcAft>
            </a:pPr>
            <a:r>
              <a:rPr lang="en-US" dirty="0"/>
              <a:t>#</a:t>
            </a:r>
            <a:endParaRPr lang="he-IL" dirty="0"/>
          </a:p>
        </p:txBody>
      </p:sp>
      <p:sp>
        <p:nvSpPr>
          <p:cNvPr id="65" name="Text Placeholder 31">
            <a:extLst>
              <a:ext uri="{FF2B5EF4-FFF2-40B4-BE49-F238E27FC236}">
                <a16:creationId xmlns:a16="http://schemas.microsoft.com/office/drawing/2014/main" id="{DBF1F9E0-ECFF-F21C-4BE4-EC5920406A46}"/>
              </a:ext>
            </a:extLst>
          </p:cNvPr>
          <p:cNvSpPr>
            <a:spLocks noGrp="1"/>
          </p:cNvSpPr>
          <p:nvPr>
            <p:ph type="body" sz="quarter" idx="63" hasCustomPrompt="1"/>
          </p:nvPr>
        </p:nvSpPr>
        <p:spPr>
          <a:xfrm>
            <a:off x="25177089" y="18830782"/>
            <a:ext cx="487392" cy="497615"/>
          </a:xfrm>
          <a:prstGeom prst="ellipse">
            <a:avLst/>
          </a:prstGeom>
          <a:solidFill>
            <a:schemeClr val="bg2"/>
          </a:solidFill>
          <a:ln w="130175" cmpd="dbl">
            <a:solidFill>
              <a:schemeClr val="bg2"/>
            </a:solidFill>
          </a:ln>
        </p:spPr>
        <p:txBody>
          <a:bodyPr spcFirstLastPara="1" wrap="square" lIns="91425" tIns="0" rIns="91425" bIns="0" anchor="ctr" anchorCtr="0">
            <a:noAutofit/>
          </a:bodyPr>
          <a:lstStyle>
            <a:lvl1pPr algn="ctr">
              <a:defRPr lang="he-IL" sz="1800" b="0" kern="1200" dirty="0">
                <a:solidFill>
                  <a:schemeClr val="tx2">
                    <a:lumMod val="75000"/>
                  </a:schemeClr>
                </a:solidFill>
                <a:latin typeface="Fedra Sans Bar-ilan Medium" pitchFamily="50" charset="-79"/>
                <a:ea typeface="+mn-ea"/>
                <a:cs typeface="Fedra Sans Bar-ilan Medium" pitchFamily="50" charset="-79"/>
              </a:defRPr>
            </a:lvl1pPr>
            <a:lvl2pPr>
              <a:defRPr lang="en-US" sz="1800" smtClean="0"/>
            </a:lvl2pPr>
            <a:lvl3pPr>
              <a:defRPr lang="en-US" sz="1800" smtClean="0"/>
            </a:lvl3pPr>
            <a:lvl4pPr>
              <a:defRPr lang="en-US" sz="1800" smtClean="0"/>
            </a:lvl4pPr>
            <a:lvl5pPr>
              <a:defRPr lang="he-IL" sz="1800"/>
            </a:lvl5pPr>
          </a:lstStyle>
          <a:p>
            <a:pPr lvl="0" algn="ctr">
              <a:spcAft>
                <a:spcPts val="600"/>
              </a:spcAft>
            </a:pPr>
            <a:r>
              <a:rPr lang="en-US" dirty="0"/>
              <a:t>#</a:t>
            </a:r>
            <a:endParaRPr lang="he-IL" dirty="0"/>
          </a:p>
        </p:txBody>
      </p:sp>
      <p:sp>
        <p:nvSpPr>
          <p:cNvPr id="66" name="Text Placeholder 31">
            <a:extLst>
              <a:ext uri="{FF2B5EF4-FFF2-40B4-BE49-F238E27FC236}">
                <a16:creationId xmlns:a16="http://schemas.microsoft.com/office/drawing/2014/main" id="{E69F398E-A5AF-7A6C-7FD5-3C5B8B86FECC}"/>
              </a:ext>
            </a:extLst>
          </p:cNvPr>
          <p:cNvSpPr>
            <a:spLocks noGrp="1"/>
          </p:cNvSpPr>
          <p:nvPr>
            <p:ph type="body" sz="quarter" idx="64" hasCustomPrompt="1"/>
          </p:nvPr>
        </p:nvSpPr>
        <p:spPr>
          <a:xfrm>
            <a:off x="25936234" y="20505070"/>
            <a:ext cx="487392" cy="497615"/>
          </a:xfrm>
          <a:prstGeom prst="ellipse">
            <a:avLst/>
          </a:prstGeom>
          <a:solidFill>
            <a:srgbClr val="77CDE6"/>
          </a:solidFill>
          <a:ln w="130175" cmpd="dbl">
            <a:solidFill>
              <a:schemeClr val="accent1"/>
            </a:solidFill>
          </a:ln>
        </p:spPr>
        <p:txBody>
          <a:bodyPr spcFirstLastPara="1" wrap="square" lIns="91425" tIns="0" rIns="91425" bIns="0" anchor="ctr" anchorCtr="0">
            <a:noAutofit/>
          </a:bodyPr>
          <a:lstStyle>
            <a:lvl1pPr algn="ctr">
              <a:defRPr lang="he-IL" sz="1800" b="0" kern="1200" dirty="0">
                <a:solidFill>
                  <a:schemeClr val="bg2"/>
                </a:solidFill>
                <a:latin typeface="Fedra Sans Bar-ilan Medium" pitchFamily="50" charset="-79"/>
                <a:ea typeface="+mn-ea"/>
                <a:cs typeface="Fedra Sans Bar-ilan Medium" pitchFamily="50" charset="-79"/>
              </a:defRPr>
            </a:lvl1pPr>
            <a:lvl2pPr>
              <a:defRPr lang="en-US" sz="1800" smtClean="0"/>
            </a:lvl2pPr>
            <a:lvl3pPr>
              <a:defRPr lang="en-US" sz="1800" smtClean="0"/>
            </a:lvl3pPr>
            <a:lvl4pPr>
              <a:defRPr lang="en-US" sz="1800" smtClean="0"/>
            </a:lvl4pPr>
            <a:lvl5pPr>
              <a:defRPr lang="he-IL" sz="1800"/>
            </a:lvl5pPr>
          </a:lstStyle>
          <a:p>
            <a:pPr lvl="0" algn="ctr">
              <a:spcAft>
                <a:spcPts val="600"/>
              </a:spcAft>
            </a:pPr>
            <a:r>
              <a:rPr lang="en-US" dirty="0"/>
              <a:t>#</a:t>
            </a:r>
            <a:endParaRPr lang="he-IL" dirty="0"/>
          </a:p>
        </p:txBody>
      </p:sp>
      <p:sp>
        <p:nvSpPr>
          <p:cNvPr id="67" name="Text Placeholder 31">
            <a:extLst>
              <a:ext uri="{FF2B5EF4-FFF2-40B4-BE49-F238E27FC236}">
                <a16:creationId xmlns:a16="http://schemas.microsoft.com/office/drawing/2014/main" id="{43566DD8-1516-8839-CA11-07A7BB4BE047}"/>
              </a:ext>
            </a:extLst>
          </p:cNvPr>
          <p:cNvSpPr>
            <a:spLocks noGrp="1"/>
          </p:cNvSpPr>
          <p:nvPr>
            <p:ph type="body" sz="quarter" idx="65" hasCustomPrompt="1"/>
          </p:nvPr>
        </p:nvSpPr>
        <p:spPr>
          <a:xfrm>
            <a:off x="25376092" y="21946407"/>
            <a:ext cx="487392" cy="497615"/>
          </a:xfrm>
          <a:prstGeom prst="ellipse">
            <a:avLst/>
          </a:prstGeom>
          <a:solidFill>
            <a:schemeClr val="accent3">
              <a:lumMod val="75000"/>
            </a:schemeClr>
          </a:solidFill>
          <a:ln w="130175" cmpd="dbl">
            <a:solidFill>
              <a:schemeClr val="accent3">
                <a:lumMod val="75000"/>
              </a:schemeClr>
            </a:solidFill>
          </a:ln>
        </p:spPr>
        <p:txBody>
          <a:bodyPr spcFirstLastPara="1" wrap="square" lIns="91425" tIns="0" rIns="91425" bIns="0" anchor="ctr" anchorCtr="0">
            <a:noAutofit/>
          </a:bodyPr>
          <a:lstStyle>
            <a:lvl1pPr algn="ctr">
              <a:defRPr lang="he-IL" sz="1800" b="0" kern="1200" dirty="0">
                <a:solidFill>
                  <a:schemeClr val="bg2"/>
                </a:solidFill>
                <a:latin typeface="Fedra Sans Bar-ilan Medium" pitchFamily="50" charset="-79"/>
                <a:ea typeface="+mn-ea"/>
                <a:cs typeface="Fedra Sans Bar-ilan Medium" pitchFamily="50" charset="-79"/>
              </a:defRPr>
            </a:lvl1pPr>
            <a:lvl2pPr>
              <a:defRPr lang="en-US" sz="1800" smtClean="0"/>
            </a:lvl2pPr>
            <a:lvl3pPr>
              <a:defRPr lang="en-US" sz="1800" smtClean="0"/>
            </a:lvl3pPr>
            <a:lvl4pPr>
              <a:defRPr lang="en-US" sz="1800" smtClean="0"/>
            </a:lvl4pPr>
            <a:lvl5pPr>
              <a:defRPr lang="he-IL" sz="1800"/>
            </a:lvl5pPr>
          </a:lstStyle>
          <a:p>
            <a:pPr lvl="0" algn="ctr">
              <a:spcAft>
                <a:spcPts val="600"/>
              </a:spcAft>
            </a:pPr>
            <a:r>
              <a:rPr lang="en-US" dirty="0"/>
              <a:t>#</a:t>
            </a:r>
            <a:endParaRPr lang="he-IL" dirty="0"/>
          </a:p>
        </p:txBody>
      </p:sp>
      <p:sp>
        <p:nvSpPr>
          <p:cNvPr id="68" name="Text Placeholder 31">
            <a:extLst>
              <a:ext uri="{FF2B5EF4-FFF2-40B4-BE49-F238E27FC236}">
                <a16:creationId xmlns:a16="http://schemas.microsoft.com/office/drawing/2014/main" id="{39A32AB3-D6A0-F294-F83F-8ED6482A8FCD}"/>
              </a:ext>
            </a:extLst>
          </p:cNvPr>
          <p:cNvSpPr>
            <a:spLocks noGrp="1"/>
          </p:cNvSpPr>
          <p:nvPr>
            <p:ph type="body" sz="quarter" idx="66" hasCustomPrompt="1"/>
          </p:nvPr>
        </p:nvSpPr>
        <p:spPr>
          <a:xfrm>
            <a:off x="21743876" y="22148198"/>
            <a:ext cx="487392" cy="497615"/>
          </a:xfrm>
          <a:prstGeom prst="ellipse">
            <a:avLst/>
          </a:prstGeom>
          <a:solidFill>
            <a:srgbClr val="77CDE6"/>
          </a:solidFill>
          <a:ln w="130175" cmpd="dbl">
            <a:solidFill>
              <a:schemeClr val="accent1"/>
            </a:solidFill>
          </a:ln>
        </p:spPr>
        <p:txBody>
          <a:bodyPr spcFirstLastPara="1" vert="horz" wrap="square" lIns="91425" tIns="0" rIns="91425" bIns="0" rtlCol="0" anchor="ctr" anchorCtr="0">
            <a:noAutofit/>
          </a:bodyPr>
          <a:lstStyle>
            <a:lvl1pPr>
              <a:defRPr lang="he-IL" sz="1800" dirty="0">
                <a:solidFill>
                  <a:schemeClr val="bg2"/>
                </a:solidFill>
                <a:latin typeface="Fedra Sans Bar-ilan Medium" pitchFamily="50" charset="-79"/>
                <a:cs typeface="Fedra Sans Bar-ilan Medium" pitchFamily="50" charset="-79"/>
              </a:defRPr>
            </a:lvl1pPr>
          </a:lstStyle>
          <a:p>
            <a:pPr lvl="0" algn="ctr">
              <a:spcAft>
                <a:spcPts val="600"/>
              </a:spcAft>
            </a:pPr>
            <a:r>
              <a:rPr lang="en-US" dirty="0"/>
              <a:t>#</a:t>
            </a:r>
            <a:endParaRPr lang="he-IL" dirty="0"/>
          </a:p>
        </p:txBody>
      </p:sp>
      <p:sp>
        <p:nvSpPr>
          <p:cNvPr id="69" name="Text Placeholder 31">
            <a:extLst>
              <a:ext uri="{FF2B5EF4-FFF2-40B4-BE49-F238E27FC236}">
                <a16:creationId xmlns:a16="http://schemas.microsoft.com/office/drawing/2014/main" id="{040972C6-53DB-DDD6-8D08-226E8FA4A9B2}"/>
              </a:ext>
            </a:extLst>
          </p:cNvPr>
          <p:cNvSpPr>
            <a:spLocks noGrp="1"/>
          </p:cNvSpPr>
          <p:nvPr>
            <p:ph type="body" sz="quarter" idx="67" hasCustomPrompt="1"/>
          </p:nvPr>
        </p:nvSpPr>
        <p:spPr>
          <a:xfrm>
            <a:off x="21231250" y="20560980"/>
            <a:ext cx="487392" cy="497615"/>
          </a:xfrm>
          <a:prstGeom prst="ellipse">
            <a:avLst/>
          </a:prstGeom>
          <a:solidFill>
            <a:schemeClr val="bg2"/>
          </a:solidFill>
          <a:ln w="130175" cmpd="dbl">
            <a:solidFill>
              <a:schemeClr val="bg2"/>
            </a:solidFill>
          </a:ln>
        </p:spPr>
        <p:txBody>
          <a:bodyPr spcFirstLastPara="1" vert="horz" wrap="square" lIns="91425" tIns="0" rIns="91425" bIns="0" rtlCol="0" anchor="ctr" anchorCtr="0">
            <a:noAutofit/>
          </a:bodyPr>
          <a:lstStyle>
            <a:lvl1pPr>
              <a:defRPr lang="he-IL" sz="1800" dirty="0">
                <a:solidFill>
                  <a:schemeClr val="tx2">
                    <a:lumMod val="75000"/>
                  </a:schemeClr>
                </a:solidFill>
                <a:latin typeface="Fedra Sans Bar-ilan Medium" pitchFamily="50" charset="-79"/>
                <a:cs typeface="Fedra Sans Bar-ilan Medium" pitchFamily="50" charset="-79"/>
              </a:defRPr>
            </a:lvl1pPr>
          </a:lstStyle>
          <a:p>
            <a:pPr lvl="0" algn="ctr">
              <a:spcAft>
                <a:spcPts val="600"/>
              </a:spcAft>
            </a:pPr>
            <a:r>
              <a:rPr lang="en-US" dirty="0"/>
              <a:t>#</a:t>
            </a:r>
            <a:endParaRPr lang="he-IL" dirty="0"/>
          </a:p>
        </p:txBody>
      </p:sp>
      <p:cxnSp>
        <p:nvCxnSpPr>
          <p:cNvPr id="71" name="Straight Connector 70">
            <a:extLst>
              <a:ext uri="{FF2B5EF4-FFF2-40B4-BE49-F238E27FC236}">
                <a16:creationId xmlns:a16="http://schemas.microsoft.com/office/drawing/2014/main" id="{59CE3096-FD4C-382F-ADA5-0CB5A35467BD}"/>
              </a:ext>
            </a:extLst>
          </p:cNvPr>
          <p:cNvCxnSpPr/>
          <p:nvPr userDrawn="1"/>
        </p:nvCxnSpPr>
        <p:spPr>
          <a:xfrm>
            <a:off x="0" y="24541503"/>
            <a:ext cx="32399288"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CDE6F98-DE1D-F134-AFFC-1888D5E5DDB9}"/>
              </a:ext>
            </a:extLst>
          </p:cNvPr>
          <p:cNvCxnSpPr/>
          <p:nvPr userDrawn="1"/>
        </p:nvCxnSpPr>
        <p:spPr>
          <a:xfrm>
            <a:off x="0" y="35198472"/>
            <a:ext cx="32399288"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
        <p:nvSpPr>
          <p:cNvPr id="86" name="Text Placeholder 12">
            <a:extLst>
              <a:ext uri="{FF2B5EF4-FFF2-40B4-BE49-F238E27FC236}">
                <a16:creationId xmlns:a16="http://schemas.microsoft.com/office/drawing/2014/main" id="{F86AF7DE-E4D4-0A17-2D95-B9DC1BD38D94}"/>
              </a:ext>
            </a:extLst>
          </p:cNvPr>
          <p:cNvSpPr>
            <a:spLocks noGrp="1"/>
          </p:cNvSpPr>
          <p:nvPr>
            <p:ph type="body" sz="quarter" idx="68" hasCustomPrompt="1"/>
          </p:nvPr>
        </p:nvSpPr>
        <p:spPr>
          <a:xfrm>
            <a:off x="24021956" y="12598165"/>
            <a:ext cx="6735439" cy="1368425"/>
          </a:xfrm>
        </p:spPr>
        <p:txBody>
          <a:bodyPr/>
          <a:lstStyle>
            <a:lvl1pPr marL="457200" indent="-457200" algn="l" rtl="0">
              <a:spcBef>
                <a:spcPts val="1200"/>
              </a:spcBef>
              <a:spcAft>
                <a:spcPts val="1200"/>
              </a:spcAft>
              <a:buFontTx/>
              <a:buBlip>
                <a:blip r:embed="rId2"/>
              </a:buBlip>
              <a:defRPr sz="2800">
                <a:solidFill>
                  <a:schemeClr val="bg1"/>
                </a:solidFill>
              </a:defRPr>
            </a:lvl1pPr>
          </a:lstStyle>
          <a:p>
            <a:r>
              <a:rPr lang="en-US" dirty="0"/>
              <a:t>Lorem Ipsum is simply dummy text of the printing and typesetting industry. Lorem Ipsum has been the industry's standard dummy text</a:t>
            </a:r>
            <a:endParaRPr lang="he-IL" dirty="0"/>
          </a:p>
        </p:txBody>
      </p:sp>
      <p:sp>
        <p:nvSpPr>
          <p:cNvPr id="87" name="Text Placeholder 12">
            <a:extLst>
              <a:ext uri="{FF2B5EF4-FFF2-40B4-BE49-F238E27FC236}">
                <a16:creationId xmlns:a16="http://schemas.microsoft.com/office/drawing/2014/main" id="{C3A16247-BD87-265C-E888-D43936B68D6F}"/>
              </a:ext>
            </a:extLst>
          </p:cNvPr>
          <p:cNvSpPr>
            <a:spLocks noGrp="1"/>
          </p:cNvSpPr>
          <p:nvPr>
            <p:ph type="body" sz="quarter" idx="69" hasCustomPrompt="1"/>
          </p:nvPr>
        </p:nvSpPr>
        <p:spPr>
          <a:xfrm>
            <a:off x="24021956" y="14284090"/>
            <a:ext cx="6735439" cy="1368425"/>
          </a:xfrm>
        </p:spPr>
        <p:txBody>
          <a:bodyPr/>
          <a:lstStyle>
            <a:lvl1pPr marL="457200" indent="-457200" algn="l" rtl="0">
              <a:spcBef>
                <a:spcPts val="1200"/>
              </a:spcBef>
              <a:spcAft>
                <a:spcPts val="1200"/>
              </a:spcAft>
              <a:buFontTx/>
              <a:buBlip>
                <a:blip r:embed="rId2"/>
              </a:buBlip>
              <a:defRPr sz="2800">
                <a:solidFill>
                  <a:schemeClr val="bg1"/>
                </a:solidFill>
              </a:defRPr>
            </a:lvl1pPr>
          </a:lstStyle>
          <a:p>
            <a:r>
              <a:rPr lang="en-US" dirty="0"/>
              <a:t>Lorem Ipsum is simply dummy text of the printing and typesetting industry. Lorem Ipsum has been the industry's standard dummy</a:t>
            </a:r>
            <a:endParaRPr lang="he-IL" dirty="0"/>
          </a:p>
        </p:txBody>
      </p:sp>
      <p:sp>
        <p:nvSpPr>
          <p:cNvPr id="88" name="Text Placeholder 12">
            <a:extLst>
              <a:ext uri="{FF2B5EF4-FFF2-40B4-BE49-F238E27FC236}">
                <a16:creationId xmlns:a16="http://schemas.microsoft.com/office/drawing/2014/main" id="{16069145-BD7D-1A0D-F8A5-67FE0C4A8851}"/>
              </a:ext>
            </a:extLst>
          </p:cNvPr>
          <p:cNvSpPr>
            <a:spLocks noGrp="1"/>
          </p:cNvSpPr>
          <p:nvPr>
            <p:ph type="body" sz="quarter" idx="70" hasCustomPrompt="1"/>
          </p:nvPr>
        </p:nvSpPr>
        <p:spPr>
          <a:xfrm>
            <a:off x="24021956" y="15963665"/>
            <a:ext cx="6735439" cy="1368425"/>
          </a:xfrm>
        </p:spPr>
        <p:txBody>
          <a:bodyPr/>
          <a:lstStyle>
            <a:lvl1pPr marL="457200" indent="-457200" algn="l" rtl="0">
              <a:spcBef>
                <a:spcPts val="1200"/>
              </a:spcBef>
              <a:spcAft>
                <a:spcPts val="1200"/>
              </a:spcAft>
              <a:buFontTx/>
              <a:buBlip>
                <a:blip r:embed="rId2"/>
              </a:buBlip>
              <a:defRPr sz="2800">
                <a:solidFill>
                  <a:schemeClr val="bg1"/>
                </a:solidFill>
              </a:defRPr>
            </a:lvl1pPr>
          </a:lstStyle>
          <a:p>
            <a:r>
              <a:rPr lang="en-US" dirty="0"/>
              <a:t>Lorem Ipsum is simply dummy text of the printing and typesetting industry. Lorem Ipsum has been the industry's standard dummy</a:t>
            </a:r>
            <a:endParaRPr lang="he-IL" dirty="0"/>
          </a:p>
        </p:txBody>
      </p:sp>
      <p:sp>
        <p:nvSpPr>
          <p:cNvPr id="91" name="Table Placeholder 90">
            <a:extLst>
              <a:ext uri="{FF2B5EF4-FFF2-40B4-BE49-F238E27FC236}">
                <a16:creationId xmlns:a16="http://schemas.microsoft.com/office/drawing/2014/main" id="{37314DB2-8E58-BC52-FB41-F7C0240F551C}"/>
              </a:ext>
            </a:extLst>
          </p:cNvPr>
          <p:cNvSpPr>
            <a:spLocks noGrp="1"/>
          </p:cNvSpPr>
          <p:nvPr>
            <p:ph type="tbl" sz="quarter" idx="71"/>
          </p:nvPr>
        </p:nvSpPr>
        <p:spPr>
          <a:xfrm>
            <a:off x="1641475" y="18533637"/>
            <a:ext cx="13992225" cy="4730750"/>
          </a:xfrm>
        </p:spPr>
        <p:txBody>
          <a:bodyPr/>
          <a:lstStyle>
            <a:lvl1pPr>
              <a:defRPr>
                <a:solidFill>
                  <a:schemeClr val="bg2"/>
                </a:solidFill>
              </a:defRPr>
            </a:lvl1pPr>
          </a:lstStyle>
          <a:p>
            <a:endParaRPr lang="he-IL" dirty="0"/>
          </a:p>
        </p:txBody>
      </p:sp>
      <p:pic>
        <p:nvPicPr>
          <p:cNvPr id="30" name="Picture 29" descr="A black and white logo&#10;&#10;Description automatically generated with low confidence">
            <a:extLst>
              <a:ext uri="{FF2B5EF4-FFF2-40B4-BE49-F238E27FC236}">
                <a16:creationId xmlns:a16="http://schemas.microsoft.com/office/drawing/2014/main" id="{55A76812-E53F-7B99-5280-2D4E51012C2A}"/>
              </a:ext>
            </a:extLst>
          </p:cNvPr>
          <p:cNvPicPr>
            <a:picLocks noChangeAspect="1"/>
          </p:cNvPicPr>
          <p:nvPr userDrawn="1"/>
        </p:nvPicPr>
        <p:blipFill rotWithShape="1">
          <a:blip r:embed="rId4"/>
          <a:srcRect l="22645" r="-1" b="-313"/>
          <a:stretch/>
        </p:blipFill>
        <p:spPr>
          <a:xfrm flipH="1">
            <a:off x="25287152" y="1410830"/>
            <a:ext cx="7112135" cy="9222825"/>
          </a:xfrm>
          <a:prstGeom prst="rect">
            <a:avLst/>
          </a:prstGeom>
        </p:spPr>
      </p:pic>
      <p:pic>
        <p:nvPicPr>
          <p:cNvPr id="32" name="Picture 31" descr="A black and white logo&#10;&#10;Description automatically generated with low confidence">
            <a:extLst>
              <a:ext uri="{FF2B5EF4-FFF2-40B4-BE49-F238E27FC236}">
                <a16:creationId xmlns:a16="http://schemas.microsoft.com/office/drawing/2014/main" id="{458CC098-2191-DDFE-3CB6-7DF0EE782BF4}"/>
              </a:ext>
            </a:extLst>
          </p:cNvPr>
          <p:cNvPicPr>
            <a:picLocks noChangeAspect="1"/>
          </p:cNvPicPr>
          <p:nvPr userDrawn="1"/>
        </p:nvPicPr>
        <p:blipFill>
          <a:blip r:embed="rId4"/>
          <a:stretch>
            <a:fillRect/>
          </a:stretch>
        </p:blipFill>
        <p:spPr>
          <a:xfrm flipH="1">
            <a:off x="1548042" y="25311994"/>
            <a:ext cx="8521562" cy="8521562"/>
          </a:xfrm>
          <a:prstGeom prst="rect">
            <a:avLst/>
          </a:prstGeom>
        </p:spPr>
      </p:pic>
      <p:sp>
        <p:nvSpPr>
          <p:cNvPr id="33" name="Picture Placeholder 5">
            <a:extLst>
              <a:ext uri="{FF2B5EF4-FFF2-40B4-BE49-F238E27FC236}">
                <a16:creationId xmlns:a16="http://schemas.microsoft.com/office/drawing/2014/main" id="{0933170A-924D-3BE8-F044-9CC3CC77E418}"/>
              </a:ext>
            </a:extLst>
          </p:cNvPr>
          <p:cNvSpPr>
            <a:spLocks noGrp="1"/>
          </p:cNvSpPr>
          <p:nvPr>
            <p:ph type="pic" sz="quarter" idx="72" hasCustomPrompt="1"/>
          </p:nvPr>
        </p:nvSpPr>
        <p:spPr>
          <a:xfrm>
            <a:off x="3299812" y="27063764"/>
            <a:ext cx="5018022" cy="5018022"/>
          </a:xfrm>
          <a:prstGeom prst="ellipse">
            <a:avLst/>
          </a:prstGeom>
          <a:solidFill>
            <a:schemeClr val="accent1"/>
          </a:solidFill>
          <a:ln w="263525" cap="flat" cmpd="thinThick">
            <a:solidFill>
              <a:schemeClr val="accent5"/>
            </a:solidFill>
            <a:round/>
          </a:ln>
        </p:spPr>
        <p:txBody>
          <a:bodyPr>
            <a:normAutofit/>
          </a:bodyPr>
          <a:lstStyle>
            <a:lvl1pPr>
              <a:defRPr sz="2400" baseline="0">
                <a:solidFill>
                  <a:schemeClr val="bg2"/>
                </a:solidFill>
              </a:defRPr>
            </a:lvl1pPr>
          </a:lstStyle>
          <a:p>
            <a:pPr marL="228600" marR="0" lvl="0" indent="-228600" algn="r" defTabSz="914400" rtl="1" eaLnBrk="1" fontAlgn="auto" latinLnBrk="0" hangingPunct="1">
              <a:lnSpc>
                <a:spcPct val="90000"/>
              </a:lnSpc>
              <a:spcBef>
                <a:spcPts val="400"/>
              </a:spcBef>
              <a:spcAft>
                <a:spcPts val="400"/>
              </a:spcAft>
              <a:buClrTx/>
              <a:buSzTx/>
              <a:buFont typeface="Arial"/>
              <a:buNone/>
              <a:tabLst/>
              <a:defRPr/>
            </a:pPr>
            <a:r>
              <a:rPr lang="he-IL"/>
              <a:t>הכנס תמונה לכאן</a:t>
            </a:r>
            <a:endParaRPr lang="en-US" dirty="0"/>
          </a:p>
        </p:txBody>
      </p:sp>
      <p:sp>
        <p:nvSpPr>
          <p:cNvPr id="54" name="Text Placeholder 11">
            <a:extLst>
              <a:ext uri="{FF2B5EF4-FFF2-40B4-BE49-F238E27FC236}">
                <a16:creationId xmlns:a16="http://schemas.microsoft.com/office/drawing/2014/main" id="{97D1582D-437C-2A05-C17B-9AB33B06173D}"/>
              </a:ext>
            </a:extLst>
          </p:cNvPr>
          <p:cNvSpPr>
            <a:spLocks noGrp="1"/>
          </p:cNvSpPr>
          <p:nvPr>
            <p:ph type="body" sz="quarter" idx="79" hasCustomPrompt="1"/>
          </p:nvPr>
        </p:nvSpPr>
        <p:spPr>
          <a:xfrm>
            <a:off x="8571137" y="26546544"/>
            <a:ext cx="1245164" cy="1245164"/>
          </a:xfrm>
          <a:prstGeom prst="ellipse">
            <a:avLst/>
          </a:prstGeom>
          <a:solidFill>
            <a:schemeClr val="bg2"/>
          </a:solidFill>
          <a:ln w="196850" cmpd="dbl">
            <a:solidFill>
              <a:schemeClr val="tx2">
                <a:alpha val="78000"/>
              </a:schemeClr>
            </a:solidFill>
          </a:ln>
        </p:spPr>
        <p:txBody>
          <a:bodyPr anchor="ctr" anchorCtr="0"/>
          <a:lstStyle>
            <a:lvl1pPr algn="ctr">
              <a:defRPr>
                <a:solidFill>
                  <a:schemeClr val="tx2"/>
                </a:solidFill>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en-US" dirty="0"/>
              <a:t>#</a:t>
            </a:r>
            <a:endParaRPr lang="he-IL" dirty="0"/>
          </a:p>
        </p:txBody>
      </p:sp>
      <p:sp>
        <p:nvSpPr>
          <p:cNvPr id="55" name="Text Placeholder 11">
            <a:extLst>
              <a:ext uri="{FF2B5EF4-FFF2-40B4-BE49-F238E27FC236}">
                <a16:creationId xmlns:a16="http://schemas.microsoft.com/office/drawing/2014/main" id="{11E6531E-66A9-B416-3620-6B6C038ADF73}"/>
              </a:ext>
            </a:extLst>
          </p:cNvPr>
          <p:cNvSpPr>
            <a:spLocks noGrp="1"/>
          </p:cNvSpPr>
          <p:nvPr>
            <p:ph type="body" sz="quarter" idx="80" hasCustomPrompt="1"/>
          </p:nvPr>
        </p:nvSpPr>
        <p:spPr>
          <a:xfrm>
            <a:off x="9319268" y="28940372"/>
            <a:ext cx="1245164" cy="1245164"/>
          </a:xfrm>
          <a:prstGeom prst="ellipse">
            <a:avLst/>
          </a:prstGeom>
          <a:solidFill>
            <a:schemeClr val="bg2"/>
          </a:solidFill>
          <a:ln w="196850" cmpd="dbl">
            <a:solidFill>
              <a:schemeClr val="tx2">
                <a:alpha val="78000"/>
              </a:schemeClr>
            </a:solidFill>
          </a:ln>
        </p:spPr>
        <p:txBody>
          <a:bodyPr anchor="ctr" anchorCtr="0"/>
          <a:lstStyle>
            <a:lvl1pPr algn="ctr">
              <a:defRPr>
                <a:solidFill>
                  <a:schemeClr val="tx2"/>
                </a:solidFill>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en-US" dirty="0"/>
              <a:t>#</a:t>
            </a:r>
            <a:endParaRPr lang="he-IL" dirty="0"/>
          </a:p>
        </p:txBody>
      </p:sp>
      <p:sp>
        <p:nvSpPr>
          <p:cNvPr id="56" name="Text Placeholder 11">
            <a:extLst>
              <a:ext uri="{FF2B5EF4-FFF2-40B4-BE49-F238E27FC236}">
                <a16:creationId xmlns:a16="http://schemas.microsoft.com/office/drawing/2014/main" id="{D491BEE1-B8ED-1E41-9AA4-A84870D3695F}"/>
              </a:ext>
            </a:extLst>
          </p:cNvPr>
          <p:cNvSpPr>
            <a:spLocks noGrp="1"/>
          </p:cNvSpPr>
          <p:nvPr>
            <p:ph type="body" sz="quarter" idx="81" hasCustomPrompt="1"/>
          </p:nvPr>
        </p:nvSpPr>
        <p:spPr>
          <a:xfrm>
            <a:off x="8555905" y="31329093"/>
            <a:ext cx="1245164" cy="1245164"/>
          </a:xfrm>
          <a:prstGeom prst="ellipse">
            <a:avLst/>
          </a:prstGeom>
          <a:solidFill>
            <a:schemeClr val="bg2"/>
          </a:solidFill>
          <a:ln w="196850" cmpd="dbl">
            <a:solidFill>
              <a:schemeClr val="tx2">
                <a:alpha val="78000"/>
              </a:schemeClr>
            </a:solidFill>
          </a:ln>
        </p:spPr>
        <p:txBody>
          <a:bodyPr anchor="ctr" anchorCtr="0"/>
          <a:lstStyle>
            <a:lvl1pPr algn="ctr">
              <a:defRPr>
                <a:solidFill>
                  <a:schemeClr val="tx2"/>
                </a:solidFill>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en-US" dirty="0"/>
              <a:t>#</a:t>
            </a:r>
            <a:endParaRPr lang="he-IL" dirty="0"/>
          </a:p>
        </p:txBody>
      </p:sp>
      <p:sp>
        <p:nvSpPr>
          <p:cNvPr id="58" name="Text Placeholder 11">
            <a:extLst>
              <a:ext uri="{FF2B5EF4-FFF2-40B4-BE49-F238E27FC236}">
                <a16:creationId xmlns:a16="http://schemas.microsoft.com/office/drawing/2014/main" id="{187678FD-EB4C-4540-EAD1-5B3B4CB54B41}"/>
              </a:ext>
            </a:extLst>
          </p:cNvPr>
          <p:cNvSpPr>
            <a:spLocks noGrp="1"/>
          </p:cNvSpPr>
          <p:nvPr>
            <p:ph type="body" sz="quarter" idx="82" hasCustomPrompt="1"/>
          </p:nvPr>
        </p:nvSpPr>
        <p:spPr>
          <a:xfrm>
            <a:off x="4408704" y="28172656"/>
            <a:ext cx="2800238" cy="2800238"/>
          </a:xfrm>
          <a:prstGeom prst="ellipse">
            <a:avLst/>
          </a:prstGeom>
          <a:solidFill>
            <a:schemeClr val="bg2"/>
          </a:solidFill>
        </p:spPr>
        <p:txBody>
          <a:bodyPr anchor="ctr" anchorCtr="0"/>
          <a:lstStyle>
            <a:lvl1pPr algn="ctr">
              <a:defRPr sz="2800" b="1">
                <a:solidFill>
                  <a:schemeClr val="tx1"/>
                </a:solidFill>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en-US" dirty="0"/>
              <a:t>Concept</a:t>
            </a:r>
          </a:p>
          <a:p>
            <a:pPr lvl="0"/>
            <a:r>
              <a:rPr lang="en-US" dirty="0"/>
              <a:t>title</a:t>
            </a:r>
            <a:endParaRPr lang="he-IL" dirty="0"/>
          </a:p>
        </p:txBody>
      </p:sp>
      <p:sp>
        <p:nvSpPr>
          <p:cNvPr id="70" name="Text Placeholder 23">
            <a:extLst>
              <a:ext uri="{FF2B5EF4-FFF2-40B4-BE49-F238E27FC236}">
                <a16:creationId xmlns:a16="http://schemas.microsoft.com/office/drawing/2014/main" id="{F45B9B84-44C3-59B4-2119-2DD502C80FDE}"/>
              </a:ext>
            </a:extLst>
          </p:cNvPr>
          <p:cNvSpPr>
            <a:spLocks noGrp="1"/>
          </p:cNvSpPr>
          <p:nvPr>
            <p:ph type="body" sz="quarter" idx="83" hasCustomPrompt="1"/>
          </p:nvPr>
        </p:nvSpPr>
        <p:spPr>
          <a:xfrm>
            <a:off x="10059204" y="26715107"/>
            <a:ext cx="5574085" cy="593863"/>
          </a:xfrm>
        </p:spPr>
        <p:txBody>
          <a:bodyPr/>
          <a:lstStyle>
            <a:lvl1pPr>
              <a:defRPr sz="3600" b="1">
                <a:solidFill>
                  <a:schemeClr val="accent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73" name="Text Placeholder 12">
            <a:extLst>
              <a:ext uri="{FF2B5EF4-FFF2-40B4-BE49-F238E27FC236}">
                <a16:creationId xmlns:a16="http://schemas.microsoft.com/office/drawing/2014/main" id="{03C05E82-3C6E-DAB5-600E-A60DE7643956}"/>
              </a:ext>
            </a:extLst>
          </p:cNvPr>
          <p:cNvSpPr>
            <a:spLocks noGrp="1"/>
          </p:cNvSpPr>
          <p:nvPr>
            <p:ph type="body" sz="quarter" idx="84" hasCustomPrompt="1"/>
          </p:nvPr>
        </p:nvSpPr>
        <p:spPr>
          <a:xfrm>
            <a:off x="10069604" y="27442304"/>
            <a:ext cx="5631811" cy="953606"/>
          </a:xfrm>
        </p:spPr>
        <p:txBody>
          <a:bodyPr/>
          <a:lstStyle>
            <a:lvl1pPr marL="0" indent="0" algn="l" rtl="0">
              <a:spcBef>
                <a:spcPts val="1200"/>
              </a:spcBef>
              <a:spcAft>
                <a:spcPts val="1200"/>
              </a:spcAft>
              <a:buFont typeface="Arial" panose="020B0604020202020204" pitchFamily="34" charset="0"/>
              <a:buNone/>
              <a:defRPr sz="2800">
                <a:solidFill>
                  <a:schemeClr val="bg1"/>
                </a:solidFill>
              </a:defRPr>
            </a:lvl1pPr>
          </a:lstStyle>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a:t>
            </a:r>
            <a:endParaRPr lang="he-IL" dirty="0"/>
          </a:p>
        </p:txBody>
      </p:sp>
      <p:sp>
        <p:nvSpPr>
          <p:cNvPr id="74" name="Text Placeholder 23">
            <a:extLst>
              <a:ext uri="{FF2B5EF4-FFF2-40B4-BE49-F238E27FC236}">
                <a16:creationId xmlns:a16="http://schemas.microsoft.com/office/drawing/2014/main" id="{078BE11C-124C-3F55-4A27-BDC966A90A4D}"/>
              </a:ext>
            </a:extLst>
          </p:cNvPr>
          <p:cNvSpPr>
            <a:spLocks noGrp="1"/>
          </p:cNvSpPr>
          <p:nvPr>
            <p:ph type="body" sz="quarter" idx="85" hasCustomPrompt="1"/>
          </p:nvPr>
        </p:nvSpPr>
        <p:spPr>
          <a:xfrm>
            <a:off x="10810047" y="29284191"/>
            <a:ext cx="5574085" cy="593863"/>
          </a:xfrm>
        </p:spPr>
        <p:txBody>
          <a:bodyPr/>
          <a:lstStyle>
            <a:lvl1pPr>
              <a:defRPr sz="3600" b="1">
                <a:solidFill>
                  <a:schemeClr val="accent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75" name="Text Placeholder 12">
            <a:extLst>
              <a:ext uri="{FF2B5EF4-FFF2-40B4-BE49-F238E27FC236}">
                <a16:creationId xmlns:a16="http://schemas.microsoft.com/office/drawing/2014/main" id="{AE3BC111-5F19-E5A2-54F0-437732419E54}"/>
              </a:ext>
            </a:extLst>
          </p:cNvPr>
          <p:cNvSpPr>
            <a:spLocks noGrp="1"/>
          </p:cNvSpPr>
          <p:nvPr>
            <p:ph type="body" sz="quarter" idx="86" hasCustomPrompt="1"/>
          </p:nvPr>
        </p:nvSpPr>
        <p:spPr>
          <a:xfrm>
            <a:off x="10820447" y="30011388"/>
            <a:ext cx="5631811" cy="953606"/>
          </a:xfrm>
        </p:spPr>
        <p:txBody>
          <a:bodyPr/>
          <a:lstStyle>
            <a:lvl1pPr marL="0" indent="0" algn="l" rtl="0">
              <a:spcBef>
                <a:spcPts val="1200"/>
              </a:spcBef>
              <a:spcAft>
                <a:spcPts val="1200"/>
              </a:spcAft>
              <a:buFont typeface="Arial" panose="020B0604020202020204" pitchFamily="34" charset="0"/>
              <a:buNone/>
              <a:defRPr sz="2800">
                <a:solidFill>
                  <a:schemeClr val="bg1"/>
                </a:solidFill>
              </a:defRPr>
            </a:lvl1pPr>
          </a:lstStyle>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a:t>
            </a:r>
            <a:endParaRPr lang="he-IL" dirty="0"/>
          </a:p>
        </p:txBody>
      </p:sp>
      <p:sp>
        <p:nvSpPr>
          <p:cNvPr id="76" name="Text Placeholder 23">
            <a:extLst>
              <a:ext uri="{FF2B5EF4-FFF2-40B4-BE49-F238E27FC236}">
                <a16:creationId xmlns:a16="http://schemas.microsoft.com/office/drawing/2014/main" id="{F40880F3-3E01-FCC5-0043-8C1A4A224662}"/>
              </a:ext>
            </a:extLst>
          </p:cNvPr>
          <p:cNvSpPr>
            <a:spLocks noGrp="1"/>
          </p:cNvSpPr>
          <p:nvPr>
            <p:ph type="body" sz="quarter" idx="87" hasCustomPrompt="1"/>
          </p:nvPr>
        </p:nvSpPr>
        <p:spPr>
          <a:xfrm>
            <a:off x="10010032" y="31598173"/>
            <a:ext cx="5574085" cy="593863"/>
          </a:xfrm>
        </p:spPr>
        <p:txBody>
          <a:bodyPr/>
          <a:lstStyle>
            <a:lvl1pPr>
              <a:defRPr sz="3600" b="1">
                <a:solidFill>
                  <a:schemeClr val="accent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77" name="Text Placeholder 12">
            <a:extLst>
              <a:ext uri="{FF2B5EF4-FFF2-40B4-BE49-F238E27FC236}">
                <a16:creationId xmlns:a16="http://schemas.microsoft.com/office/drawing/2014/main" id="{C7E5C749-AE45-A828-A439-DBDA610D0E1A}"/>
              </a:ext>
            </a:extLst>
          </p:cNvPr>
          <p:cNvSpPr>
            <a:spLocks noGrp="1"/>
          </p:cNvSpPr>
          <p:nvPr>
            <p:ph type="body" sz="quarter" idx="88" hasCustomPrompt="1"/>
          </p:nvPr>
        </p:nvSpPr>
        <p:spPr>
          <a:xfrm>
            <a:off x="10020432" y="32325370"/>
            <a:ext cx="5631811" cy="953606"/>
          </a:xfrm>
        </p:spPr>
        <p:txBody>
          <a:bodyPr/>
          <a:lstStyle>
            <a:lvl1pPr marL="0" indent="0" algn="l" rtl="0">
              <a:spcBef>
                <a:spcPts val="1200"/>
              </a:spcBef>
              <a:spcAft>
                <a:spcPts val="1200"/>
              </a:spcAft>
              <a:buFont typeface="Arial" panose="020B0604020202020204" pitchFamily="34" charset="0"/>
              <a:buNone/>
              <a:defRPr sz="2800">
                <a:solidFill>
                  <a:schemeClr val="bg1"/>
                </a:solidFill>
              </a:defRPr>
            </a:lvl1pPr>
          </a:lstStyle>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a:t>
            </a:r>
            <a:endParaRPr lang="he-IL" dirty="0"/>
          </a:p>
        </p:txBody>
      </p:sp>
    </p:spTree>
    <p:extLst>
      <p:ext uri="{BB962C8B-B14F-4D97-AF65-F5344CB8AC3E}">
        <p14:creationId xmlns:p14="http://schemas.microsoft.com/office/powerpoint/2010/main" val="72398977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767"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1_Title Slide">
    <p:bg>
      <p:bgPr>
        <a:solidFill>
          <a:schemeClr val="tx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5FC152D1-ADF9-9DC2-99B2-0BC986947451}"/>
              </a:ext>
            </a:extLst>
          </p:cNvPr>
          <p:cNvSpPr/>
          <p:nvPr userDrawn="1"/>
        </p:nvSpPr>
        <p:spPr>
          <a:xfrm flipV="1">
            <a:off x="0" y="42293591"/>
            <a:ext cx="32623432" cy="927101"/>
          </a:xfrm>
          <a:prstGeom prst="rect">
            <a:avLst/>
          </a:prstGeom>
          <a:solidFill>
            <a:schemeClr val="accent4"/>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algn="ctr" defTabSz="914400" rtl="0" eaLnBrk="1" latinLnBrk="0" hangingPunct="1"/>
            <a:endParaRPr lang="en-US" dirty="0"/>
          </a:p>
        </p:txBody>
      </p:sp>
      <p:sp>
        <p:nvSpPr>
          <p:cNvPr id="19" name="Rectangle 18">
            <a:extLst>
              <a:ext uri="{FF2B5EF4-FFF2-40B4-BE49-F238E27FC236}">
                <a16:creationId xmlns:a16="http://schemas.microsoft.com/office/drawing/2014/main" id="{B5954A25-F28A-2E9D-B4FC-2C79F61C48AC}"/>
              </a:ext>
            </a:extLst>
          </p:cNvPr>
          <p:cNvSpPr/>
          <p:nvPr userDrawn="1"/>
        </p:nvSpPr>
        <p:spPr>
          <a:xfrm flipV="1">
            <a:off x="0" y="-1"/>
            <a:ext cx="32399288" cy="8796223"/>
          </a:xfrm>
          <a:prstGeom prst="rect">
            <a:avLst/>
          </a:prstGeom>
          <a:solidFill>
            <a:schemeClr val="bg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algn="ctr" defTabSz="914400" rtl="0" eaLnBrk="1" latinLnBrk="0" hangingPunct="1"/>
            <a:endParaRPr lang="en-US" dirty="0"/>
          </a:p>
        </p:txBody>
      </p:sp>
      <p:sp>
        <p:nvSpPr>
          <p:cNvPr id="2" name="Title 1"/>
          <p:cNvSpPr>
            <a:spLocks noGrp="1"/>
          </p:cNvSpPr>
          <p:nvPr>
            <p:ph type="ctrTitle" hasCustomPrompt="1"/>
          </p:nvPr>
        </p:nvSpPr>
        <p:spPr>
          <a:xfrm flipH="1">
            <a:off x="1633960" y="4005865"/>
            <a:ext cx="29079122" cy="1906786"/>
          </a:xfrm>
        </p:spPr>
        <p:txBody>
          <a:bodyPr anchor="b">
            <a:noAutofit/>
          </a:bodyPr>
          <a:lstStyle>
            <a:lvl1pPr algn="l">
              <a:defRPr sz="8000" baseline="0">
                <a:solidFill>
                  <a:schemeClr val="tx2"/>
                </a:solidFill>
              </a:defRPr>
            </a:lvl1pPr>
          </a:lstStyle>
          <a:p>
            <a:r>
              <a:rPr lang="en-US" dirty="0"/>
              <a:t>Research Title</a:t>
            </a:r>
          </a:p>
        </p:txBody>
      </p:sp>
      <p:sp>
        <p:nvSpPr>
          <p:cNvPr id="3" name="Subtitle 2"/>
          <p:cNvSpPr>
            <a:spLocks noGrp="1"/>
          </p:cNvSpPr>
          <p:nvPr>
            <p:ph type="subTitle" idx="1" hasCustomPrompt="1"/>
          </p:nvPr>
        </p:nvSpPr>
        <p:spPr>
          <a:xfrm flipH="1">
            <a:off x="1633960" y="6443351"/>
            <a:ext cx="29079122" cy="1136571"/>
          </a:xfrm>
        </p:spPr>
        <p:txBody>
          <a:bodyPr>
            <a:noAutofit/>
          </a:bodyPr>
          <a:lstStyle>
            <a:lvl1pPr marL="0" indent="0" algn="l">
              <a:buNone/>
              <a:defRPr sz="5400" baseline="0">
                <a:solidFill>
                  <a:schemeClr val="accent1"/>
                </a:solidFill>
              </a:defRPr>
            </a:lvl1pPr>
            <a:lvl2pPr marL="1214963" indent="0" algn="ctr">
              <a:buNone/>
              <a:defRPr sz="5315"/>
            </a:lvl2pPr>
            <a:lvl3pPr marL="2429927" indent="0" algn="ctr">
              <a:buNone/>
              <a:defRPr sz="4783"/>
            </a:lvl3pPr>
            <a:lvl4pPr marL="3644890" indent="0" algn="ctr">
              <a:buNone/>
              <a:defRPr sz="4252"/>
            </a:lvl4pPr>
            <a:lvl5pPr marL="4859853" indent="0" algn="ctr">
              <a:buNone/>
              <a:defRPr sz="4252"/>
            </a:lvl5pPr>
            <a:lvl6pPr marL="6074816" indent="0" algn="ctr">
              <a:buNone/>
              <a:defRPr sz="4252"/>
            </a:lvl6pPr>
            <a:lvl7pPr marL="7289780" indent="0" algn="ctr">
              <a:buNone/>
              <a:defRPr sz="4252"/>
            </a:lvl7pPr>
            <a:lvl8pPr marL="8504743" indent="0" algn="ctr">
              <a:buNone/>
              <a:defRPr sz="4252"/>
            </a:lvl8pPr>
            <a:lvl9pPr marL="9719706" indent="0" algn="ctr">
              <a:buNone/>
              <a:defRPr sz="4252"/>
            </a:lvl9pPr>
          </a:lstStyle>
          <a:p>
            <a:r>
              <a:rPr lang="en-US" dirty="0"/>
              <a:t>Scientists Names</a:t>
            </a:r>
          </a:p>
        </p:txBody>
      </p:sp>
      <p:sp>
        <p:nvSpPr>
          <p:cNvPr id="5" name="Picture Placeholder 4">
            <a:extLst>
              <a:ext uri="{FF2B5EF4-FFF2-40B4-BE49-F238E27FC236}">
                <a16:creationId xmlns:a16="http://schemas.microsoft.com/office/drawing/2014/main" id="{BD68B74C-535B-94F3-1F74-C00716E8C9EF}"/>
              </a:ext>
            </a:extLst>
          </p:cNvPr>
          <p:cNvSpPr>
            <a:spLocks noGrp="1"/>
          </p:cNvSpPr>
          <p:nvPr>
            <p:ph type="pic" sz="quarter" idx="10" hasCustomPrompt="1"/>
          </p:nvPr>
        </p:nvSpPr>
        <p:spPr>
          <a:xfrm>
            <a:off x="9394918" y="1410830"/>
            <a:ext cx="5970587" cy="1559672"/>
          </a:xfrm>
        </p:spPr>
        <p:txBody>
          <a:bodyPr anchor="ctr" anchorCtr="0"/>
          <a:lstStyle>
            <a:lvl1pPr algn="ctr">
              <a:defRPr>
                <a:solidFill>
                  <a:schemeClr val="tx2"/>
                </a:solidFill>
              </a:defRPr>
            </a:lvl1pPr>
          </a:lstStyle>
          <a:p>
            <a:r>
              <a:rPr lang="en-US" dirty="0"/>
              <a:t>Place logo</a:t>
            </a:r>
            <a:endParaRPr lang="he-IL" dirty="0"/>
          </a:p>
        </p:txBody>
      </p:sp>
      <p:sp>
        <p:nvSpPr>
          <p:cNvPr id="7" name="Picture Placeholder 4">
            <a:extLst>
              <a:ext uri="{FF2B5EF4-FFF2-40B4-BE49-F238E27FC236}">
                <a16:creationId xmlns:a16="http://schemas.microsoft.com/office/drawing/2014/main" id="{09682B32-FC7A-28DC-5CB2-1C9189346772}"/>
              </a:ext>
            </a:extLst>
          </p:cNvPr>
          <p:cNvSpPr>
            <a:spLocks noGrp="1"/>
          </p:cNvSpPr>
          <p:nvPr>
            <p:ph type="pic" sz="quarter" idx="11" hasCustomPrompt="1"/>
          </p:nvPr>
        </p:nvSpPr>
        <p:spPr>
          <a:xfrm>
            <a:off x="17068706" y="1410830"/>
            <a:ext cx="5970587" cy="1559672"/>
          </a:xfrm>
        </p:spPr>
        <p:txBody>
          <a:bodyPr anchor="ctr" anchorCtr="0"/>
          <a:lstStyle>
            <a:lvl1pPr algn="ctr">
              <a:defRPr>
                <a:solidFill>
                  <a:schemeClr val="tx2"/>
                </a:solidFill>
              </a:defRPr>
            </a:lvl1pPr>
          </a:lstStyle>
          <a:p>
            <a:r>
              <a:rPr lang="en-US" dirty="0"/>
              <a:t>Place logo</a:t>
            </a:r>
            <a:endParaRPr lang="he-IL" dirty="0"/>
          </a:p>
        </p:txBody>
      </p:sp>
      <p:sp>
        <p:nvSpPr>
          <p:cNvPr id="10" name="Picture Placeholder 4">
            <a:extLst>
              <a:ext uri="{FF2B5EF4-FFF2-40B4-BE49-F238E27FC236}">
                <a16:creationId xmlns:a16="http://schemas.microsoft.com/office/drawing/2014/main" id="{143323CA-5FE3-879B-2045-5C246D7A6010}"/>
              </a:ext>
            </a:extLst>
          </p:cNvPr>
          <p:cNvSpPr>
            <a:spLocks noGrp="1"/>
          </p:cNvSpPr>
          <p:nvPr>
            <p:ph type="pic" sz="quarter" idx="13" hasCustomPrompt="1"/>
          </p:nvPr>
        </p:nvSpPr>
        <p:spPr>
          <a:xfrm>
            <a:off x="1721130" y="1410830"/>
            <a:ext cx="5970587" cy="1559672"/>
          </a:xfrm>
        </p:spPr>
        <p:txBody>
          <a:bodyPr anchor="ctr" anchorCtr="0"/>
          <a:lstStyle>
            <a:lvl1pPr algn="ctr">
              <a:defRPr b="1">
                <a:solidFill>
                  <a:schemeClr val="tx2"/>
                </a:solidFill>
              </a:defRPr>
            </a:lvl1pPr>
          </a:lstStyle>
          <a:p>
            <a:r>
              <a:rPr lang="en-US" dirty="0"/>
              <a:t>Place Bar Ilan logo</a:t>
            </a:r>
            <a:endParaRPr lang="he-IL" dirty="0"/>
          </a:p>
        </p:txBody>
      </p:sp>
      <p:sp>
        <p:nvSpPr>
          <p:cNvPr id="16" name="Text Placeholder 12">
            <a:extLst>
              <a:ext uri="{FF2B5EF4-FFF2-40B4-BE49-F238E27FC236}">
                <a16:creationId xmlns:a16="http://schemas.microsoft.com/office/drawing/2014/main" id="{41F51ADE-7D8B-E3E6-450F-A7AED8EF7D1D}"/>
              </a:ext>
            </a:extLst>
          </p:cNvPr>
          <p:cNvSpPr>
            <a:spLocks noGrp="1"/>
          </p:cNvSpPr>
          <p:nvPr>
            <p:ph type="body" sz="quarter" idx="23" hasCustomPrompt="1"/>
          </p:nvPr>
        </p:nvSpPr>
        <p:spPr>
          <a:xfrm>
            <a:off x="17068706" y="12598165"/>
            <a:ext cx="6735439" cy="1368425"/>
          </a:xfrm>
        </p:spPr>
        <p:txBody>
          <a:bodyPr/>
          <a:lstStyle>
            <a:lvl1pPr marL="457200" indent="-457200" algn="l" rtl="0">
              <a:spcBef>
                <a:spcPts val="1200"/>
              </a:spcBef>
              <a:spcAft>
                <a:spcPts val="1200"/>
              </a:spcAft>
              <a:buFontTx/>
              <a:buBlip>
                <a:blip r:embed="rId2"/>
              </a:buBlip>
              <a:defRPr sz="2800">
                <a:solidFill>
                  <a:schemeClr val="bg1"/>
                </a:solidFill>
              </a:defRPr>
            </a:lvl1pPr>
          </a:lstStyle>
          <a:p>
            <a:r>
              <a:rPr lang="en-US" dirty="0"/>
              <a:t>Lorem Ipsum is simply dummy text of the printing and typesetting industry. Lorem Ipsum has been the industry's standard dummy text</a:t>
            </a:r>
            <a:endParaRPr lang="he-IL" dirty="0"/>
          </a:p>
        </p:txBody>
      </p:sp>
      <p:sp>
        <p:nvSpPr>
          <p:cNvPr id="17" name="Text Placeholder 12">
            <a:extLst>
              <a:ext uri="{FF2B5EF4-FFF2-40B4-BE49-F238E27FC236}">
                <a16:creationId xmlns:a16="http://schemas.microsoft.com/office/drawing/2014/main" id="{E8EE2A60-6171-D5FE-FDE3-28999FB5DF1B}"/>
              </a:ext>
            </a:extLst>
          </p:cNvPr>
          <p:cNvSpPr>
            <a:spLocks noGrp="1"/>
          </p:cNvSpPr>
          <p:nvPr>
            <p:ph type="body" sz="quarter" idx="24" hasCustomPrompt="1"/>
          </p:nvPr>
        </p:nvSpPr>
        <p:spPr>
          <a:xfrm>
            <a:off x="17068706" y="14284090"/>
            <a:ext cx="6735439" cy="1368425"/>
          </a:xfrm>
        </p:spPr>
        <p:txBody>
          <a:bodyPr/>
          <a:lstStyle>
            <a:lvl1pPr marL="457200" indent="-457200" algn="l" rtl="0">
              <a:spcBef>
                <a:spcPts val="1200"/>
              </a:spcBef>
              <a:spcAft>
                <a:spcPts val="1200"/>
              </a:spcAft>
              <a:buFontTx/>
              <a:buBlip>
                <a:blip r:embed="rId2"/>
              </a:buBlip>
              <a:defRPr sz="2800">
                <a:solidFill>
                  <a:schemeClr val="bg1"/>
                </a:solidFill>
              </a:defRPr>
            </a:lvl1pPr>
          </a:lstStyle>
          <a:p>
            <a:r>
              <a:rPr lang="en-US" dirty="0"/>
              <a:t>Lorem Ipsum is simply dummy text of the printing and typesetting industry. Lorem Ipsum has been the industry's standard dummy</a:t>
            </a:r>
            <a:endParaRPr lang="he-IL" dirty="0"/>
          </a:p>
        </p:txBody>
      </p:sp>
      <p:sp>
        <p:nvSpPr>
          <p:cNvPr id="18" name="Text Placeholder 12">
            <a:extLst>
              <a:ext uri="{FF2B5EF4-FFF2-40B4-BE49-F238E27FC236}">
                <a16:creationId xmlns:a16="http://schemas.microsoft.com/office/drawing/2014/main" id="{B67843FA-D947-6FF8-DFE1-FBAD72C4E62D}"/>
              </a:ext>
            </a:extLst>
          </p:cNvPr>
          <p:cNvSpPr>
            <a:spLocks noGrp="1"/>
          </p:cNvSpPr>
          <p:nvPr>
            <p:ph type="body" sz="quarter" idx="25" hasCustomPrompt="1"/>
          </p:nvPr>
        </p:nvSpPr>
        <p:spPr>
          <a:xfrm>
            <a:off x="17068706" y="15963665"/>
            <a:ext cx="6735439" cy="1368425"/>
          </a:xfrm>
        </p:spPr>
        <p:txBody>
          <a:bodyPr/>
          <a:lstStyle>
            <a:lvl1pPr marL="457200" indent="-457200" algn="l" rtl="0">
              <a:spcBef>
                <a:spcPts val="1200"/>
              </a:spcBef>
              <a:spcAft>
                <a:spcPts val="1200"/>
              </a:spcAft>
              <a:buFontTx/>
              <a:buBlip>
                <a:blip r:embed="rId2"/>
              </a:buBlip>
              <a:defRPr sz="2800">
                <a:solidFill>
                  <a:schemeClr val="bg1"/>
                </a:solidFill>
              </a:defRPr>
            </a:lvl1pPr>
          </a:lstStyle>
          <a:p>
            <a:r>
              <a:rPr lang="en-US" dirty="0"/>
              <a:t>Lorem Ipsum is simply dummy text of the printing and typesetting industry. Lorem Ipsum has been the industry's standard dummy</a:t>
            </a:r>
            <a:endParaRPr lang="he-IL" dirty="0"/>
          </a:p>
        </p:txBody>
      </p:sp>
      <p:sp>
        <p:nvSpPr>
          <p:cNvPr id="24" name="Text Placeholder 23">
            <a:extLst>
              <a:ext uri="{FF2B5EF4-FFF2-40B4-BE49-F238E27FC236}">
                <a16:creationId xmlns:a16="http://schemas.microsoft.com/office/drawing/2014/main" id="{BF35437C-D543-7B3E-ECB3-0465BA4E810B}"/>
              </a:ext>
            </a:extLst>
          </p:cNvPr>
          <p:cNvSpPr>
            <a:spLocks noGrp="1"/>
          </p:cNvSpPr>
          <p:nvPr>
            <p:ph type="body" sz="quarter" idx="26" hasCustomPrompt="1"/>
          </p:nvPr>
        </p:nvSpPr>
        <p:spPr>
          <a:xfrm>
            <a:off x="18671458" y="11293947"/>
            <a:ext cx="12041905" cy="927100"/>
          </a:xfrm>
        </p:spPr>
        <p:txBody>
          <a:bodyPr/>
          <a:lstStyle>
            <a:lvl1pPr>
              <a:defRPr sz="48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Objective</a:t>
            </a:r>
          </a:p>
        </p:txBody>
      </p:sp>
      <p:sp>
        <p:nvSpPr>
          <p:cNvPr id="26" name="Picture Placeholder 25">
            <a:extLst>
              <a:ext uri="{FF2B5EF4-FFF2-40B4-BE49-F238E27FC236}">
                <a16:creationId xmlns:a16="http://schemas.microsoft.com/office/drawing/2014/main" id="{D30944F2-AD4F-A9C2-A1CF-4E5C5ECACD2C}"/>
              </a:ext>
            </a:extLst>
          </p:cNvPr>
          <p:cNvSpPr>
            <a:spLocks noGrp="1"/>
          </p:cNvSpPr>
          <p:nvPr>
            <p:ph type="pic" sz="quarter" idx="27" hasCustomPrompt="1"/>
          </p:nvPr>
        </p:nvSpPr>
        <p:spPr>
          <a:xfrm>
            <a:off x="17068706" y="10987279"/>
            <a:ext cx="1204913" cy="1204912"/>
          </a:xfrm>
          <a:prstGeom prst="ellipse">
            <a:avLst/>
          </a:prstGeom>
          <a:solidFill>
            <a:schemeClr val="accent1"/>
          </a:solidFill>
          <a:ln>
            <a:solidFill>
              <a:schemeClr val="accent1"/>
            </a:solidFill>
          </a:ln>
        </p:spPr>
        <p:txBody>
          <a:bodyPr anchor="ctr" anchorCtr="0"/>
          <a:lstStyle>
            <a:lvl1pPr algn="ctr">
              <a:defRPr sz="2400"/>
            </a:lvl1pPr>
          </a:lstStyle>
          <a:p>
            <a:r>
              <a:rPr lang="en-US" dirty="0"/>
              <a:t>Icon</a:t>
            </a:r>
            <a:endParaRPr lang="he-IL" dirty="0"/>
          </a:p>
        </p:txBody>
      </p:sp>
      <p:sp>
        <p:nvSpPr>
          <p:cNvPr id="27" name="Text Placeholder 23">
            <a:extLst>
              <a:ext uri="{FF2B5EF4-FFF2-40B4-BE49-F238E27FC236}">
                <a16:creationId xmlns:a16="http://schemas.microsoft.com/office/drawing/2014/main" id="{A7ECDB13-1D09-9417-B6E4-33FA0702F8EE}"/>
              </a:ext>
            </a:extLst>
          </p:cNvPr>
          <p:cNvSpPr>
            <a:spLocks noGrp="1"/>
          </p:cNvSpPr>
          <p:nvPr>
            <p:ph type="body" sz="quarter" idx="28" hasCustomPrompt="1"/>
          </p:nvPr>
        </p:nvSpPr>
        <p:spPr>
          <a:xfrm>
            <a:off x="3215149" y="11293947"/>
            <a:ext cx="12418551" cy="927100"/>
          </a:xfrm>
        </p:spPr>
        <p:txBody>
          <a:bodyPr/>
          <a:lstStyle>
            <a:lvl1pPr>
              <a:defRPr sz="48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Background</a:t>
            </a:r>
          </a:p>
        </p:txBody>
      </p:sp>
      <p:sp>
        <p:nvSpPr>
          <p:cNvPr id="28" name="Picture Placeholder 25">
            <a:extLst>
              <a:ext uri="{FF2B5EF4-FFF2-40B4-BE49-F238E27FC236}">
                <a16:creationId xmlns:a16="http://schemas.microsoft.com/office/drawing/2014/main" id="{C3492443-FEA9-9923-D48A-69B424DC3F87}"/>
              </a:ext>
            </a:extLst>
          </p:cNvPr>
          <p:cNvSpPr>
            <a:spLocks noGrp="1"/>
          </p:cNvSpPr>
          <p:nvPr>
            <p:ph type="pic" sz="quarter" idx="29" hasCustomPrompt="1"/>
          </p:nvPr>
        </p:nvSpPr>
        <p:spPr>
          <a:xfrm>
            <a:off x="1612397" y="10987279"/>
            <a:ext cx="1204913" cy="1204912"/>
          </a:xfrm>
          <a:prstGeom prst="ellipse">
            <a:avLst/>
          </a:prstGeom>
          <a:solidFill>
            <a:schemeClr val="accent1"/>
          </a:solidFill>
          <a:ln>
            <a:solidFill>
              <a:schemeClr val="accent1"/>
            </a:solidFill>
          </a:ln>
        </p:spPr>
        <p:txBody>
          <a:bodyPr anchor="ctr" anchorCtr="0"/>
          <a:lstStyle>
            <a:lvl1pPr algn="ctr">
              <a:defRPr sz="2400"/>
            </a:lvl1pPr>
          </a:lstStyle>
          <a:p>
            <a:r>
              <a:rPr lang="en-US" dirty="0"/>
              <a:t>Icon</a:t>
            </a:r>
            <a:endParaRPr lang="he-IL" dirty="0"/>
          </a:p>
        </p:txBody>
      </p:sp>
      <p:sp>
        <p:nvSpPr>
          <p:cNvPr id="29" name="Text Placeholder 12">
            <a:extLst>
              <a:ext uri="{FF2B5EF4-FFF2-40B4-BE49-F238E27FC236}">
                <a16:creationId xmlns:a16="http://schemas.microsoft.com/office/drawing/2014/main" id="{7947A134-02F6-AA2F-28EE-1D6A3A33F472}"/>
              </a:ext>
            </a:extLst>
          </p:cNvPr>
          <p:cNvSpPr>
            <a:spLocks noGrp="1"/>
          </p:cNvSpPr>
          <p:nvPr>
            <p:ph type="body" sz="quarter" idx="30" hasCustomPrompt="1"/>
          </p:nvPr>
        </p:nvSpPr>
        <p:spPr>
          <a:xfrm>
            <a:off x="1641892" y="12598165"/>
            <a:ext cx="13991397" cy="4688206"/>
          </a:xfrm>
        </p:spPr>
        <p:txBody>
          <a:bodyPr/>
          <a:lstStyle>
            <a:lvl1pPr marL="0" indent="0" algn="l" rtl="0">
              <a:spcBef>
                <a:spcPts val="1200"/>
              </a:spcBef>
              <a:spcAft>
                <a:spcPts val="1200"/>
              </a:spcAft>
              <a:buFont typeface="Arial" panose="020B0604020202020204" pitchFamily="34" charset="0"/>
              <a:buNone/>
              <a:defRPr sz="2800">
                <a:solidFill>
                  <a:schemeClr val="bg1"/>
                </a:solidFill>
              </a:defRPr>
            </a:lvl1pPr>
          </a:lstStyle>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p:txBody>
      </p:sp>
      <p:sp>
        <p:nvSpPr>
          <p:cNvPr id="45" name="Text Placeholder 23">
            <a:extLst>
              <a:ext uri="{FF2B5EF4-FFF2-40B4-BE49-F238E27FC236}">
                <a16:creationId xmlns:a16="http://schemas.microsoft.com/office/drawing/2014/main" id="{286F83A6-4171-366F-68DD-D7A598382DA7}"/>
              </a:ext>
            </a:extLst>
          </p:cNvPr>
          <p:cNvSpPr>
            <a:spLocks noGrp="1"/>
          </p:cNvSpPr>
          <p:nvPr>
            <p:ph type="body" sz="quarter" idx="45" hasCustomPrompt="1"/>
          </p:nvPr>
        </p:nvSpPr>
        <p:spPr>
          <a:xfrm>
            <a:off x="3215149" y="36374434"/>
            <a:ext cx="12418551" cy="927100"/>
          </a:xfrm>
        </p:spPr>
        <p:txBody>
          <a:bodyPr/>
          <a:lstStyle>
            <a:lvl1pPr>
              <a:defRPr sz="4800" b="1">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Discussion</a:t>
            </a:r>
          </a:p>
        </p:txBody>
      </p:sp>
      <p:sp>
        <p:nvSpPr>
          <p:cNvPr id="46" name="Picture Placeholder 25">
            <a:extLst>
              <a:ext uri="{FF2B5EF4-FFF2-40B4-BE49-F238E27FC236}">
                <a16:creationId xmlns:a16="http://schemas.microsoft.com/office/drawing/2014/main" id="{985C1570-3BCB-03E5-64D3-54C20DCD35CC}"/>
              </a:ext>
            </a:extLst>
          </p:cNvPr>
          <p:cNvSpPr>
            <a:spLocks noGrp="1"/>
          </p:cNvSpPr>
          <p:nvPr>
            <p:ph type="pic" sz="quarter" idx="46" hasCustomPrompt="1"/>
          </p:nvPr>
        </p:nvSpPr>
        <p:spPr>
          <a:xfrm>
            <a:off x="1612397" y="36067766"/>
            <a:ext cx="1204913" cy="1204912"/>
          </a:xfrm>
          <a:prstGeom prst="ellipse">
            <a:avLst/>
          </a:prstGeom>
          <a:solidFill>
            <a:schemeClr val="accent1"/>
          </a:solidFill>
          <a:ln>
            <a:solidFill>
              <a:schemeClr val="accent1"/>
            </a:solidFill>
          </a:ln>
        </p:spPr>
        <p:txBody>
          <a:bodyPr anchor="ctr" anchorCtr="0"/>
          <a:lstStyle>
            <a:lvl1pPr algn="ctr">
              <a:defRPr sz="2400">
                <a:solidFill>
                  <a:schemeClr val="tx2"/>
                </a:solidFill>
              </a:defRPr>
            </a:lvl1pPr>
          </a:lstStyle>
          <a:p>
            <a:r>
              <a:rPr lang="en-US" dirty="0"/>
              <a:t>Icon</a:t>
            </a:r>
            <a:endParaRPr lang="he-IL" dirty="0"/>
          </a:p>
        </p:txBody>
      </p:sp>
      <p:sp>
        <p:nvSpPr>
          <p:cNvPr id="47" name="Text Placeholder 12">
            <a:extLst>
              <a:ext uri="{FF2B5EF4-FFF2-40B4-BE49-F238E27FC236}">
                <a16:creationId xmlns:a16="http://schemas.microsoft.com/office/drawing/2014/main" id="{10156505-358B-F372-2CCB-28B4C3E592A2}"/>
              </a:ext>
            </a:extLst>
          </p:cNvPr>
          <p:cNvSpPr>
            <a:spLocks noGrp="1"/>
          </p:cNvSpPr>
          <p:nvPr>
            <p:ph type="body" sz="quarter" idx="47" hasCustomPrompt="1"/>
          </p:nvPr>
        </p:nvSpPr>
        <p:spPr>
          <a:xfrm>
            <a:off x="1641891" y="37805318"/>
            <a:ext cx="29209355" cy="3769337"/>
          </a:xfrm>
        </p:spPr>
        <p:txBody>
          <a:bodyPr numCol="2"/>
          <a:lstStyle>
            <a:lvl1pPr marL="0" indent="0" algn="l" rtl="0">
              <a:spcBef>
                <a:spcPts val="1200"/>
              </a:spcBef>
              <a:spcAft>
                <a:spcPts val="1200"/>
              </a:spcAft>
              <a:buFont typeface="Arial" panose="020B0604020202020204" pitchFamily="34" charset="0"/>
              <a:buNone/>
              <a:defRPr sz="2800">
                <a:solidFill>
                  <a:schemeClr val="bg2"/>
                </a:solidFill>
              </a:defRPr>
            </a:lvl1pPr>
          </a:lstStyle>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a:t>
            </a:r>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a:t>
            </a:r>
            <a:endParaRPr lang="he-IL" dirty="0"/>
          </a:p>
        </p:txBody>
      </p:sp>
      <p:cxnSp>
        <p:nvCxnSpPr>
          <p:cNvPr id="72" name="Straight Connector 71">
            <a:extLst>
              <a:ext uri="{FF2B5EF4-FFF2-40B4-BE49-F238E27FC236}">
                <a16:creationId xmlns:a16="http://schemas.microsoft.com/office/drawing/2014/main" id="{8CDE6F98-DE1D-F134-AFFC-1888D5E5DDB9}"/>
              </a:ext>
            </a:extLst>
          </p:cNvPr>
          <p:cNvCxnSpPr/>
          <p:nvPr userDrawn="1"/>
        </p:nvCxnSpPr>
        <p:spPr>
          <a:xfrm>
            <a:off x="0" y="35467412"/>
            <a:ext cx="32399288"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
        <p:nvSpPr>
          <p:cNvPr id="86" name="Text Placeholder 12">
            <a:extLst>
              <a:ext uri="{FF2B5EF4-FFF2-40B4-BE49-F238E27FC236}">
                <a16:creationId xmlns:a16="http://schemas.microsoft.com/office/drawing/2014/main" id="{F86AF7DE-E4D4-0A17-2D95-B9DC1BD38D94}"/>
              </a:ext>
            </a:extLst>
          </p:cNvPr>
          <p:cNvSpPr>
            <a:spLocks noGrp="1"/>
          </p:cNvSpPr>
          <p:nvPr>
            <p:ph type="body" sz="quarter" idx="68" hasCustomPrompt="1"/>
          </p:nvPr>
        </p:nvSpPr>
        <p:spPr>
          <a:xfrm>
            <a:off x="24021956" y="12598165"/>
            <a:ext cx="6735439" cy="1368425"/>
          </a:xfrm>
        </p:spPr>
        <p:txBody>
          <a:bodyPr/>
          <a:lstStyle>
            <a:lvl1pPr marL="457200" indent="-457200" algn="l" rtl="0">
              <a:spcBef>
                <a:spcPts val="1200"/>
              </a:spcBef>
              <a:spcAft>
                <a:spcPts val="1200"/>
              </a:spcAft>
              <a:buFontTx/>
              <a:buBlip>
                <a:blip r:embed="rId2"/>
              </a:buBlip>
              <a:defRPr sz="2800">
                <a:solidFill>
                  <a:schemeClr val="bg1"/>
                </a:solidFill>
              </a:defRPr>
            </a:lvl1pPr>
          </a:lstStyle>
          <a:p>
            <a:r>
              <a:rPr lang="en-US" dirty="0"/>
              <a:t>Lorem Ipsum is simply dummy text of the printing and typesetting industry. Lorem Ipsum has been the industry's standard dummy text</a:t>
            </a:r>
            <a:endParaRPr lang="he-IL" dirty="0"/>
          </a:p>
        </p:txBody>
      </p:sp>
      <p:sp>
        <p:nvSpPr>
          <p:cNvPr id="87" name="Text Placeholder 12">
            <a:extLst>
              <a:ext uri="{FF2B5EF4-FFF2-40B4-BE49-F238E27FC236}">
                <a16:creationId xmlns:a16="http://schemas.microsoft.com/office/drawing/2014/main" id="{C3A16247-BD87-265C-E888-D43936B68D6F}"/>
              </a:ext>
            </a:extLst>
          </p:cNvPr>
          <p:cNvSpPr>
            <a:spLocks noGrp="1"/>
          </p:cNvSpPr>
          <p:nvPr>
            <p:ph type="body" sz="quarter" idx="69" hasCustomPrompt="1"/>
          </p:nvPr>
        </p:nvSpPr>
        <p:spPr>
          <a:xfrm>
            <a:off x="24021956" y="14284090"/>
            <a:ext cx="6735439" cy="1368425"/>
          </a:xfrm>
        </p:spPr>
        <p:txBody>
          <a:bodyPr/>
          <a:lstStyle>
            <a:lvl1pPr marL="457200" indent="-457200" algn="l" rtl="0">
              <a:spcBef>
                <a:spcPts val="1200"/>
              </a:spcBef>
              <a:spcAft>
                <a:spcPts val="1200"/>
              </a:spcAft>
              <a:buFontTx/>
              <a:buBlip>
                <a:blip r:embed="rId2"/>
              </a:buBlip>
              <a:defRPr sz="2800">
                <a:solidFill>
                  <a:schemeClr val="bg1"/>
                </a:solidFill>
              </a:defRPr>
            </a:lvl1pPr>
          </a:lstStyle>
          <a:p>
            <a:r>
              <a:rPr lang="en-US" dirty="0"/>
              <a:t>Lorem Ipsum is simply dummy text of the printing and typesetting industry. Lorem Ipsum has been the industry's standard dummy</a:t>
            </a:r>
            <a:endParaRPr lang="he-IL" dirty="0"/>
          </a:p>
        </p:txBody>
      </p:sp>
      <p:sp>
        <p:nvSpPr>
          <p:cNvPr id="88" name="Text Placeholder 12">
            <a:extLst>
              <a:ext uri="{FF2B5EF4-FFF2-40B4-BE49-F238E27FC236}">
                <a16:creationId xmlns:a16="http://schemas.microsoft.com/office/drawing/2014/main" id="{16069145-BD7D-1A0D-F8A5-67FE0C4A8851}"/>
              </a:ext>
            </a:extLst>
          </p:cNvPr>
          <p:cNvSpPr>
            <a:spLocks noGrp="1"/>
          </p:cNvSpPr>
          <p:nvPr>
            <p:ph type="body" sz="quarter" idx="70" hasCustomPrompt="1"/>
          </p:nvPr>
        </p:nvSpPr>
        <p:spPr>
          <a:xfrm>
            <a:off x="24021956" y="15963665"/>
            <a:ext cx="6735439" cy="1368425"/>
          </a:xfrm>
        </p:spPr>
        <p:txBody>
          <a:bodyPr/>
          <a:lstStyle>
            <a:lvl1pPr marL="457200" indent="-457200" algn="l" rtl="0">
              <a:spcBef>
                <a:spcPts val="1200"/>
              </a:spcBef>
              <a:spcAft>
                <a:spcPts val="1200"/>
              </a:spcAft>
              <a:buFontTx/>
              <a:buBlip>
                <a:blip r:embed="rId2"/>
              </a:buBlip>
              <a:defRPr sz="2800">
                <a:solidFill>
                  <a:schemeClr val="bg1"/>
                </a:solidFill>
              </a:defRPr>
            </a:lvl1pPr>
          </a:lstStyle>
          <a:p>
            <a:r>
              <a:rPr lang="en-US" dirty="0"/>
              <a:t>Lorem Ipsum is simply dummy text of the printing and typesetting industry. Lorem Ipsum has been the industry's standard dummy</a:t>
            </a:r>
            <a:endParaRPr lang="he-IL" dirty="0"/>
          </a:p>
        </p:txBody>
      </p:sp>
      <p:sp>
        <p:nvSpPr>
          <p:cNvPr id="91" name="Table Placeholder 90">
            <a:extLst>
              <a:ext uri="{FF2B5EF4-FFF2-40B4-BE49-F238E27FC236}">
                <a16:creationId xmlns:a16="http://schemas.microsoft.com/office/drawing/2014/main" id="{37314DB2-8E58-BC52-FB41-F7C0240F551C}"/>
              </a:ext>
            </a:extLst>
          </p:cNvPr>
          <p:cNvSpPr>
            <a:spLocks noGrp="1"/>
          </p:cNvSpPr>
          <p:nvPr>
            <p:ph type="tbl" sz="quarter" idx="71"/>
          </p:nvPr>
        </p:nvSpPr>
        <p:spPr>
          <a:xfrm>
            <a:off x="1641475" y="18533637"/>
            <a:ext cx="13992225" cy="4730750"/>
          </a:xfrm>
        </p:spPr>
        <p:txBody>
          <a:bodyPr/>
          <a:lstStyle>
            <a:lvl1pPr>
              <a:defRPr>
                <a:solidFill>
                  <a:schemeClr val="bg2"/>
                </a:solidFill>
              </a:defRPr>
            </a:lvl1pPr>
          </a:lstStyle>
          <a:p>
            <a:endParaRPr lang="he-IL" dirty="0"/>
          </a:p>
        </p:txBody>
      </p:sp>
      <p:pic>
        <p:nvPicPr>
          <p:cNvPr id="30" name="Picture 29" descr="A black and white logo&#10;&#10;Description automatically generated with low confidence">
            <a:extLst>
              <a:ext uri="{FF2B5EF4-FFF2-40B4-BE49-F238E27FC236}">
                <a16:creationId xmlns:a16="http://schemas.microsoft.com/office/drawing/2014/main" id="{55A76812-E53F-7B99-5280-2D4E51012C2A}"/>
              </a:ext>
            </a:extLst>
          </p:cNvPr>
          <p:cNvPicPr>
            <a:picLocks noChangeAspect="1"/>
          </p:cNvPicPr>
          <p:nvPr userDrawn="1"/>
        </p:nvPicPr>
        <p:blipFill rotWithShape="1">
          <a:blip r:embed="rId3"/>
          <a:srcRect l="22645" r="-1" b="-313"/>
          <a:stretch/>
        </p:blipFill>
        <p:spPr>
          <a:xfrm flipH="1">
            <a:off x="25287152" y="1410830"/>
            <a:ext cx="7112135" cy="9222825"/>
          </a:xfrm>
          <a:prstGeom prst="rect">
            <a:avLst/>
          </a:prstGeom>
        </p:spPr>
      </p:pic>
      <p:sp>
        <p:nvSpPr>
          <p:cNvPr id="9" name="Text Placeholder 31">
            <a:extLst>
              <a:ext uri="{FF2B5EF4-FFF2-40B4-BE49-F238E27FC236}">
                <a16:creationId xmlns:a16="http://schemas.microsoft.com/office/drawing/2014/main" id="{9DFD283B-191A-60AB-360F-CB625BABFB2C}"/>
              </a:ext>
            </a:extLst>
          </p:cNvPr>
          <p:cNvSpPr>
            <a:spLocks noGrp="1"/>
          </p:cNvSpPr>
          <p:nvPr>
            <p:ph type="body" sz="quarter" idx="72"/>
          </p:nvPr>
        </p:nvSpPr>
        <p:spPr>
          <a:xfrm>
            <a:off x="1865376" y="26124408"/>
            <a:ext cx="6364224" cy="3017520"/>
          </a:xfrm>
          <a:prstGeom prst="roundRect">
            <a:avLst>
              <a:gd name="adj" fmla="val 3180"/>
            </a:avLst>
          </a:prstGeom>
          <a:solidFill>
            <a:schemeClr val="lt2"/>
          </a:solidFill>
          <a:ln w="38100">
            <a:solidFill>
              <a:schemeClr val="accent1"/>
            </a:solidFill>
          </a:ln>
        </p:spPr>
        <p:txBody>
          <a:bodyPr spcFirstLastPara="1" vert="horz" wrap="square" lIns="91425" tIns="144000" rIns="91425" bIns="91425" rtlCol="0" anchor="ctr" anchorCtr="0">
            <a:noAutofit/>
          </a:bodyPr>
          <a:lstStyle>
            <a:lvl1pPr>
              <a:defRPr lang="he-IL" sz="3200" dirty="0">
                <a:solidFill>
                  <a:schemeClr val="bg2"/>
                </a:solidFill>
                <a:latin typeface="Fedra Sans Bar-ilan Medium" pitchFamily="50" charset="-79"/>
                <a:cs typeface="Fedra Sans Bar-ilan Medium" pitchFamily="50" charset="-79"/>
              </a:defRPr>
            </a:lvl1pPr>
          </a:lstStyle>
          <a:p>
            <a:pPr lvl="0" algn="ctr" defTabSz="914400" rtl="0">
              <a:spcBef>
                <a:spcPts val="0"/>
              </a:spcBef>
              <a:spcAft>
                <a:spcPts val="0"/>
              </a:spcAft>
              <a:buClr>
                <a:srgbClr val="000000"/>
              </a:buClr>
              <a:buSzPts val="1100"/>
            </a:pPr>
            <a:r>
              <a:rPr lang="en-US" dirty="0"/>
              <a:t>Click to edit Master text styles</a:t>
            </a:r>
            <a:endParaRPr lang="he-IL" dirty="0"/>
          </a:p>
        </p:txBody>
      </p:sp>
      <p:sp>
        <p:nvSpPr>
          <p:cNvPr id="31" name="Text Placeholder 31">
            <a:extLst>
              <a:ext uri="{FF2B5EF4-FFF2-40B4-BE49-F238E27FC236}">
                <a16:creationId xmlns:a16="http://schemas.microsoft.com/office/drawing/2014/main" id="{BDEE46F5-3105-68BA-6DB4-29077D2F46BA}"/>
              </a:ext>
            </a:extLst>
          </p:cNvPr>
          <p:cNvSpPr>
            <a:spLocks noGrp="1"/>
          </p:cNvSpPr>
          <p:nvPr>
            <p:ph type="body" sz="quarter" idx="73" hasCustomPrompt="1"/>
          </p:nvPr>
        </p:nvSpPr>
        <p:spPr>
          <a:xfrm>
            <a:off x="2306270" y="25858344"/>
            <a:ext cx="5486183" cy="915115"/>
          </a:xfrm>
          <a:prstGeom prst="roundRect">
            <a:avLst>
              <a:gd name="adj" fmla="val 50000"/>
            </a:avLst>
          </a:prstGeom>
          <a:solidFill>
            <a:schemeClr val="lt2"/>
          </a:solidFill>
          <a:ln w="38100">
            <a:solidFill>
              <a:schemeClr val="accent1"/>
            </a:solidFill>
          </a:ln>
        </p:spPr>
        <p:txBody>
          <a:bodyPr spcFirstLastPara="1" wrap="square" lIns="91425" tIns="144000" rIns="91425" bIns="91425" anchor="ctr" anchorCtr="0">
            <a:noAutofit/>
          </a:bodyPr>
          <a:lstStyle>
            <a:lvl1pPr marL="0" algn="ctr" defTabSz="914400" rtl="1" eaLnBrk="1" latinLnBrk="0" hangingPunct="1">
              <a:buClr>
                <a:srgbClr val="000000"/>
              </a:buClr>
              <a:buSzPts val="1100"/>
              <a:defRPr lang="he-IL" sz="3200" kern="1200" dirty="0">
                <a:solidFill>
                  <a:schemeClr val="bg2"/>
                </a:solidFill>
                <a:latin typeface="Fedra Sans Bar-ilan Medium" pitchFamily="50" charset="-79"/>
                <a:ea typeface="+mn-ea"/>
                <a:cs typeface="Fedra Sans Bar-ilan Medium" pitchFamily="50" charset="-79"/>
              </a:defRPr>
            </a:lvl1pPr>
          </a:lstStyle>
          <a:p>
            <a:pPr lvl="0" rtl="0">
              <a:spcBef>
                <a:spcPts val="0"/>
              </a:spcBef>
              <a:spcAft>
                <a:spcPts val="0"/>
              </a:spcAft>
            </a:pPr>
            <a:r>
              <a:rPr lang="en-US" dirty="0"/>
              <a:t>Click to edit text</a:t>
            </a:r>
            <a:endParaRPr lang="he-IL" dirty="0"/>
          </a:p>
        </p:txBody>
      </p:sp>
      <p:sp>
        <p:nvSpPr>
          <p:cNvPr id="34" name="Content Placeholder 15">
            <a:extLst>
              <a:ext uri="{FF2B5EF4-FFF2-40B4-BE49-F238E27FC236}">
                <a16:creationId xmlns:a16="http://schemas.microsoft.com/office/drawing/2014/main" id="{FF6AC1B6-CD60-65D8-F2CD-A3B8B3C3B7F3}"/>
              </a:ext>
            </a:extLst>
          </p:cNvPr>
          <p:cNvSpPr>
            <a:spLocks noGrp="1"/>
          </p:cNvSpPr>
          <p:nvPr>
            <p:ph sz="quarter" idx="74" hasCustomPrompt="1"/>
          </p:nvPr>
        </p:nvSpPr>
        <p:spPr>
          <a:xfrm>
            <a:off x="4266802" y="26929854"/>
            <a:ext cx="1565118" cy="1565118"/>
          </a:xfrm>
          <a:prstGeom prst="ellipse">
            <a:avLst/>
          </a:prstGeom>
          <a:ln w="38100">
            <a:solidFill>
              <a:schemeClr val="accent1"/>
            </a:solidFill>
          </a:ln>
        </p:spPr>
        <p:txBody>
          <a:bodyPr lIns="0" tIns="0" rIns="0" bIns="0" anchor="ctr" anchorCtr="0"/>
          <a:lstStyle>
            <a:lvl1pPr algn="ctr">
              <a:defRPr sz="2800">
                <a:solidFill>
                  <a:schemeClr val="bg2"/>
                </a:solidFill>
              </a:defRPr>
            </a:lvl1pPr>
          </a:lstStyle>
          <a:p>
            <a:pPr lvl="0"/>
            <a:r>
              <a:rPr lang="en-US" dirty="0"/>
              <a:t>Insert icon</a:t>
            </a:r>
            <a:endParaRPr lang="he-IL" dirty="0"/>
          </a:p>
        </p:txBody>
      </p:sp>
      <p:sp>
        <p:nvSpPr>
          <p:cNvPr id="35" name="Text Placeholder 31">
            <a:extLst>
              <a:ext uri="{FF2B5EF4-FFF2-40B4-BE49-F238E27FC236}">
                <a16:creationId xmlns:a16="http://schemas.microsoft.com/office/drawing/2014/main" id="{F6A35C45-4EE7-17ED-FA66-489B336C0040}"/>
              </a:ext>
            </a:extLst>
          </p:cNvPr>
          <p:cNvSpPr>
            <a:spLocks noGrp="1"/>
          </p:cNvSpPr>
          <p:nvPr>
            <p:ph type="body" sz="quarter" idx="75"/>
          </p:nvPr>
        </p:nvSpPr>
        <p:spPr>
          <a:xfrm>
            <a:off x="9390888" y="26124408"/>
            <a:ext cx="6364224" cy="3017520"/>
          </a:xfrm>
          <a:prstGeom prst="roundRect">
            <a:avLst>
              <a:gd name="adj" fmla="val 3180"/>
            </a:avLst>
          </a:prstGeom>
          <a:solidFill>
            <a:schemeClr val="lt2"/>
          </a:solidFill>
          <a:ln w="38100">
            <a:solidFill>
              <a:schemeClr val="accent3"/>
            </a:solidFill>
          </a:ln>
        </p:spPr>
        <p:txBody>
          <a:bodyPr spcFirstLastPara="1" vert="horz" wrap="square" lIns="91425" tIns="144000" rIns="91425" bIns="91425" rtlCol="0" anchor="ctr" anchorCtr="0">
            <a:noAutofit/>
          </a:bodyPr>
          <a:lstStyle>
            <a:lvl1pPr>
              <a:defRPr lang="he-IL" sz="3200" dirty="0">
                <a:solidFill>
                  <a:schemeClr val="bg2"/>
                </a:solidFill>
                <a:latin typeface="Fedra Sans Bar-ilan Medium" pitchFamily="50" charset="-79"/>
                <a:cs typeface="Fedra Sans Bar-ilan Medium" pitchFamily="50" charset="-79"/>
              </a:defRPr>
            </a:lvl1pPr>
          </a:lstStyle>
          <a:p>
            <a:pPr lvl="0" algn="ctr" defTabSz="914400" rtl="0">
              <a:spcBef>
                <a:spcPts val="0"/>
              </a:spcBef>
              <a:spcAft>
                <a:spcPts val="0"/>
              </a:spcAft>
              <a:buClr>
                <a:srgbClr val="000000"/>
              </a:buClr>
              <a:buSzPts val="1100"/>
            </a:pPr>
            <a:r>
              <a:rPr lang="en-US" dirty="0"/>
              <a:t>Click to edit Master text styles</a:t>
            </a:r>
            <a:endParaRPr lang="he-IL" dirty="0"/>
          </a:p>
        </p:txBody>
      </p:sp>
      <p:sp>
        <p:nvSpPr>
          <p:cNvPr id="36" name="Text Placeholder 31">
            <a:extLst>
              <a:ext uri="{FF2B5EF4-FFF2-40B4-BE49-F238E27FC236}">
                <a16:creationId xmlns:a16="http://schemas.microsoft.com/office/drawing/2014/main" id="{A3FAC9C0-82E1-FAF1-68D7-1441E6B1398E}"/>
              </a:ext>
            </a:extLst>
          </p:cNvPr>
          <p:cNvSpPr>
            <a:spLocks noGrp="1"/>
          </p:cNvSpPr>
          <p:nvPr>
            <p:ph type="body" sz="quarter" idx="76" hasCustomPrompt="1"/>
          </p:nvPr>
        </p:nvSpPr>
        <p:spPr>
          <a:xfrm>
            <a:off x="9834401" y="25858344"/>
            <a:ext cx="5486183" cy="915115"/>
          </a:xfrm>
          <a:prstGeom prst="roundRect">
            <a:avLst>
              <a:gd name="adj" fmla="val 50000"/>
            </a:avLst>
          </a:prstGeom>
          <a:solidFill>
            <a:schemeClr val="lt2"/>
          </a:solidFill>
          <a:ln w="38100">
            <a:solidFill>
              <a:schemeClr val="accent3"/>
            </a:solidFill>
          </a:ln>
        </p:spPr>
        <p:txBody>
          <a:bodyPr spcFirstLastPara="1" wrap="square" lIns="91425" tIns="144000" rIns="91425" bIns="91425" anchor="ctr" anchorCtr="0">
            <a:noAutofit/>
          </a:bodyPr>
          <a:lstStyle>
            <a:lvl1pPr marL="0" algn="ctr" defTabSz="914400" rtl="1" eaLnBrk="1" latinLnBrk="0" hangingPunct="1">
              <a:buClr>
                <a:srgbClr val="000000"/>
              </a:buClr>
              <a:buSzPts val="1100"/>
              <a:defRPr lang="he-IL" sz="3200" kern="1200" dirty="0">
                <a:solidFill>
                  <a:schemeClr val="bg2"/>
                </a:solidFill>
                <a:latin typeface="Fedra Sans Bar-ilan Medium" pitchFamily="50" charset="-79"/>
                <a:ea typeface="+mn-ea"/>
                <a:cs typeface="Fedra Sans Bar-ilan Medium" pitchFamily="50" charset="-79"/>
              </a:defRPr>
            </a:lvl1pPr>
          </a:lstStyle>
          <a:p>
            <a:pPr lvl="0" rtl="0">
              <a:spcBef>
                <a:spcPts val="0"/>
              </a:spcBef>
              <a:spcAft>
                <a:spcPts val="0"/>
              </a:spcAft>
            </a:pPr>
            <a:r>
              <a:rPr lang="en-US" dirty="0"/>
              <a:t>Click to edit text</a:t>
            </a:r>
            <a:endParaRPr lang="he-IL" dirty="0"/>
          </a:p>
        </p:txBody>
      </p:sp>
      <p:sp>
        <p:nvSpPr>
          <p:cNvPr id="37" name="Content Placeholder 15">
            <a:extLst>
              <a:ext uri="{FF2B5EF4-FFF2-40B4-BE49-F238E27FC236}">
                <a16:creationId xmlns:a16="http://schemas.microsoft.com/office/drawing/2014/main" id="{89922600-5B3A-1669-0B60-AC66FF5D8933}"/>
              </a:ext>
            </a:extLst>
          </p:cNvPr>
          <p:cNvSpPr>
            <a:spLocks noGrp="1"/>
          </p:cNvSpPr>
          <p:nvPr>
            <p:ph sz="quarter" idx="48" hasCustomPrompt="1"/>
          </p:nvPr>
        </p:nvSpPr>
        <p:spPr>
          <a:xfrm>
            <a:off x="11794933" y="26929854"/>
            <a:ext cx="1565118" cy="1565118"/>
          </a:xfrm>
          <a:prstGeom prst="ellipse">
            <a:avLst/>
          </a:prstGeom>
          <a:ln w="38100">
            <a:solidFill>
              <a:schemeClr val="accent3"/>
            </a:solidFill>
          </a:ln>
        </p:spPr>
        <p:txBody>
          <a:bodyPr lIns="0" tIns="0" rIns="0" bIns="0" anchor="ctr" anchorCtr="0"/>
          <a:lstStyle>
            <a:lvl1pPr algn="ctr">
              <a:defRPr sz="2800">
                <a:solidFill>
                  <a:schemeClr val="bg2"/>
                </a:solidFill>
              </a:defRPr>
            </a:lvl1pPr>
          </a:lstStyle>
          <a:p>
            <a:pPr lvl="0"/>
            <a:r>
              <a:rPr lang="en-US" dirty="0"/>
              <a:t>Insert icon</a:t>
            </a:r>
            <a:endParaRPr lang="he-IL" dirty="0"/>
          </a:p>
        </p:txBody>
      </p:sp>
      <p:sp>
        <p:nvSpPr>
          <p:cNvPr id="38" name="Text Placeholder 31">
            <a:extLst>
              <a:ext uri="{FF2B5EF4-FFF2-40B4-BE49-F238E27FC236}">
                <a16:creationId xmlns:a16="http://schemas.microsoft.com/office/drawing/2014/main" id="{483251E1-93DD-689E-1441-62818103F30D}"/>
              </a:ext>
            </a:extLst>
          </p:cNvPr>
          <p:cNvSpPr>
            <a:spLocks noGrp="1"/>
          </p:cNvSpPr>
          <p:nvPr>
            <p:ph type="body" sz="quarter" idx="77"/>
          </p:nvPr>
        </p:nvSpPr>
        <p:spPr>
          <a:xfrm>
            <a:off x="16943832" y="26124408"/>
            <a:ext cx="6364224" cy="3017520"/>
          </a:xfrm>
          <a:prstGeom prst="roundRect">
            <a:avLst>
              <a:gd name="adj" fmla="val 3180"/>
            </a:avLst>
          </a:prstGeom>
          <a:solidFill>
            <a:schemeClr val="lt2"/>
          </a:solidFill>
          <a:ln w="38100">
            <a:solidFill>
              <a:schemeClr val="accent1"/>
            </a:solidFill>
          </a:ln>
        </p:spPr>
        <p:txBody>
          <a:bodyPr spcFirstLastPara="1" vert="horz" wrap="square" lIns="91425" tIns="144000" rIns="91425" bIns="91425" rtlCol="0" anchor="ctr" anchorCtr="0">
            <a:noAutofit/>
          </a:bodyPr>
          <a:lstStyle>
            <a:lvl1pPr>
              <a:defRPr lang="he-IL" sz="3200" dirty="0">
                <a:solidFill>
                  <a:schemeClr val="bg2"/>
                </a:solidFill>
                <a:latin typeface="Fedra Sans Bar-ilan Medium" pitchFamily="50" charset="-79"/>
                <a:cs typeface="Fedra Sans Bar-ilan Medium" pitchFamily="50" charset="-79"/>
              </a:defRPr>
            </a:lvl1pPr>
          </a:lstStyle>
          <a:p>
            <a:pPr lvl="0" algn="ctr" defTabSz="914400" rtl="0">
              <a:spcBef>
                <a:spcPts val="0"/>
              </a:spcBef>
              <a:spcAft>
                <a:spcPts val="0"/>
              </a:spcAft>
              <a:buClr>
                <a:srgbClr val="000000"/>
              </a:buClr>
              <a:buSzPts val="1100"/>
            </a:pPr>
            <a:r>
              <a:rPr lang="en-US" dirty="0"/>
              <a:t>Click to edit Master text styles</a:t>
            </a:r>
            <a:endParaRPr lang="he-IL" dirty="0"/>
          </a:p>
        </p:txBody>
      </p:sp>
      <p:sp>
        <p:nvSpPr>
          <p:cNvPr id="39" name="Text Placeholder 31">
            <a:extLst>
              <a:ext uri="{FF2B5EF4-FFF2-40B4-BE49-F238E27FC236}">
                <a16:creationId xmlns:a16="http://schemas.microsoft.com/office/drawing/2014/main" id="{C579D11C-98E5-005D-B196-8792992C150A}"/>
              </a:ext>
            </a:extLst>
          </p:cNvPr>
          <p:cNvSpPr>
            <a:spLocks noGrp="1"/>
          </p:cNvSpPr>
          <p:nvPr>
            <p:ph type="body" sz="quarter" idx="78" hasCustomPrompt="1"/>
          </p:nvPr>
        </p:nvSpPr>
        <p:spPr>
          <a:xfrm>
            <a:off x="17381878" y="25858344"/>
            <a:ext cx="5486183" cy="915115"/>
          </a:xfrm>
          <a:prstGeom prst="roundRect">
            <a:avLst>
              <a:gd name="adj" fmla="val 50000"/>
            </a:avLst>
          </a:prstGeom>
          <a:solidFill>
            <a:schemeClr val="lt2"/>
          </a:solidFill>
          <a:ln w="38100">
            <a:solidFill>
              <a:schemeClr val="accent1"/>
            </a:solidFill>
          </a:ln>
        </p:spPr>
        <p:txBody>
          <a:bodyPr spcFirstLastPara="1" wrap="square" lIns="91425" tIns="144000" rIns="91425" bIns="91425" anchor="ctr" anchorCtr="0">
            <a:noAutofit/>
          </a:bodyPr>
          <a:lstStyle>
            <a:lvl1pPr marL="0" algn="ctr" defTabSz="914400" rtl="1" eaLnBrk="1" latinLnBrk="0" hangingPunct="1">
              <a:buClr>
                <a:srgbClr val="000000"/>
              </a:buClr>
              <a:buSzPts val="1100"/>
              <a:defRPr lang="he-IL" sz="3200" kern="1200" dirty="0">
                <a:solidFill>
                  <a:schemeClr val="bg2"/>
                </a:solidFill>
                <a:latin typeface="Fedra Sans Bar-ilan Medium" pitchFamily="50" charset="-79"/>
                <a:ea typeface="+mn-ea"/>
                <a:cs typeface="Fedra Sans Bar-ilan Medium" pitchFamily="50" charset="-79"/>
              </a:defRPr>
            </a:lvl1pPr>
          </a:lstStyle>
          <a:p>
            <a:pPr lvl="0" rtl="0">
              <a:spcBef>
                <a:spcPts val="0"/>
              </a:spcBef>
              <a:spcAft>
                <a:spcPts val="0"/>
              </a:spcAft>
            </a:pPr>
            <a:r>
              <a:rPr lang="en-US" dirty="0"/>
              <a:t>Click to edit text</a:t>
            </a:r>
            <a:endParaRPr lang="he-IL" dirty="0"/>
          </a:p>
        </p:txBody>
      </p:sp>
      <p:sp>
        <p:nvSpPr>
          <p:cNvPr id="42" name="Content Placeholder 15">
            <a:extLst>
              <a:ext uri="{FF2B5EF4-FFF2-40B4-BE49-F238E27FC236}">
                <a16:creationId xmlns:a16="http://schemas.microsoft.com/office/drawing/2014/main" id="{9F496C70-2980-F55C-C0F8-E039E4D2C1A1}"/>
              </a:ext>
            </a:extLst>
          </p:cNvPr>
          <p:cNvSpPr>
            <a:spLocks noGrp="1"/>
          </p:cNvSpPr>
          <p:nvPr>
            <p:ph sz="quarter" idx="79" hasCustomPrompt="1"/>
          </p:nvPr>
        </p:nvSpPr>
        <p:spPr>
          <a:xfrm>
            <a:off x="19342410" y="26929854"/>
            <a:ext cx="1565118" cy="1565118"/>
          </a:xfrm>
          <a:prstGeom prst="ellipse">
            <a:avLst/>
          </a:prstGeom>
          <a:ln w="38100">
            <a:solidFill>
              <a:schemeClr val="accent1"/>
            </a:solidFill>
          </a:ln>
        </p:spPr>
        <p:txBody>
          <a:bodyPr lIns="0" tIns="0" rIns="0" bIns="0" anchor="ctr" anchorCtr="0"/>
          <a:lstStyle>
            <a:lvl1pPr algn="ctr">
              <a:defRPr sz="2800">
                <a:solidFill>
                  <a:schemeClr val="bg2"/>
                </a:solidFill>
              </a:defRPr>
            </a:lvl1pPr>
          </a:lstStyle>
          <a:p>
            <a:pPr lvl="0"/>
            <a:r>
              <a:rPr lang="en-US" dirty="0"/>
              <a:t>Insert icon</a:t>
            </a:r>
            <a:endParaRPr lang="he-IL" dirty="0"/>
          </a:p>
        </p:txBody>
      </p:sp>
      <p:sp>
        <p:nvSpPr>
          <p:cNvPr id="44" name="Text Placeholder 31">
            <a:extLst>
              <a:ext uri="{FF2B5EF4-FFF2-40B4-BE49-F238E27FC236}">
                <a16:creationId xmlns:a16="http://schemas.microsoft.com/office/drawing/2014/main" id="{D05069E8-8452-C607-6CC6-340F42A2D042}"/>
              </a:ext>
            </a:extLst>
          </p:cNvPr>
          <p:cNvSpPr>
            <a:spLocks noGrp="1"/>
          </p:cNvSpPr>
          <p:nvPr>
            <p:ph type="body" sz="quarter" idx="80"/>
          </p:nvPr>
        </p:nvSpPr>
        <p:spPr>
          <a:xfrm>
            <a:off x="24487632" y="26124408"/>
            <a:ext cx="6364224" cy="3017520"/>
          </a:xfrm>
          <a:prstGeom prst="roundRect">
            <a:avLst>
              <a:gd name="adj" fmla="val 3180"/>
            </a:avLst>
          </a:prstGeom>
          <a:solidFill>
            <a:schemeClr val="lt2"/>
          </a:solidFill>
          <a:ln w="38100">
            <a:solidFill>
              <a:schemeClr val="accent3"/>
            </a:solidFill>
          </a:ln>
        </p:spPr>
        <p:txBody>
          <a:bodyPr spcFirstLastPara="1" vert="horz" wrap="square" lIns="91425" tIns="144000" rIns="91425" bIns="91425" rtlCol="0" anchor="ctr" anchorCtr="0">
            <a:noAutofit/>
          </a:bodyPr>
          <a:lstStyle>
            <a:lvl1pPr>
              <a:defRPr lang="he-IL" sz="3200" dirty="0">
                <a:solidFill>
                  <a:schemeClr val="bg2"/>
                </a:solidFill>
                <a:latin typeface="Fedra Sans Bar-ilan Medium" pitchFamily="50" charset="-79"/>
                <a:cs typeface="Fedra Sans Bar-ilan Medium" pitchFamily="50" charset="-79"/>
              </a:defRPr>
            </a:lvl1pPr>
          </a:lstStyle>
          <a:p>
            <a:pPr lvl="0" algn="ctr" defTabSz="914400" rtl="0">
              <a:spcBef>
                <a:spcPts val="0"/>
              </a:spcBef>
              <a:spcAft>
                <a:spcPts val="0"/>
              </a:spcAft>
              <a:buClr>
                <a:srgbClr val="000000"/>
              </a:buClr>
              <a:buSzPts val="1100"/>
            </a:pPr>
            <a:r>
              <a:rPr lang="en-US" dirty="0"/>
              <a:t>Click to edit Master text styles</a:t>
            </a:r>
            <a:endParaRPr lang="he-IL" dirty="0"/>
          </a:p>
        </p:txBody>
      </p:sp>
      <p:sp>
        <p:nvSpPr>
          <p:cNvPr id="49" name="Text Placeholder 31">
            <a:extLst>
              <a:ext uri="{FF2B5EF4-FFF2-40B4-BE49-F238E27FC236}">
                <a16:creationId xmlns:a16="http://schemas.microsoft.com/office/drawing/2014/main" id="{D2376DEF-357C-0135-81CB-50602752BADD}"/>
              </a:ext>
            </a:extLst>
          </p:cNvPr>
          <p:cNvSpPr>
            <a:spLocks noGrp="1"/>
          </p:cNvSpPr>
          <p:nvPr>
            <p:ph type="body" sz="quarter" idx="81" hasCustomPrompt="1"/>
          </p:nvPr>
        </p:nvSpPr>
        <p:spPr>
          <a:xfrm>
            <a:off x="24929356" y="25858344"/>
            <a:ext cx="5486183" cy="915115"/>
          </a:xfrm>
          <a:prstGeom prst="roundRect">
            <a:avLst>
              <a:gd name="adj" fmla="val 50000"/>
            </a:avLst>
          </a:prstGeom>
          <a:solidFill>
            <a:schemeClr val="lt2"/>
          </a:solidFill>
          <a:ln w="38100">
            <a:solidFill>
              <a:schemeClr val="accent3"/>
            </a:solidFill>
          </a:ln>
        </p:spPr>
        <p:txBody>
          <a:bodyPr spcFirstLastPara="1" wrap="square" lIns="91425" tIns="144000" rIns="91425" bIns="91425" anchor="ctr" anchorCtr="0">
            <a:noAutofit/>
          </a:bodyPr>
          <a:lstStyle>
            <a:lvl1pPr marL="0" algn="ctr" defTabSz="914400" rtl="1" eaLnBrk="1" latinLnBrk="0" hangingPunct="1">
              <a:buClr>
                <a:srgbClr val="000000"/>
              </a:buClr>
              <a:buSzPts val="1100"/>
              <a:defRPr lang="he-IL" sz="3200" kern="1200" dirty="0">
                <a:solidFill>
                  <a:schemeClr val="bg2"/>
                </a:solidFill>
                <a:latin typeface="Fedra Sans Bar-ilan Medium" pitchFamily="50" charset="-79"/>
                <a:ea typeface="+mn-ea"/>
                <a:cs typeface="Fedra Sans Bar-ilan Medium" pitchFamily="50" charset="-79"/>
              </a:defRPr>
            </a:lvl1pPr>
          </a:lstStyle>
          <a:p>
            <a:pPr lvl="0" rtl="0">
              <a:spcBef>
                <a:spcPts val="0"/>
              </a:spcBef>
              <a:spcAft>
                <a:spcPts val="0"/>
              </a:spcAft>
            </a:pPr>
            <a:r>
              <a:rPr lang="en-US" dirty="0"/>
              <a:t>Click to edit text</a:t>
            </a:r>
            <a:endParaRPr lang="he-IL" dirty="0"/>
          </a:p>
        </p:txBody>
      </p:sp>
      <p:sp>
        <p:nvSpPr>
          <p:cNvPr id="53" name="Content Placeholder 15">
            <a:extLst>
              <a:ext uri="{FF2B5EF4-FFF2-40B4-BE49-F238E27FC236}">
                <a16:creationId xmlns:a16="http://schemas.microsoft.com/office/drawing/2014/main" id="{521A5B5A-7771-0FF3-90D1-170F481CC66D}"/>
              </a:ext>
            </a:extLst>
          </p:cNvPr>
          <p:cNvSpPr>
            <a:spLocks noGrp="1"/>
          </p:cNvSpPr>
          <p:nvPr>
            <p:ph sz="quarter" idx="82" hasCustomPrompt="1"/>
          </p:nvPr>
        </p:nvSpPr>
        <p:spPr>
          <a:xfrm>
            <a:off x="26889888" y="26929854"/>
            <a:ext cx="1565118" cy="1565118"/>
          </a:xfrm>
          <a:prstGeom prst="ellipse">
            <a:avLst/>
          </a:prstGeom>
          <a:ln w="38100">
            <a:solidFill>
              <a:schemeClr val="accent3"/>
            </a:solidFill>
          </a:ln>
        </p:spPr>
        <p:txBody>
          <a:bodyPr lIns="0" tIns="0" rIns="0" bIns="0" anchor="ctr" anchorCtr="0"/>
          <a:lstStyle>
            <a:lvl1pPr algn="ctr">
              <a:defRPr sz="2800">
                <a:solidFill>
                  <a:schemeClr val="bg2"/>
                </a:solidFill>
              </a:defRPr>
            </a:lvl1pPr>
          </a:lstStyle>
          <a:p>
            <a:pPr lvl="0"/>
            <a:r>
              <a:rPr lang="en-US" dirty="0"/>
              <a:t>Insert icon</a:t>
            </a:r>
            <a:endParaRPr lang="he-IL" dirty="0"/>
          </a:p>
        </p:txBody>
      </p:sp>
      <p:sp>
        <p:nvSpPr>
          <p:cNvPr id="59" name="Picture Placeholder 63">
            <a:extLst>
              <a:ext uri="{FF2B5EF4-FFF2-40B4-BE49-F238E27FC236}">
                <a16:creationId xmlns:a16="http://schemas.microsoft.com/office/drawing/2014/main" id="{67EFF00F-E93C-7A00-9D63-D57B8853EF7F}"/>
              </a:ext>
            </a:extLst>
          </p:cNvPr>
          <p:cNvSpPr>
            <a:spLocks noGrp="1"/>
          </p:cNvSpPr>
          <p:nvPr>
            <p:ph type="pic" sz="quarter" idx="55"/>
          </p:nvPr>
        </p:nvSpPr>
        <p:spPr>
          <a:xfrm>
            <a:off x="17011556" y="18530945"/>
            <a:ext cx="6792589" cy="4733442"/>
          </a:xfrm>
        </p:spPr>
        <p:txBody>
          <a:bodyPr/>
          <a:lstStyle>
            <a:lvl1pPr>
              <a:defRPr>
                <a:solidFill>
                  <a:schemeClr val="bg1"/>
                </a:solidFill>
              </a:defRPr>
            </a:lvl1pPr>
          </a:lstStyle>
          <a:p>
            <a:endParaRPr lang="he-IL"/>
          </a:p>
        </p:txBody>
      </p:sp>
      <p:sp>
        <p:nvSpPr>
          <p:cNvPr id="60" name="Picture Placeholder 63">
            <a:extLst>
              <a:ext uri="{FF2B5EF4-FFF2-40B4-BE49-F238E27FC236}">
                <a16:creationId xmlns:a16="http://schemas.microsoft.com/office/drawing/2014/main" id="{B1300AAD-9C5A-A2A1-F9C5-360CF583867E}"/>
              </a:ext>
            </a:extLst>
          </p:cNvPr>
          <p:cNvSpPr>
            <a:spLocks noGrp="1"/>
          </p:cNvSpPr>
          <p:nvPr>
            <p:ph type="pic" sz="quarter" idx="83"/>
          </p:nvPr>
        </p:nvSpPr>
        <p:spPr>
          <a:xfrm>
            <a:off x="24297260" y="18530945"/>
            <a:ext cx="6553986" cy="4733442"/>
          </a:xfrm>
        </p:spPr>
        <p:txBody>
          <a:bodyPr/>
          <a:lstStyle>
            <a:lvl1pPr>
              <a:defRPr>
                <a:solidFill>
                  <a:schemeClr val="bg1"/>
                </a:solidFill>
              </a:defRPr>
            </a:lvl1pPr>
          </a:lstStyle>
          <a:p>
            <a:endParaRPr lang="he-IL"/>
          </a:p>
        </p:txBody>
      </p:sp>
      <p:sp>
        <p:nvSpPr>
          <p:cNvPr id="80" name="Text Placeholder 23">
            <a:extLst>
              <a:ext uri="{FF2B5EF4-FFF2-40B4-BE49-F238E27FC236}">
                <a16:creationId xmlns:a16="http://schemas.microsoft.com/office/drawing/2014/main" id="{F4C09EB4-67A7-A084-C421-A20D81C32133}"/>
              </a:ext>
            </a:extLst>
          </p:cNvPr>
          <p:cNvSpPr>
            <a:spLocks noGrp="1"/>
          </p:cNvSpPr>
          <p:nvPr>
            <p:ph type="body" sz="quarter" idx="86" hasCustomPrompt="1"/>
          </p:nvPr>
        </p:nvSpPr>
        <p:spPr>
          <a:xfrm>
            <a:off x="0" y="24150331"/>
            <a:ext cx="32399287" cy="927100"/>
          </a:xfrm>
          <a:solidFill>
            <a:schemeClr val="bg2"/>
          </a:solidFill>
        </p:spPr>
        <p:txBody>
          <a:bodyPr lIns="1440000" rIns="108000" anchor="ctr" anchorCtr="0"/>
          <a:lstStyle>
            <a:lvl1pPr>
              <a:defRPr sz="48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Results</a:t>
            </a:r>
          </a:p>
        </p:txBody>
      </p:sp>
    </p:spTree>
    <p:extLst>
      <p:ext uri="{BB962C8B-B14F-4D97-AF65-F5344CB8AC3E}">
        <p14:creationId xmlns:p14="http://schemas.microsoft.com/office/powerpoint/2010/main" val="30037991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767"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2_Title Slide">
    <p:bg>
      <p:bgPr>
        <a:solidFill>
          <a:schemeClr val="tx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5FC152D1-ADF9-9DC2-99B2-0BC986947451}"/>
              </a:ext>
            </a:extLst>
          </p:cNvPr>
          <p:cNvSpPr/>
          <p:nvPr userDrawn="1"/>
        </p:nvSpPr>
        <p:spPr>
          <a:xfrm flipV="1">
            <a:off x="0" y="42293591"/>
            <a:ext cx="32623432" cy="927101"/>
          </a:xfrm>
          <a:prstGeom prst="rect">
            <a:avLst/>
          </a:prstGeom>
          <a:solidFill>
            <a:schemeClr val="accent4"/>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algn="ctr" defTabSz="914400" rtl="0" eaLnBrk="1" latinLnBrk="0" hangingPunct="1"/>
            <a:endParaRPr lang="en-US" dirty="0"/>
          </a:p>
        </p:txBody>
      </p:sp>
      <p:sp>
        <p:nvSpPr>
          <p:cNvPr id="19" name="Rectangle 18">
            <a:extLst>
              <a:ext uri="{FF2B5EF4-FFF2-40B4-BE49-F238E27FC236}">
                <a16:creationId xmlns:a16="http://schemas.microsoft.com/office/drawing/2014/main" id="{B5954A25-F28A-2E9D-B4FC-2C79F61C48AC}"/>
              </a:ext>
            </a:extLst>
          </p:cNvPr>
          <p:cNvSpPr/>
          <p:nvPr userDrawn="1"/>
        </p:nvSpPr>
        <p:spPr>
          <a:xfrm flipV="1">
            <a:off x="0" y="-1"/>
            <a:ext cx="32399288" cy="8796223"/>
          </a:xfrm>
          <a:prstGeom prst="rect">
            <a:avLst/>
          </a:prstGeom>
          <a:solidFill>
            <a:schemeClr val="bg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algn="ctr" defTabSz="914400" rtl="0" eaLnBrk="1" latinLnBrk="0" hangingPunct="1"/>
            <a:endParaRPr lang="en-US" dirty="0"/>
          </a:p>
        </p:txBody>
      </p:sp>
      <p:sp>
        <p:nvSpPr>
          <p:cNvPr id="2" name="Title 1"/>
          <p:cNvSpPr>
            <a:spLocks noGrp="1"/>
          </p:cNvSpPr>
          <p:nvPr>
            <p:ph type="ctrTitle" hasCustomPrompt="1"/>
          </p:nvPr>
        </p:nvSpPr>
        <p:spPr>
          <a:xfrm flipH="1">
            <a:off x="1633960" y="4005865"/>
            <a:ext cx="29079122" cy="1906786"/>
          </a:xfrm>
        </p:spPr>
        <p:txBody>
          <a:bodyPr anchor="b">
            <a:noAutofit/>
          </a:bodyPr>
          <a:lstStyle>
            <a:lvl1pPr algn="l">
              <a:defRPr sz="8000" baseline="0">
                <a:solidFill>
                  <a:schemeClr val="tx2"/>
                </a:solidFill>
              </a:defRPr>
            </a:lvl1pPr>
          </a:lstStyle>
          <a:p>
            <a:r>
              <a:rPr lang="en-US" dirty="0"/>
              <a:t>Research Title</a:t>
            </a:r>
          </a:p>
        </p:txBody>
      </p:sp>
      <p:sp>
        <p:nvSpPr>
          <p:cNvPr id="3" name="Subtitle 2"/>
          <p:cNvSpPr>
            <a:spLocks noGrp="1"/>
          </p:cNvSpPr>
          <p:nvPr>
            <p:ph type="subTitle" idx="1" hasCustomPrompt="1"/>
          </p:nvPr>
        </p:nvSpPr>
        <p:spPr>
          <a:xfrm flipH="1">
            <a:off x="1633960" y="6443351"/>
            <a:ext cx="29079122" cy="1136571"/>
          </a:xfrm>
        </p:spPr>
        <p:txBody>
          <a:bodyPr>
            <a:noAutofit/>
          </a:bodyPr>
          <a:lstStyle>
            <a:lvl1pPr marL="0" indent="0" algn="l">
              <a:buNone/>
              <a:defRPr sz="5400" baseline="0">
                <a:solidFill>
                  <a:schemeClr val="accent1"/>
                </a:solidFill>
              </a:defRPr>
            </a:lvl1pPr>
            <a:lvl2pPr marL="1214963" indent="0" algn="ctr">
              <a:buNone/>
              <a:defRPr sz="5315"/>
            </a:lvl2pPr>
            <a:lvl3pPr marL="2429927" indent="0" algn="ctr">
              <a:buNone/>
              <a:defRPr sz="4783"/>
            </a:lvl3pPr>
            <a:lvl4pPr marL="3644890" indent="0" algn="ctr">
              <a:buNone/>
              <a:defRPr sz="4252"/>
            </a:lvl4pPr>
            <a:lvl5pPr marL="4859853" indent="0" algn="ctr">
              <a:buNone/>
              <a:defRPr sz="4252"/>
            </a:lvl5pPr>
            <a:lvl6pPr marL="6074816" indent="0" algn="ctr">
              <a:buNone/>
              <a:defRPr sz="4252"/>
            </a:lvl6pPr>
            <a:lvl7pPr marL="7289780" indent="0" algn="ctr">
              <a:buNone/>
              <a:defRPr sz="4252"/>
            </a:lvl7pPr>
            <a:lvl8pPr marL="8504743" indent="0" algn="ctr">
              <a:buNone/>
              <a:defRPr sz="4252"/>
            </a:lvl8pPr>
            <a:lvl9pPr marL="9719706" indent="0" algn="ctr">
              <a:buNone/>
              <a:defRPr sz="4252"/>
            </a:lvl9pPr>
          </a:lstStyle>
          <a:p>
            <a:r>
              <a:rPr lang="en-US" dirty="0"/>
              <a:t>Scientists Names</a:t>
            </a:r>
          </a:p>
        </p:txBody>
      </p:sp>
      <p:sp>
        <p:nvSpPr>
          <p:cNvPr id="5" name="Picture Placeholder 4">
            <a:extLst>
              <a:ext uri="{FF2B5EF4-FFF2-40B4-BE49-F238E27FC236}">
                <a16:creationId xmlns:a16="http://schemas.microsoft.com/office/drawing/2014/main" id="{BD68B74C-535B-94F3-1F74-C00716E8C9EF}"/>
              </a:ext>
            </a:extLst>
          </p:cNvPr>
          <p:cNvSpPr>
            <a:spLocks noGrp="1"/>
          </p:cNvSpPr>
          <p:nvPr>
            <p:ph type="pic" sz="quarter" idx="10" hasCustomPrompt="1"/>
          </p:nvPr>
        </p:nvSpPr>
        <p:spPr>
          <a:xfrm>
            <a:off x="9394918" y="1410830"/>
            <a:ext cx="5970587" cy="1559672"/>
          </a:xfrm>
        </p:spPr>
        <p:txBody>
          <a:bodyPr anchor="ctr" anchorCtr="0"/>
          <a:lstStyle>
            <a:lvl1pPr algn="ctr">
              <a:defRPr>
                <a:solidFill>
                  <a:schemeClr val="tx2"/>
                </a:solidFill>
              </a:defRPr>
            </a:lvl1pPr>
          </a:lstStyle>
          <a:p>
            <a:r>
              <a:rPr lang="en-US" dirty="0"/>
              <a:t>Place logo</a:t>
            </a:r>
            <a:endParaRPr lang="he-IL" dirty="0"/>
          </a:p>
        </p:txBody>
      </p:sp>
      <p:sp>
        <p:nvSpPr>
          <p:cNvPr id="7" name="Picture Placeholder 4">
            <a:extLst>
              <a:ext uri="{FF2B5EF4-FFF2-40B4-BE49-F238E27FC236}">
                <a16:creationId xmlns:a16="http://schemas.microsoft.com/office/drawing/2014/main" id="{09682B32-FC7A-28DC-5CB2-1C9189346772}"/>
              </a:ext>
            </a:extLst>
          </p:cNvPr>
          <p:cNvSpPr>
            <a:spLocks noGrp="1"/>
          </p:cNvSpPr>
          <p:nvPr>
            <p:ph type="pic" sz="quarter" idx="11" hasCustomPrompt="1"/>
          </p:nvPr>
        </p:nvSpPr>
        <p:spPr>
          <a:xfrm>
            <a:off x="17068706" y="1410830"/>
            <a:ext cx="5970587" cy="1559672"/>
          </a:xfrm>
        </p:spPr>
        <p:txBody>
          <a:bodyPr anchor="ctr" anchorCtr="0"/>
          <a:lstStyle>
            <a:lvl1pPr algn="ctr">
              <a:defRPr>
                <a:solidFill>
                  <a:schemeClr val="tx2"/>
                </a:solidFill>
              </a:defRPr>
            </a:lvl1pPr>
          </a:lstStyle>
          <a:p>
            <a:r>
              <a:rPr lang="en-US" dirty="0"/>
              <a:t>Place logo</a:t>
            </a:r>
            <a:endParaRPr lang="he-IL" dirty="0"/>
          </a:p>
        </p:txBody>
      </p:sp>
      <p:sp>
        <p:nvSpPr>
          <p:cNvPr id="10" name="Picture Placeholder 4">
            <a:extLst>
              <a:ext uri="{FF2B5EF4-FFF2-40B4-BE49-F238E27FC236}">
                <a16:creationId xmlns:a16="http://schemas.microsoft.com/office/drawing/2014/main" id="{143323CA-5FE3-879B-2045-5C246D7A6010}"/>
              </a:ext>
            </a:extLst>
          </p:cNvPr>
          <p:cNvSpPr>
            <a:spLocks noGrp="1"/>
          </p:cNvSpPr>
          <p:nvPr>
            <p:ph type="pic" sz="quarter" idx="13" hasCustomPrompt="1"/>
          </p:nvPr>
        </p:nvSpPr>
        <p:spPr>
          <a:xfrm>
            <a:off x="1721130" y="1410830"/>
            <a:ext cx="5970587" cy="1559672"/>
          </a:xfrm>
        </p:spPr>
        <p:txBody>
          <a:bodyPr anchor="ctr" anchorCtr="0"/>
          <a:lstStyle>
            <a:lvl1pPr algn="ctr">
              <a:defRPr b="1">
                <a:solidFill>
                  <a:schemeClr val="tx2"/>
                </a:solidFill>
              </a:defRPr>
            </a:lvl1pPr>
          </a:lstStyle>
          <a:p>
            <a:r>
              <a:rPr lang="en-US" dirty="0"/>
              <a:t>Place Bar Ilan logo</a:t>
            </a:r>
            <a:endParaRPr lang="he-IL" dirty="0"/>
          </a:p>
        </p:txBody>
      </p:sp>
      <p:sp>
        <p:nvSpPr>
          <p:cNvPr id="16" name="Text Placeholder 12">
            <a:extLst>
              <a:ext uri="{FF2B5EF4-FFF2-40B4-BE49-F238E27FC236}">
                <a16:creationId xmlns:a16="http://schemas.microsoft.com/office/drawing/2014/main" id="{41F51ADE-7D8B-E3E6-450F-A7AED8EF7D1D}"/>
              </a:ext>
            </a:extLst>
          </p:cNvPr>
          <p:cNvSpPr>
            <a:spLocks noGrp="1"/>
          </p:cNvSpPr>
          <p:nvPr>
            <p:ph type="body" sz="quarter" idx="23" hasCustomPrompt="1"/>
          </p:nvPr>
        </p:nvSpPr>
        <p:spPr>
          <a:xfrm>
            <a:off x="17068706" y="12598165"/>
            <a:ext cx="6735439" cy="1368425"/>
          </a:xfrm>
        </p:spPr>
        <p:txBody>
          <a:bodyPr/>
          <a:lstStyle>
            <a:lvl1pPr marL="457200" indent="-457200" algn="l" rtl="0">
              <a:spcBef>
                <a:spcPts val="1200"/>
              </a:spcBef>
              <a:spcAft>
                <a:spcPts val="1200"/>
              </a:spcAft>
              <a:buFontTx/>
              <a:buBlip>
                <a:blip r:embed="rId2"/>
              </a:buBlip>
              <a:defRPr sz="2800">
                <a:solidFill>
                  <a:schemeClr val="bg1"/>
                </a:solidFill>
              </a:defRPr>
            </a:lvl1pPr>
          </a:lstStyle>
          <a:p>
            <a:r>
              <a:rPr lang="en-US" dirty="0"/>
              <a:t>Lorem Ipsum is simply dummy text of the printing and typesetting industry. Lorem Ipsum has been the industry's standard dummy text</a:t>
            </a:r>
            <a:endParaRPr lang="he-IL" dirty="0"/>
          </a:p>
        </p:txBody>
      </p:sp>
      <p:sp>
        <p:nvSpPr>
          <p:cNvPr id="17" name="Text Placeholder 12">
            <a:extLst>
              <a:ext uri="{FF2B5EF4-FFF2-40B4-BE49-F238E27FC236}">
                <a16:creationId xmlns:a16="http://schemas.microsoft.com/office/drawing/2014/main" id="{E8EE2A60-6171-D5FE-FDE3-28999FB5DF1B}"/>
              </a:ext>
            </a:extLst>
          </p:cNvPr>
          <p:cNvSpPr>
            <a:spLocks noGrp="1"/>
          </p:cNvSpPr>
          <p:nvPr>
            <p:ph type="body" sz="quarter" idx="24" hasCustomPrompt="1"/>
          </p:nvPr>
        </p:nvSpPr>
        <p:spPr>
          <a:xfrm>
            <a:off x="17068706" y="14284090"/>
            <a:ext cx="6735439" cy="1368425"/>
          </a:xfrm>
        </p:spPr>
        <p:txBody>
          <a:bodyPr/>
          <a:lstStyle>
            <a:lvl1pPr marL="457200" indent="-457200" algn="l" rtl="0">
              <a:spcBef>
                <a:spcPts val="1200"/>
              </a:spcBef>
              <a:spcAft>
                <a:spcPts val="1200"/>
              </a:spcAft>
              <a:buFontTx/>
              <a:buBlip>
                <a:blip r:embed="rId2"/>
              </a:buBlip>
              <a:defRPr sz="2800">
                <a:solidFill>
                  <a:schemeClr val="bg1"/>
                </a:solidFill>
              </a:defRPr>
            </a:lvl1pPr>
          </a:lstStyle>
          <a:p>
            <a:r>
              <a:rPr lang="en-US" dirty="0"/>
              <a:t>Lorem Ipsum is simply dummy text of the printing and typesetting industry. Lorem Ipsum has been the industry's standard dummy</a:t>
            </a:r>
            <a:endParaRPr lang="he-IL" dirty="0"/>
          </a:p>
        </p:txBody>
      </p:sp>
      <p:sp>
        <p:nvSpPr>
          <p:cNvPr id="18" name="Text Placeholder 12">
            <a:extLst>
              <a:ext uri="{FF2B5EF4-FFF2-40B4-BE49-F238E27FC236}">
                <a16:creationId xmlns:a16="http://schemas.microsoft.com/office/drawing/2014/main" id="{B67843FA-D947-6FF8-DFE1-FBAD72C4E62D}"/>
              </a:ext>
            </a:extLst>
          </p:cNvPr>
          <p:cNvSpPr>
            <a:spLocks noGrp="1"/>
          </p:cNvSpPr>
          <p:nvPr>
            <p:ph type="body" sz="quarter" idx="25" hasCustomPrompt="1"/>
          </p:nvPr>
        </p:nvSpPr>
        <p:spPr>
          <a:xfrm>
            <a:off x="17068706" y="15963665"/>
            <a:ext cx="6735439" cy="1368425"/>
          </a:xfrm>
        </p:spPr>
        <p:txBody>
          <a:bodyPr/>
          <a:lstStyle>
            <a:lvl1pPr marL="457200" indent="-457200" algn="l" rtl="0">
              <a:spcBef>
                <a:spcPts val="1200"/>
              </a:spcBef>
              <a:spcAft>
                <a:spcPts val="1200"/>
              </a:spcAft>
              <a:buFontTx/>
              <a:buBlip>
                <a:blip r:embed="rId2"/>
              </a:buBlip>
              <a:defRPr sz="2800">
                <a:solidFill>
                  <a:schemeClr val="bg1"/>
                </a:solidFill>
              </a:defRPr>
            </a:lvl1pPr>
          </a:lstStyle>
          <a:p>
            <a:r>
              <a:rPr lang="en-US" dirty="0"/>
              <a:t>Lorem Ipsum is simply dummy text of the printing and typesetting industry. Lorem Ipsum has been the industry's standard dummy</a:t>
            </a:r>
            <a:endParaRPr lang="he-IL" dirty="0"/>
          </a:p>
        </p:txBody>
      </p:sp>
      <p:sp>
        <p:nvSpPr>
          <p:cNvPr id="24" name="Text Placeholder 23">
            <a:extLst>
              <a:ext uri="{FF2B5EF4-FFF2-40B4-BE49-F238E27FC236}">
                <a16:creationId xmlns:a16="http://schemas.microsoft.com/office/drawing/2014/main" id="{BF35437C-D543-7B3E-ECB3-0465BA4E810B}"/>
              </a:ext>
            </a:extLst>
          </p:cNvPr>
          <p:cNvSpPr>
            <a:spLocks noGrp="1"/>
          </p:cNvSpPr>
          <p:nvPr>
            <p:ph type="body" sz="quarter" idx="26" hasCustomPrompt="1"/>
          </p:nvPr>
        </p:nvSpPr>
        <p:spPr>
          <a:xfrm>
            <a:off x="18671458" y="11293947"/>
            <a:ext cx="12041905" cy="927100"/>
          </a:xfrm>
        </p:spPr>
        <p:txBody>
          <a:bodyPr/>
          <a:lstStyle>
            <a:lvl1pPr>
              <a:defRPr sz="48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Objective</a:t>
            </a:r>
          </a:p>
        </p:txBody>
      </p:sp>
      <p:sp>
        <p:nvSpPr>
          <p:cNvPr id="26" name="Picture Placeholder 25">
            <a:extLst>
              <a:ext uri="{FF2B5EF4-FFF2-40B4-BE49-F238E27FC236}">
                <a16:creationId xmlns:a16="http://schemas.microsoft.com/office/drawing/2014/main" id="{D30944F2-AD4F-A9C2-A1CF-4E5C5ECACD2C}"/>
              </a:ext>
            </a:extLst>
          </p:cNvPr>
          <p:cNvSpPr>
            <a:spLocks noGrp="1"/>
          </p:cNvSpPr>
          <p:nvPr>
            <p:ph type="pic" sz="quarter" idx="27" hasCustomPrompt="1"/>
          </p:nvPr>
        </p:nvSpPr>
        <p:spPr>
          <a:xfrm>
            <a:off x="17068706" y="10987279"/>
            <a:ext cx="1204913" cy="1204912"/>
          </a:xfrm>
          <a:prstGeom prst="ellipse">
            <a:avLst/>
          </a:prstGeom>
          <a:solidFill>
            <a:schemeClr val="accent1"/>
          </a:solidFill>
          <a:ln>
            <a:solidFill>
              <a:schemeClr val="accent1"/>
            </a:solidFill>
          </a:ln>
        </p:spPr>
        <p:txBody>
          <a:bodyPr anchor="ctr" anchorCtr="0"/>
          <a:lstStyle>
            <a:lvl1pPr algn="ctr">
              <a:defRPr sz="2400"/>
            </a:lvl1pPr>
          </a:lstStyle>
          <a:p>
            <a:r>
              <a:rPr lang="en-US" dirty="0"/>
              <a:t>Icon</a:t>
            </a:r>
            <a:endParaRPr lang="he-IL" dirty="0"/>
          </a:p>
        </p:txBody>
      </p:sp>
      <p:sp>
        <p:nvSpPr>
          <p:cNvPr id="27" name="Text Placeholder 23">
            <a:extLst>
              <a:ext uri="{FF2B5EF4-FFF2-40B4-BE49-F238E27FC236}">
                <a16:creationId xmlns:a16="http://schemas.microsoft.com/office/drawing/2014/main" id="{A7ECDB13-1D09-9417-B6E4-33FA0702F8EE}"/>
              </a:ext>
            </a:extLst>
          </p:cNvPr>
          <p:cNvSpPr>
            <a:spLocks noGrp="1"/>
          </p:cNvSpPr>
          <p:nvPr>
            <p:ph type="body" sz="quarter" idx="28" hasCustomPrompt="1"/>
          </p:nvPr>
        </p:nvSpPr>
        <p:spPr>
          <a:xfrm>
            <a:off x="3215149" y="11293947"/>
            <a:ext cx="12418551" cy="927100"/>
          </a:xfrm>
        </p:spPr>
        <p:txBody>
          <a:bodyPr/>
          <a:lstStyle>
            <a:lvl1pPr>
              <a:defRPr sz="48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Background</a:t>
            </a:r>
          </a:p>
        </p:txBody>
      </p:sp>
      <p:sp>
        <p:nvSpPr>
          <p:cNvPr id="28" name="Picture Placeholder 25">
            <a:extLst>
              <a:ext uri="{FF2B5EF4-FFF2-40B4-BE49-F238E27FC236}">
                <a16:creationId xmlns:a16="http://schemas.microsoft.com/office/drawing/2014/main" id="{C3492443-FEA9-9923-D48A-69B424DC3F87}"/>
              </a:ext>
            </a:extLst>
          </p:cNvPr>
          <p:cNvSpPr>
            <a:spLocks noGrp="1"/>
          </p:cNvSpPr>
          <p:nvPr>
            <p:ph type="pic" sz="quarter" idx="29" hasCustomPrompt="1"/>
          </p:nvPr>
        </p:nvSpPr>
        <p:spPr>
          <a:xfrm>
            <a:off x="1612397" y="10987279"/>
            <a:ext cx="1204913" cy="1204912"/>
          </a:xfrm>
          <a:prstGeom prst="ellipse">
            <a:avLst/>
          </a:prstGeom>
          <a:solidFill>
            <a:schemeClr val="accent1"/>
          </a:solidFill>
          <a:ln>
            <a:solidFill>
              <a:schemeClr val="accent1"/>
            </a:solidFill>
          </a:ln>
        </p:spPr>
        <p:txBody>
          <a:bodyPr anchor="ctr" anchorCtr="0"/>
          <a:lstStyle>
            <a:lvl1pPr algn="ctr">
              <a:defRPr sz="2400"/>
            </a:lvl1pPr>
          </a:lstStyle>
          <a:p>
            <a:r>
              <a:rPr lang="en-US" dirty="0"/>
              <a:t>Icon</a:t>
            </a:r>
            <a:endParaRPr lang="he-IL" dirty="0"/>
          </a:p>
        </p:txBody>
      </p:sp>
      <p:sp>
        <p:nvSpPr>
          <p:cNvPr id="29" name="Text Placeholder 12">
            <a:extLst>
              <a:ext uri="{FF2B5EF4-FFF2-40B4-BE49-F238E27FC236}">
                <a16:creationId xmlns:a16="http://schemas.microsoft.com/office/drawing/2014/main" id="{7947A134-02F6-AA2F-28EE-1D6A3A33F472}"/>
              </a:ext>
            </a:extLst>
          </p:cNvPr>
          <p:cNvSpPr>
            <a:spLocks noGrp="1"/>
          </p:cNvSpPr>
          <p:nvPr>
            <p:ph type="body" sz="quarter" idx="30" hasCustomPrompt="1"/>
          </p:nvPr>
        </p:nvSpPr>
        <p:spPr>
          <a:xfrm>
            <a:off x="1641892" y="12598165"/>
            <a:ext cx="13991397" cy="4688206"/>
          </a:xfrm>
        </p:spPr>
        <p:txBody>
          <a:bodyPr/>
          <a:lstStyle>
            <a:lvl1pPr marL="0" indent="0" algn="l" rtl="0">
              <a:lnSpc>
                <a:spcPct val="120000"/>
              </a:lnSpc>
              <a:spcBef>
                <a:spcPts val="1200"/>
              </a:spcBef>
              <a:spcAft>
                <a:spcPts val="1200"/>
              </a:spcAft>
              <a:buFont typeface="Arial" panose="020B0604020202020204" pitchFamily="34" charset="0"/>
              <a:buNone/>
              <a:defRPr sz="2800">
                <a:solidFill>
                  <a:schemeClr val="bg1"/>
                </a:solidFill>
              </a:defRPr>
            </a:lvl1pPr>
          </a:lstStyle>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p:txBody>
      </p:sp>
      <p:sp>
        <p:nvSpPr>
          <p:cNvPr id="45" name="Text Placeholder 23">
            <a:extLst>
              <a:ext uri="{FF2B5EF4-FFF2-40B4-BE49-F238E27FC236}">
                <a16:creationId xmlns:a16="http://schemas.microsoft.com/office/drawing/2014/main" id="{286F83A6-4171-366F-68DD-D7A598382DA7}"/>
              </a:ext>
            </a:extLst>
          </p:cNvPr>
          <p:cNvSpPr>
            <a:spLocks noGrp="1"/>
          </p:cNvSpPr>
          <p:nvPr>
            <p:ph type="body" sz="quarter" idx="45" hasCustomPrompt="1"/>
          </p:nvPr>
        </p:nvSpPr>
        <p:spPr>
          <a:xfrm>
            <a:off x="3215149" y="36374434"/>
            <a:ext cx="12418551" cy="927100"/>
          </a:xfrm>
        </p:spPr>
        <p:txBody>
          <a:bodyPr/>
          <a:lstStyle>
            <a:lvl1pPr>
              <a:defRPr sz="4800" b="1">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Discussion</a:t>
            </a:r>
          </a:p>
        </p:txBody>
      </p:sp>
      <p:sp>
        <p:nvSpPr>
          <p:cNvPr id="46" name="Picture Placeholder 25">
            <a:extLst>
              <a:ext uri="{FF2B5EF4-FFF2-40B4-BE49-F238E27FC236}">
                <a16:creationId xmlns:a16="http://schemas.microsoft.com/office/drawing/2014/main" id="{985C1570-3BCB-03E5-64D3-54C20DCD35CC}"/>
              </a:ext>
            </a:extLst>
          </p:cNvPr>
          <p:cNvSpPr>
            <a:spLocks noGrp="1"/>
          </p:cNvSpPr>
          <p:nvPr>
            <p:ph type="pic" sz="quarter" idx="46" hasCustomPrompt="1"/>
          </p:nvPr>
        </p:nvSpPr>
        <p:spPr>
          <a:xfrm>
            <a:off x="1612397" y="36067766"/>
            <a:ext cx="1204913" cy="1204912"/>
          </a:xfrm>
          <a:prstGeom prst="ellipse">
            <a:avLst/>
          </a:prstGeom>
          <a:solidFill>
            <a:schemeClr val="accent1"/>
          </a:solidFill>
          <a:ln>
            <a:solidFill>
              <a:schemeClr val="accent1"/>
            </a:solidFill>
          </a:ln>
        </p:spPr>
        <p:txBody>
          <a:bodyPr anchor="ctr" anchorCtr="0"/>
          <a:lstStyle>
            <a:lvl1pPr algn="ctr">
              <a:defRPr sz="2400">
                <a:solidFill>
                  <a:schemeClr val="tx2"/>
                </a:solidFill>
              </a:defRPr>
            </a:lvl1pPr>
          </a:lstStyle>
          <a:p>
            <a:r>
              <a:rPr lang="en-US" dirty="0"/>
              <a:t>Icon</a:t>
            </a:r>
            <a:endParaRPr lang="he-IL" dirty="0"/>
          </a:p>
        </p:txBody>
      </p:sp>
      <p:sp>
        <p:nvSpPr>
          <p:cNvPr id="47" name="Text Placeholder 12">
            <a:extLst>
              <a:ext uri="{FF2B5EF4-FFF2-40B4-BE49-F238E27FC236}">
                <a16:creationId xmlns:a16="http://schemas.microsoft.com/office/drawing/2014/main" id="{10156505-358B-F372-2CCB-28B4C3E592A2}"/>
              </a:ext>
            </a:extLst>
          </p:cNvPr>
          <p:cNvSpPr>
            <a:spLocks noGrp="1"/>
          </p:cNvSpPr>
          <p:nvPr>
            <p:ph type="body" sz="quarter" idx="47" hasCustomPrompt="1"/>
          </p:nvPr>
        </p:nvSpPr>
        <p:spPr>
          <a:xfrm>
            <a:off x="1641891" y="37805318"/>
            <a:ext cx="29209355" cy="3769337"/>
          </a:xfrm>
        </p:spPr>
        <p:txBody>
          <a:bodyPr numCol="2"/>
          <a:lstStyle>
            <a:lvl1pPr marL="0" indent="0" algn="l" rtl="0">
              <a:spcBef>
                <a:spcPts val="1200"/>
              </a:spcBef>
              <a:spcAft>
                <a:spcPts val="1200"/>
              </a:spcAft>
              <a:buFont typeface="Arial" panose="020B0604020202020204" pitchFamily="34" charset="0"/>
              <a:buNone/>
              <a:defRPr sz="2800">
                <a:solidFill>
                  <a:schemeClr val="bg2"/>
                </a:solidFill>
              </a:defRPr>
            </a:lvl1pPr>
          </a:lstStyle>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a:t>
            </a:r>
          </a:p>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a:t>
            </a:r>
            <a:endParaRPr lang="he-IL" dirty="0"/>
          </a:p>
        </p:txBody>
      </p:sp>
      <p:cxnSp>
        <p:nvCxnSpPr>
          <p:cNvPr id="72" name="Straight Connector 71">
            <a:extLst>
              <a:ext uri="{FF2B5EF4-FFF2-40B4-BE49-F238E27FC236}">
                <a16:creationId xmlns:a16="http://schemas.microsoft.com/office/drawing/2014/main" id="{8CDE6F98-DE1D-F134-AFFC-1888D5E5DDB9}"/>
              </a:ext>
            </a:extLst>
          </p:cNvPr>
          <p:cNvCxnSpPr/>
          <p:nvPr userDrawn="1"/>
        </p:nvCxnSpPr>
        <p:spPr>
          <a:xfrm>
            <a:off x="0" y="35467412"/>
            <a:ext cx="32399288"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
        <p:nvSpPr>
          <p:cNvPr id="86" name="Text Placeholder 12">
            <a:extLst>
              <a:ext uri="{FF2B5EF4-FFF2-40B4-BE49-F238E27FC236}">
                <a16:creationId xmlns:a16="http://schemas.microsoft.com/office/drawing/2014/main" id="{F86AF7DE-E4D4-0A17-2D95-B9DC1BD38D94}"/>
              </a:ext>
            </a:extLst>
          </p:cNvPr>
          <p:cNvSpPr>
            <a:spLocks noGrp="1"/>
          </p:cNvSpPr>
          <p:nvPr>
            <p:ph type="body" sz="quarter" idx="68" hasCustomPrompt="1"/>
          </p:nvPr>
        </p:nvSpPr>
        <p:spPr>
          <a:xfrm>
            <a:off x="24021956" y="12598165"/>
            <a:ext cx="6735439" cy="1368425"/>
          </a:xfrm>
        </p:spPr>
        <p:txBody>
          <a:bodyPr/>
          <a:lstStyle>
            <a:lvl1pPr marL="457200" indent="-457200" algn="l" rtl="0">
              <a:spcBef>
                <a:spcPts val="1200"/>
              </a:spcBef>
              <a:spcAft>
                <a:spcPts val="1200"/>
              </a:spcAft>
              <a:buFontTx/>
              <a:buBlip>
                <a:blip r:embed="rId2"/>
              </a:buBlip>
              <a:defRPr sz="2800">
                <a:solidFill>
                  <a:schemeClr val="bg1"/>
                </a:solidFill>
              </a:defRPr>
            </a:lvl1pPr>
          </a:lstStyle>
          <a:p>
            <a:r>
              <a:rPr lang="en-US" dirty="0"/>
              <a:t>Lorem Ipsum is simply dummy text of the printing and typesetting industry. Lorem Ipsum has been the industry's standard dummy text</a:t>
            </a:r>
            <a:endParaRPr lang="he-IL" dirty="0"/>
          </a:p>
        </p:txBody>
      </p:sp>
      <p:sp>
        <p:nvSpPr>
          <p:cNvPr id="87" name="Text Placeholder 12">
            <a:extLst>
              <a:ext uri="{FF2B5EF4-FFF2-40B4-BE49-F238E27FC236}">
                <a16:creationId xmlns:a16="http://schemas.microsoft.com/office/drawing/2014/main" id="{C3A16247-BD87-265C-E888-D43936B68D6F}"/>
              </a:ext>
            </a:extLst>
          </p:cNvPr>
          <p:cNvSpPr>
            <a:spLocks noGrp="1"/>
          </p:cNvSpPr>
          <p:nvPr>
            <p:ph type="body" sz="quarter" idx="69" hasCustomPrompt="1"/>
          </p:nvPr>
        </p:nvSpPr>
        <p:spPr>
          <a:xfrm>
            <a:off x="24021956" y="14284090"/>
            <a:ext cx="6735439" cy="1368425"/>
          </a:xfrm>
        </p:spPr>
        <p:txBody>
          <a:bodyPr/>
          <a:lstStyle>
            <a:lvl1pPr marL="457200" indent="-457200" algn="l" rtl="0">
              <a:spcBef>
                <a:spcPts val="1200"/>
              </a:spcBef>
              <a:spcAft>
                <a:spcPts val="1200"/>
              </a:spcAft>
              <a:buFontTx/>
              <a:buBlip>
                <a:blip r:embed="rId2"/>
              </a:buBlip>
              <a:defRPr sz="2800">
                <a:solidFill>
                  <a:schemeClr val="bg1"/>
                </a:solidFill>
              </a:defRPr>
            </a:lvl1pPr>
          </a:lstStyle>
          <a:p>
            <a:r>
              <a:rPr lang="en-US" dirty="0"/>
              <a:t>Lorem Ipsum is simply dummy text of the printing and typesetting industry. Lorem Ipsum has been the industry's standard dummy</a:t>
            </a:r>
            <a:endParaRPr lang="he-IL" dirty="0"/>
          </a:p>
        </p:txBody>
      </p:sp>
      <p:sp>
        <p:nvSpPr>
          <p:cNvPr id="88" name="Text Placeholder 12">
            <a:extLst>
              <a:ext uri="{FF2B5EF4-FFF2-40B4-BE49-F238E27FC236}">
                <a16:creationId xmlns:a16="http://schemas.microsoft.com/office/drawing/2014/main" id="{16069145-BD7D-1A0D-F8A5-67FE0C4A8851}"/>
              </a:ext>
            </a:extLst>
          </p:cNvPr>
          <p:cNvSpPr>
            <a:spLocks noGrp="1"/>
          </p:cNvSpPr>
          <p:nvPr>
            <p:ph type="body" sz="quarter" idx="70" hasCustomPrompt="1"/>
          </p:nvPr>
        </p:nvSpPr>
        <p:spPr>
          <a:xfrm>
            <a:off x="24021956" y="15963665"/>
            <a:ext cx="6735439" cy="1368425"/>
          </a:xfrm>
        </p:spPr>
        <p:txBody>
          <a:bodyPr/>
          <a:lstStyle>
            <a:lvl1pPr marL="457200" indent="-457200" algn="l" rtl="0">
              <a:spcBef>
                <a:spcPts val="1200"/>
              </a:spcBef>
              <a:spcAft>
                <a:spcPts val="1200"/>
              </a:spcAft>
              <a:buFontTx/>
              <a:buBlip>
                <a:blip r:embed="rId2"/>
              </a:buBlip>
              <a:defRPr sz="2800">
                <a:solidFill>
                  <a:schemeClr val="bg1"/>
                </a:solidFill>
              </a:defRPr>
            </a:lvl1pPr>
          </a:lstStyle>
          <a:p>
            <a:r>
              <a:rPr lang="en-US" dirty="0"/>
              <a:t>Lorem Ipsum is simply dummy text of the printing and typesetting industry. Lorem Ipsum has been the industry's standard dummy</a:t>
            </a:r>
            <a:endParaRPr lang="he-IL" dirty="0"/>
          </a:p>
        </p:txBody>
      </p:sp>
      <p:pic>
        <p:nvPicPr>
          <p:cNvPr id="30" name="Picture 29" descr="A black and white logo&#10;&#10;Description automatically generated with low confidence">
            <a:extLst>
              <a:ext uri="{FF2B5EF4-FFF2-40B4-BE49-F238E27FC236}">
                <a16:creationId xmlns:a16="http://schemas.microsoft.com/office/drawing/2014/main" id="{55A76812-E53F-7B99-5280-2D4E51012C2A}"/>
              </a:ext>
            </a:extLst>
          </p:cNvPr>
          <p:cNvPicPr>
            <a:picLocks noChangeAspect="1"/>
          </p:cNvPicPr>
          <p:nvPr userDrawn="1"/>
        </p:nvPicPr>
        <p:blipFill rotWithShape="1">
          <a:blip r:embed="rId3"/>
          <a:srcRect l="22645" r="-1" b="-313"/>
          <a:stretch/>
        </p:blipFill>
        <p:spPr>
          <a:xfrm flipH="1">
            <a:off x="25287152" y="1410830"/>
            <a:ext cx="7112135" cy="9222825"/>
          </a:xfrm>
          <a:prstGeom prst="rect">
            <a:avLst/>
          </a:prstGeom>
        </p:spPr>
      </p:pic>
      <p:sp>
        <p:nvSpPr>
          <p:cNvPr id="79" name="Text Placeholder 12">
            <a:extLst>
              <a:ext uri="{FF2B5EF4-FFF2-40B4-BE49-F238E27FC236}">
                <a16:creationId xmlns:a16="http://schemas.microsoft.com/office/drawing/2014/main" id="{9A0F65EA-065A-B3A1-A348-C675B77A1251}"/>
              </a:ext>
            </a:extLst>
          </p:cNvPr>
          <p:cNvSpPr>
            <a:spLocks noGrp="1"/>
          </p:cNvSpPr>
          <p:nvPr>
            <p:ph type="body" sz="quarter" idx="85" hasCustomPrompt="1"/>
          </p:nvPr>
        </p:nvSpPr>
        <p:spPr>
          <a:xfrm>
            <a:off x="19110071" y="26761524"/>
            <a:ext cx="11744950" cy="7059663"/>
          </a:xfrm>
        </p:spPr>
        <p:txBody>
          <a:bodyPr/>
          <a:lstStyle>
            <a:lvl1pPr marL="0" indent="0" algn="l" rtl="0">
              <a:lnSpc>
                <a:spcPct val="100000"/>
              </a:lnSpc>
              <a:spcBef>
                <a:spcPts val="1200"/>
              </a:spcBef>
              <a:spcAft>
                <a:spcPts val="1200"/>
              </a:spcAft>
              <a:buFont typeface="Arial" panose="020B0604020202020204" pitchFamily="34" charset="0"/>
              <a:buNone/>
              <a:defRPr sz="3600">
                <a:solidFill>
                  <a:schemeClr val="bg1"/>
                </a:solidFill>
              </a:defRPr>
            </a:lvl1pPr>
          </a:lstStyle>
          <a:p>
            <a:pPr marL="0" marR="0" lvl="0" indent="0" algn="l" defTabSz="2429927" rtl="0" eaLnBrk="1" fontAlgn="auto" latinLnBrk="0" hangingPunct="1">
              <a:lnSpc>
                <a:spcPct val="90000"/>
              </a:lnSpc>
              <a:spcBef>
                <a:spcPts val="1200"/>
              </a:spcBef>
              <a:spcAft>
                <a:spcPts val="1200"/>
              </a:spcAft>
              <a:buClrTx/>
              <a:buSzTx/>
              <a:buFont typeface="Arial" panose="020B0604020202020204" pitchFamily="34" charset="0"/>
              <a:buNone/>
              <a:tabLst/>
              <a:defRPr/>
            </a:pPr>
            <a:r>
              <a:rPr lang="en-US" dirty="0"/>
              <a:t>Lorem Ipsum is simply dummy text of the printing and typesetting industry. Lorem Ipsum has been the industry's standard dummy text Lorem Ipsum is simply dummy text of the printing and typesetting industry. Lorem Ipsum has been the industry's standard dummy text</a:t>
            </a:r>
            <a:endParaRPr lang="he-IL" dirty="0"/>
          </a:p>
        </p:txBody>
      </p:sp>
      <p:sp>
        <p:nvSpPr>
          <p:cNvPr id="80" name="Text Placeholder 23">
            <a:extLst>
              <a:ext uri="{FF2B5EF4-FFF2-40B4-BE49-F238E27FC236}">
                <a16:creationId xmlns:a16="http://schemas.microsoft.com/office/drawing/2014/main" id="{F4C09EB4-67A7-A084-C421-A20D81C32133}"/>
              </a:ext>
            </a:extLst>
          </p:cNvPr>
          <p:cNvSpPr>
            <a:spLocks noGrp="1"/>
          </p:cNvSpPr>
          <p:nvPr>
            <p:ph type="body" sz="quarter" idx="86" hasCustomPrompt="1"/>
          </p:nvPr>
        </p:nvSpPr>
        <p:spPr>
          <a:xfrm>
            <a:off x="0" y="25174132"/>
            <a:ext cx="32399287" cy="927100"/>
          </a:xfrm>
          <a:solidFill>
            <a:schemeClr val="bg2"/>
          </a:solidFill>
        </p:spPr>
        <p:txBody>
          <a:bodyPr lIns="1440000" rIns="108000" anchor="ctr" anchorCtr="0"/>
          <a:lstStyle>
            <a:lvl1pPr>
              <a:defRPr sz="4800" b="1">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Results</a:t>
            </a:r>
          </a:p>
        </p:txBody>
      </p:sp>
      <p:sp>
        <p:nvSpPr>
          <p:cNvPr id="22" name="Google Shape;2386;p35">
            <a:extLst>
              <a:ext uri="{FF2B5EF4-FFF2-40B4-BE49-F238E27FC236}">
                <a16:creationId xmlns:a16="http://schemas.microsoft.com/office/drawing/2014/main" id="{D82809A4-FCD0-534A-708E-B199A098DD55}"/>
              </a:ext>
            </a:extLst>
          </p:cNvPr>
          <p:cNvSpPr/>
          <p:nvPr userDrawn="1"/>
        </p:nvSpPr>
        <p:spPr>
          <a:xfrm>
            <a:off x="1790012" y="29036819"/>
            <a:ext cx="136271" cy="4276229"/>
          </a:xfrm>
          <a:custGeom>
            <a:avLst/>
            <a:gdLst/>
            <a:ahLst/>
            <a:cxnLst/>
            <a:rect l="l" t="t" r="r" b="b"/>
            <a:pathLst>
              <a:path w="1" h="106994" fill="none" extrusionOk="0">
                <a:moveTo>
                  <a:pt x="0" y="1"/>
                </a:moveTo>
                <a:lnTo>
                  <a:pt x="0" y="106994"/>
                </a:lnTo>
              </a:path>
            </a:pathLst>
          </a:custGeom>
          <a:noFill/>
          <a:ln w="20675" cap="rnd" cmpd="sng">
            <a:solidFill>
              <a:schemeClr val="bg2"/>
            </a:solidFill>
            <a:prstDash val="solid"/>
            <a:round/>
            <a:headEnd type="none" w="sm" len="sm"/>
            <a:tailEnd type="none" w="sm" len="sm"/>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500" b="0" i="0" u="none" strike="noStrike" kern="0" cap="none" spc="0" normalizeH="0" baseline="0" noProof="0">
              <a:ln>
                <a:noFill/>
              </a:ln>
              <a:solidFill>
                <a:srgbClr val="0A4127"/>
              </a:solidFill>
              <a:effectLst/>
              <a:uLnTx/>
              <a:uFillTx/>
            </a:endParaRPr>
          </a:p>
        </p:txBody>
      </p:sp>
      <p:sp>
        <p:nvSpPr>
          <p:cNvPr id="63" name="Picture Placeholder 5">
            <a:extLst>
              <a:ext uri="{FF2B5EF4-FFF2-40B4-BE49-F238E27FC236}">
                <a16:creationId xmlns:a16="http://schemas.microsoft.com/office/drawing/2014/main" id="{7E9E88CE-F060-B29A-D1AF-F9F8E7A7C22D}"/>
              </a:ext>
            </a:extLst>
          </p:cNvPr>
          <p:cNvSpPr>
            <a:spLocks noGrp="1"/>
          </p:cNvSpPr>
          <p:nvPr>
            <p:ph type="pic" sz="quarter" idx="87" hasCustomPrompt="1"/>
          </p:nvPr>
        </p:nvSpPr>
        <p:spPr>
          <a:xfrm>
            <a:off x="2064627" y="18916640"/>
            <a:ext cx="3061783" cy="3061783"/>
          </a:xfrm>
          <a:prstGeom prst="ellipse">
            <a:avLst/>
          </a:prstGeom>
          <a:solidFill>
            <a:schemeClr val="accent1"/>
          </a:solidFill>
          <a:ln>
            <a:noFill/>
          </a:ln>
        </p:spPr>
        <p:txBody>
          <a:bodyPr>
            <a:normAutofit/>
          </a:bodyPr>
          <a:lstStyle>
            <a:lvl1pPr algn="ctr">
              <a:defRPr sz="2800" baseline="0">
                <a:solidFill>
                  <a:schemeClr val="bg2"/>
                </a:solidFill>
              </a:defRPr>
            </a:lvl1pPr>
          </a:lstStyle>
          <a:p>
            <a:pPr marL="228600" marR="0" lvl="0" indent="-228600" algn="r" defTabSz="914400" rtl="1" eaLnBrk="1" fontAlgn="auto" latinLnBrk="0" hangingPunct="1">
              <a:lnSpc>
                <a:spcPct val="90000"/>
              </a:lnSpc>
              <a:spcBef>
                <a:spcPts val="400"/>
              </a:spcBef>
              <a:spcAft>
                <a:spcPts val="400"/>
              </a:spcAft>
              <a:buClrTx/>
              <a:buSzTx/>
              <a:buFont typeface="Arial"/>
              <a:buNone/>
              <a:tabLst/>
              <a:defRPr/>
            </a:pPr>
            <a:r>
              <a:rPr lang="he-IL" dirty="0"/>
              <a:t>הכנס תמונה לכאן</a:t>
            </a:r>
            <a:endParaRPr lang="en-US" dirty="0"/>
          </a:p>
        </p:txBody>
      </p:sp>
      <p:sp>
        <p:nvSpPr>
          <p:cNvPr id="64" name="Picture Placeholder 5">
            <a:extLst>
              <a:ext uri="{FF2B5EF4-FFF2-40B4-BE49-F238E27FC236}">
                <a16:creationId xmlns:a16="http://schemas.microsoft.com/office/drawing/2014/main" id="{F92F3A09-8C2B-D4D4-7171-26A198A84BA1}"/>
              </a:ext>
            </a:extLst>
          </p:cNvPr>
          <p:cNvSpPr>
            <a:spLocks noGrp="1"/>
          </p:cNvSpPr>
          <p:nvPr>
            <p:ph type="pic" sz="quarter" idx="22" hasCustomPrompt="1"/>
          </p:nvPr>
        </p:nvSpPr>
        <p:spPr>
          <a:xfrm>
            <a:off x="7101627" y="18916640"/>
            <a:ext cx="3061783" cy="3061783"/>
          </a:xfrm>
          <a:prstGeom prst="ellipse">
            <a:avLst/>
          </a:prstGeom>
          <a:solidFill>
            <a:schemeClr val="accent1"/>
          </a:solidFill>
          <a:ln>
            <a:noFill/>
          </a:ln>
        </p:spPr>
        <p:txBody>
          <a:bodyPr>
            <a:normAutofit/>
          </a:bodyPr>
          <a:lstStyle>
            <a:lvl1pPr algn="ctr">
              <a:defRPr sz="2800" baseline="0">
                <a:solidFill>
                  <a:schemeClr val="bg2"/>
                </a:solidFill>
              </a:defRPr>
            </a:lvl1pPr>
          </a:lstStyle>
          <a:p>
            <a:pPr marL="228600" marR="0" lvl="0" indent="-228600" algn="r" defTabSz="914400" rtl="1" eaLnBrk="1" fontAlgn="auto" latinLnBrk="0" hangingPunct="1">
              <a:lnSpc>
                <a:spcPct val="90000"/>
              </a:lnSpc>
              <a:spcBef>
                <a:spcPts val="400"/>
              </a:spcBef>
              <a:spcAft>
                <a:spcPts val="400"/>
              </a:spcAft>
              <a:buClrTx/>
              <a:buSzTx/>
              <a:buFont typeface="Arial"/>
              <a:buNone/>
              <a:tabLst/>
              <a:defRPr/>
            </a:pPr>
            <a:r>
              <a:rPr lang="he-IL" dirty="0"/>
              <a:t>הכנס תמונה לכאן</a:t>
            </a:r>
            <a:endParaRPr lang="en-US" dirty="0"/>
          </a:p>
        </p:txBody>
      </p:sp>
      <p:sp>
        <p:nvSpPr>
          <p:cNvPr id="65" name="Picture Placeholder 5">
            <a:extLst>
              <a:ext uri="{FF2B5EF4-FFF2-40B4-BE49-F238E27FC236}">
                <a16:creationId xmlns:a16="http://schemas.microsoft.com/office/drawing/2014/main" id="{9D95D433-EC91-C2F8-9F42-1ED1A44C8714}"/>
              </a:ext>
            </a:extLst>
          </p:cNvPr>
          <p:cNvSpPr>
            <a:spLocks noGrp="1"/>
          </p:cNvSpPr>
          <p:nvPr>
            <p:ph type="pic" sz="quarter" idx="88" hasCustomPrompt="1"/>
          </p:nvPr>
        </p:nvSpPr>
        <p:spPr>
          <a:xfrm>
            <a:off x="12138627" y="18916640"/>
            <a:ext cx="3061783" cy="3061783"/>
          </a:xfrm>
          <a:prstGeom prst="ellipse">
            <a:avLst/>
          </a:prstGeom>
          <a:solidFill>
            <a:schemeClr val="accent1"/>
          </a:solidFill>
          <a:ln>
            <a:noFill/>
          </a:ln>
        </p:spPr>
        <p:txBody>
          <a:bodyPr>
            <a:normAutofit/>
          </a:bodyPr>
          <a:lstStyle>
            <a:lvl1pPr algn="ctr">
              <a:defRPr sz="2800" baseline="0">
                <a:solidFill>
                  <a:schemeClr val="bg2"/>
                </a:solidFill>
              </a:defRPr>
            </a:lvl1pPr>
          </a:lstStyle>
          <a:p>
            <a:pPr marL="228600" marR="0" lvl="0" indent="-228600" algn="r" defTabSz="914400" rtl="1" eaLnBrk="1" fontAlgn="auto" latinLnBrk="0" hangingPunct="1">
              <a:lnSpc>
                <a:spcPct val="90000"/>
              </a:lnSpc>
              <a:spcBef>
                <a:spcPts val="400"/>
              </a:spcBef>
              <a:spcAft>
                <a:spcPts val="400"/>
              </a:spcAft>
              <a:buClrTx/>
              <a:buSzTx/>
              <a:buFont typeface="Arial"/>
              <a:buNone/>
              <a:tabLst/>
              <a:defRPr/>
            </a:pPr>
            <a:r>
              <a:rPr lang="he-IL" dirty="0"/>
              <a:t>הכנס תמונה לכאן</a:t>
            </a:r>
            <a:endParaRPr lang="en-US" dirty="0"/>
          </a:p>
        </p:txBody>
      </p:sp>
      <p:sp>
        <p:nvSpPr>
          <p:cNvPr id="67" name="Text Placeholder 14">
            <a:extLst>
              <a:ext uri="{FF2B5EF4-FFF2-40B4-BE49-F238E27FC236}">
                <a16:creationId xmlns:a16="http://schemas.microsoft.com/office/drawing/2014/main" id="{B7F54EDC-E8C0-ED49-B555-29C9DEC03C6D}"/>
              </a:ext>
            </a:extLst>
          </p:cNvPr>
          <p:cNvSpPr>
            <a:spLocks noGrp="1"/>
          </p:cNvSpPr>
          <p:nvPr>
            <p:ph type="body" sz="quarter" idx="89" hasCustomPrompt="1"/>
          </p:nvPr>
        </p:nvSpPr>
        <p:spPr>
          <a:xfrm>
            <a:off x="6765710" y="22354507"/>
            <a:ext cx="3735313" cy="1157287"/>
          </a:xfrm>
        </p:spPr>
        <p:txBody>
          <a:bodyPr/>
          <a:lstStyle>
            <a:lvl1pPr marL="0" indent="0" algn="ctr" defTabSz="914400" rtl="1" eaLnBrk="1" latinLnBrk="0" hangingPunct="1">
              <a:lnSpc>
                <a:spcPct val="110000"/>
              </a:lnSpc>
              <a:spcBef>
                <a:spcPts val="400"/>
              </a:spcBef>
              <a:spcAft>
                <a:spcPts val="400"/>
              </a:spcAft>
              <a:buFont typeface="Arial"/>
              <a:buNone/>
              <a:defRPr lang="en-US" sz="2800" b="0" kern="1200" dirty="0">
                <a:solidFill>
                  <a:schemeClr val="bg2"/>
                </a:solidFill>
                <a:latin typeface="+mn-lt"/>
                <a:ea typeface="+mn-ea"/>
                <a:cs typeface="+mn-cs"/>
              </a:defRPr>
            </a:lvl1pPr>
            <a:lvl2pPr marL="0" indent="0" algn="l" defTabSz="914400" rtl="1" eaLnBrk="1" latinLnBrk="0" hangingPunct="1">
              <a:lnSpc>
                <a:spcPct val="150000"/>
              </a:lnSpc>
              <a:spcBef>
                <a:spcPts val="400"/>
              </a:spcBef>
              <a:spcAft>
                <a:spcPts val="400"/>
              </a:spcAft>
              <a:buFont typeface="Arial"/>
              <a:buNone/>
              <a:defRPr lang="en-US" sz="1800" b="0" kern="1200" dirty="0" smtClean="0">
                <a:solidFill>
                  <a:schemeClr val="tx1"/>
                </a:solidFill>
                <a:latin typeface="+mn-lt"/>
                <a:ea typeface="+mn-ea"/>
                <a:cs typeface="+mn-cs"/>
              </a:defRPr>
            </a:lvl2pPr>
            <a:lvl3pPr marL="0" indent="0" algn="l" defTabSz="914400" rtl="1" eaLnBrk="1" latinLnBrk="0" hangingPunct="1">
              <a:lnSpc>
                <a:spcPct val="150000"/>
              </a:lnSpc>
              <a:spcBef>
                <a:spcPts val="400"/>
              </a:spcBef>
              <a:spcAft>
                <a:spcPts val="400"/>
              </a:spcAft>
              <a:buFont typeface="Arial"/>
              <a:buNone/>
              <a:defRPr lang="en-US" sz="1800" b="0" kern="1200" dirty="0" smtClean="0">
                <a:solidFill>
                  <a:schemeClr val="tx1"/>
                </a:solidFill>
                <a:latin typeface="+mn-lt"/>
                <a:ea typeface="+mn-ea"/>
                <a:cs typeface="+mn-cs"/>
              </a:defRPr>
            </a:lvl3pPr>
            <a:lvl4pPr marL="0" indent="0" algn="l" defTabSz="914400" rtl="1" eaLnBrk="1" latinLnBrk="0" hangingPunct="1">
              <a:lnSpc>
                <a:spcPct val="150000"/>
              </a:lnSpc>
              <a:spcBef>
                <a:spcPts val="400"/>
              </a:spcBef>
              <a:spcAft>
                <a:spcPts val="400"/>
              </a:spcAft>
              <a:buFont typeface="Arial"/>
              <a:buNone/>
              <a:defRPr lang="en-US" sz="1800" b="0" kern="1200" dirty="0" smtClean="0">
                <a:solidFill>
                  <a:schemeClr val="tx1"/>
                </a:solidFill>
                <a:latin typeface="+mn-lt"/>
                <a:ea typeface="+mn-ea"/>
                <a:cs typeface="+mn-cs"/>
              </a:defRPr>
            </a:lvl4pPr>
            <a:lvl5pPr marL="0" indent="0" algn="l" defTabSz="914400" rtl="1" eaLnBrk="1" latinLnBrk="0" hangingPunct="1">
              <a:lnSpc>
                <a:spcPct val="150000"/>
              </a:lnSpc>
              <a:spcBef>
                <a:spcPts val="400"/>
              </a:spcBef>
              <a:spcAft>
                <a:spcPts val="400"/>
              </a:spcAft>
              <a:buFont typeface="Arial"/>
              <a:buNone/>
              <a:defRPr lang="he-IL" sz="1800" b="0" kern="1200" dirty="0">
                <a:solidFill>
                  <a:schemeClr val="tx1"/>
                </a:solidFill>
                <a:latin typeface="+mn-lt"/>
                <a:ea typeface="+mn-ea"/>
                <a:cs typeface="+mn-cs"/>
              </a:defRPr>
            </a:lvl5pPr>
          </a:lstStyle>
          <a:p>
            <a:r>
              <a:rPr lang="en-US" dirty="0"/>
              <a:t>Lorem Ipsum is simply dummy text of the printing and</a:t>
            </a:r>
          </a:p>
        </p:txBody>
      </p:sp>
      <p:sp>
        <p:nvSpPr>
          <p:cNvPr id="68" name="Text Placeholder 16">
            <a:extLst>
              <a:ext uri="{FF2B5EF4-FFF2-40B4-BE49-F238E27FC236}">
                <a16:creationId xmlns:a16="http://schemas.microsoft.com/office/drawing/2014/main" id="{7CE9647A-688D-FE1A-1269-97DCCD94C2AA}"/>
              </a:ext>
            </a:extLst>
          </p:cNvPr>
          <p:cNvSpPr>
            <a:spLocks noGrp="1"/>
          </p:cNvSpPr>
          <p:nvPr>
            <p:ph type="body" sz="quarter" idx="90" hasCustomPrompt="1"/>
          </p:nvPr>
        </p:nvSpPr>
        <p:spPr>
          <a:xfrm>
            <a:off x="11803557" y="22354507"/>
            <a:ext cx="3734884" cy="1157287"/>
          </a:xfrm>
        </p:spPr>
        <p:txBody>
          <a:bodyPr/>
          <a:lstStyle>
            <a:lvl1pPr marL="0" indent="0" algn="ctr" defTabSz="914400" rtl="1" eaLnBrk="1" latinLnBrk="0" hangingPunct="1">
              <a:lnSpc>
                <a:spcPct val="110000"/>
              </a:lnSpc>
              <a:spcBef>
                <a:spcPts val="400"/>
              </a:spcBef>
              <a:spcAft>
                <a:spcPts val="400"/>
              </a:spcAft>
              <a:buFont typeface="Arial"/>
              <a:buNone/>
              <a:defRPr lang="en-US" sz="2800" b="0" kern="1200" dirty="0">
                <a:solidFill>
                  <a:schemeClr val="bg2"/>
                </a:solidFill>
                <a:latin typeface="+mn-lt"/>
                <a:ea typeface="+mn-ea"/>
                <a:cs typeface="+mn-cs"/>
              </a:defRPr>
            </a:lvl1pPr>
            <a:lvl2pPr marL="0" indent="0" algn="l" defTabSz="914400" rtl="1" eaLnBrk="1" latinLnBrk="0" hangingPunct="1">
              <a:lnSpc>
                <a:spcPct val="150000"/>
              </a:lnSpc>
              <a:spcBef>
                <a:spcPts val="400"/>
              </a:spcBef>
              <a:spcAft>
                <a:spcPts val="400"/>
              </a:spcAft>
              <a:buFont typeface="Arial"/>
              <a:buNone/>
              <a:defRPr lang="en-US" sz="1800" b="0" kern="1200" dirty="0" smtClean="0">
                <a:solidFill>
                  <a:schemeClr val="tx1"/>
                </a:solidFill>
                <a:latin typeface="+mn-lt"/>
                <a:ea typeface="+mn-ea"/>
                <a:cs typeface="+mn-cs"/>
              </a:defRPr>
            </a:lvl2pPr>
            <a:lvl3pPr marL="0" indent="0" algn="l" defTabSz="914400" rtl="1" eaLnBrk="1" latinLnBrk="0" hangingPunct="1">
              <a:lnSpc>
                <a:spcPct val="150000"/>
              </a:lnSpc>
              <a:spcBef>
                <a:spcPts val="400"/>
              </a:spcBef>
              <a:spcAft>
                <a:spcPts val="400"/>
              </a:spcAft>
              <a:buFont typeface="Arial"/>
              <a:buNone/>
              <a:defRPr lang="en-US" sz="1800" b="0" kern="1200" dirty="0" smtClean="0">
                <a:solidFill>
                  <a:schemeClr val="tx1"/>
                </a:solidFill>
                <a:latin typeface="+mn-lt"/>
                <a:ea typeface="+mn-ea"/>
                <a:cs typeface="+mn-cs"/>
              </a:defRPr>
            </a:lvl3pPr>
            <a:lvl4pPr marL="0" indent="0" algn="l" defTabSz="914400" rtl="1" eaLnBrk="1" latinLnBrk="0" hangingPunct="1">
              <a:lnSpc>
                <a:spcPct val="150000"/>
              </a:lnSpc>
              <a:spcBef>
                <a:spcPts val="400"/>
              </a:spcBef>
              <a:spcAft>
                <a:spcPts val="400"/>
              </a:spcAft>
              <a:buFont typeface="Arial"/>
              <a:buNone/>
              <a:defRPr lang="en-US" sz="1800" b="0" kern="1200" dirty="0" smtClean="0">
                <a:solidFill>
                  <a:schemeClr val="tx1"/>
                </a:solidFill>
                <a:latin typeface="+mn-lt"/>
                <a:ea typeface="+mn-ea"/>
                <a:cs typeface="+mn-cs"/>
              </a:defRPr>
            </a:lvl4pPr>
            <a:lvl5pPr marL="0" indent="0" algn="l" defTabSz="914400" rtl="1" eaLnBrk="1" latinLnBrk="0" hangingPunct="1">
              <a:lnSpc>
                <a:spcPct val="150000"/>
              </a:lnSpc>
              <a:spcBef>
                <a:spcPts val="400"/>
              </a:spcBef>
              <a:spcAft>
                <a:spcPts val="400"/>
              </a:spcAft>
              <a:buFont typeface="Arial"/>
              <a:buNone/>
              <a:defRPr lang="he-IL" sz="1800" b="0" kern="1200" dirty="0" smtClean="0">
                <a:solidFill>
                  <a:schemeClr val="tx1"/>
                </a:solidFill>
                <a:latin typeface="+mn-lt"/>
                <a:ea typeface="+mn-ea"/>
                <a:cs typeface="+mn-cs"/>
              </a:defRPr>
            </a:lvl5pPr>
          </a:lstStyle>
          <a:p>
            <a:r>
              <a:rPr lang="en-US" dirty="0"/>
              <a:t>Lorem Ipsum is simply dummy text of the printing and</a:t>
            </a:r>
          </a:p>
        </p:txBody>
      </p:sp>
      <p:sp>
        <p:nvSpPr>
          <p:cNvPr id="69" name="Text Placeholder 14">
            <a:extLst>
              <a:ext uri="{FF2B5EF4-FFF2-40B4-BE49-F238E27FC236}">
                <a16:creationId xmlns:a16="http://schemas.microsoft.com/office/drawing/2014/main" id="{28B336DF-6D26-083F-8BC1-9D388B623904}"/>
              </a:ext>
            </a:extLst>
          </p:cNvPr>
          <p:cNvSpPr>
            <a:spLocks noGrp="1"/>
          </p:cNvSpPr>
          <p:nvPr>
            <p:ph type="body" sz="quarter" idx="91" hasCustomPrompt="1"/>
          </p:nvPr>
        </p:nvSpPr>
        <p:spPr>
          <a:xfrm>
            <a:off x="1727863" y="22354507"/>
            <a:ext cx="3735313" cy="1157287"/>
          </a:xfrm>
        </p:spPr>
        <p:txBody>
          <a:bodyPr/>
          <a:lstStyle>
            <a:lvl1pPr marL="0" indent="0" algn="ctr" defTabSz="914400" rtl="1" eaLnBrk="1" latinLnBrk="0" hangingPunct="1">
              <a:lnSpc>
                <a:spcPct val="110000"/>
              </a:lnSpc>
              <a:spcBef>
                <a:spcPts val="400"/>
              </a:spcBef>
              <a:spcAft>
                <a:spcPts val="400"/>
              </a:spcAft>
              <a:buFont typeface="Arial"/>
              <a:buNone/>
              <a:defRPr lang="en-US" sz="2800" b="0" kern="1200" dirty="0" smtClean="0">
                <a:solidFill>
                  <a:schemeClr val="bg2"/>
                </a:solidFill>
                <a:latin typeface="+mn-lt"/>
                <a:ea typeface="+mn-ea"/>
                <a:cs typeface="+mn-cs"/>
              </a:defRPr>
            </a:lvl1pPr>
            <a:lvl2pPr marL="0" indent="0" algn="l" defTabSz="914400" rtl="1" eaLnBrk="1" latinLnBrk="0" hangingPunct="1">
              <a:lnSpc>
                <a:spcPct val="150000"/>
              </a:lnSpc>
              <a:spcBef>
                <a:spcPts val="400"/>
              </a:spcBef>
              <a:spcAft>
                <a:spcPts val="400"/>
              </a:spcAft>
              <a:buFont typeface="Arial"/>
              <a:buNone/>
              <a:defRPr lang="en-US" sz="1800" b="0" kern="1200" dirty="0" smtClean="0">
                <a:solidFill>
                  <a:schemeClr val="tx1"/>
                </a:solidFill>
                <a:latin typeface="+mn-lt"/>
                <a:ea typeface="+mn-ea"/>
                <a:cs typeface="+mn-cs"/>
              </a:defRPr>
            </a:lvl2pPr>
            <a:lvl3pPr marL="0" indent="0" algn="l" defTabSz="914400" rtl="1" eaLnBrk="1" latinLnBrk="0" hangingPunct="1">
              <a:lnSpc>
                <a:spcPct val="150000"/>
              </a:lnSpc>
              <a:spcBef>
                <a:spcPts val="400"/>
              </a:spcBef>
              <a:spcAft>
                <a:spcPts val="400"/>
              </a:spcAft>
              <a:buFont typeface="Arial"/>
              <a:buNone/>
              <a:defRPr lang="en-US" sz="1800" b="0" kern="1200" dirty="0" smtClean="0">
                <a:solidFill>
                  <a:schemeClr val="tx1"/>
                </a:solidFill>
                <a:latin typeface="+mn-lt"/>
                <a:ea typeface="+mn-ea"/>
                <a:cs typeface="+mn-cs"/>
              </a:defRPr>
            </a:lvl3pPr>
            <a:lvl4pPr marL="0" indent="0" algn="l" defTabSz="914400" rtl="1" eaLnBrk="1" latinLnBrk="0" hangingPunct="1">
              <a:lnSpc>
                <a:spcPct val="150000"/>
              </a:lnSpc>
              <a:spcBef>
                <a:spcPts val="400"/>
              </a:spcBef>
              <a:spcAft>
                <a:spcPts val="400"/>
              </a:spcAft>
              <a:buFont typeface="Arial"/>
              <a:buNone/>
              <a:defRPr lang="en-US" sz="1800" b="0" kern="1200" dirty="0" smtClean="0">
                <a:solidFill>
                  <a:schemeClr val="tx1"/>
                </a:solidFill>
                <a:latin typeface="+mn-lt"/>
                <a:ea typeface="+mn-ea"/>
                <a:cs typeface="+mn-cs"/>
              </a:defRPr>
            </a:lvl4pPr>
            <a:lvl5pPr marL="0" indent="0" algn="l" defTabSz="914400" rtl="1" eaLnBrk="1" latinLnBrk="0" hangingPunct="1">
              <a:lnSpc>
                <a:spcPct val="150000"/>
              </a:lnSpc>
              <a:spcBef>
                <a:spcPts val="400"/>
              </a:spcBef>
              <a:spcAft>
                <a:spcPts val="400"/>
              </a:spcAft>
              <a:buFont typeface="Arial"/>
              <a:buNone/>
              <a:defRPr lang="he-IL" sz="1800" b="0" kern="1200" dirty="0">
                <a:solidFill>
                  <a:schemeClr val="tx1"/>
                </a:solidFill>
                <a:latin typeface="+mn-lt"/>
                <a:ea typeface="+mn-ea"/>
                <a:cs typeface="+mn-cs"/>
              </a:defRPr>
            </a:lvl5pPr>
          </a:lstStyle>
          <a:p>
            <a:r>
              <a:rPr lang="en-US" dirty="0"/>
              <a:t>Lorem Ipsum is simply dummy text of the printing and</a:t>
            </a:r>
          </a:p>
        </p:txBody>
      </p:sp>
      <p:sp>
        <p:nvSpPr>
          <p:cNvPr id="70" name="Picture Placeholder 5">
            <a:extLst>
              <a:ext uri="{FF2B5EF4-FFF2-40B4-BE49-F238E27FC236}">
                <a16:creationId xmlns:a16="http://schemas.microsoft.com/office/drawing/2014/main" id="{8CDED163-08E1-0520-6AA2-CF735822F25A}"/>
              </a:ext>
            </a:extLst>
          </p:cNvPr>
          <p:cNvSpPr>
            <a:spLocks noGrp="1"/>
          </p:cNvSpPr>
          <p:nvPr>
            <p:ph type="pic" sz="quarter" idx="92" hasCustomPrompt="1"/>
          </p:nvPr>
        </p:nvSpPr>
        <p:spPr>
          <a:xfrm>
            <a:off x="17175627" y="18916640"/>
            <a:ext cx="3061783" cy="3061783"/>
          </a:xfrm>
          <a:prstGeom prst="ellipse">
            <a:avLst/>
          </a:prstGeom>
          <a:solidFill>
            <a:schemeClr val="accent1"/>
          </a:solidFill>
          <a:ln>
            <a:noFill/>
          </a:ln>
        </p:spPr>
        <p:txBody>
          <a:bodyPr>
            <a:normAutofit/>
          </a:bodyPr>
          <a:lstStyle>
            <a:lvl1pPr algn="ctr">
              <a:defRPr sz="2800" baseline="0">
                <a:solidFill>
                  <a:schemeClr val="bg2"/>
                </a:solidFill>
              </a:defRPr>
            </a:lvl1pPr>
          </a:lstStyle>
          <a:p>
            <a:pPr marL="228600" marR="0" lvl="0" indent="-228600" algn="r" defTabSz="914400" rtl="1" eaLnBrk="1" fontAlgn="auto" latinLnBrk="0" hangingPunct="1">
              <a:lnSpc>
                <a:spcPct val="90000"/>
              </a:lnSpc>
              <a:spcBef>
                <a:spcPts val="400"/>
              </a:spcBef>
              <a:spcAft>
                <a:spcPts val="400"/>
              </a:spcAft>
              <a:buClrTx/>
              <a:buSzTx/>
              <a:buFont typeface="Arial"/>
              <a:buNone/>
              <a:tabLst/>
              <a:defRPr/>
            </a:pPr>
            <a:r>
              <a:rPr lang="he-IL" dirty="0"/>
              <a:t>הכנס תמונה לכאן</a:t>
            </a:r>
            <a:endParaRPr lang="en-US" dirty="0"/>
          </a:p>
        </p:txBody>
      </p:sp>
      <p:sp>
        <p:nvSpPr>
          <p:cNvPr id="71" name="Picture Placeholder 5">
            <a:extLst>
              <a:ext uri="{FF2B5EF4-FFF2-40B4-BE49-F238E27FC236}">
                <a16:creationId xmlns:a16="http://schemas.microsoft.com/office/drawing/2014/main" id="{1CB3B098-5782-5680-C97B-941101D2D84F}"/>
              </a:ext>
            </a:extLst>
          </p:cNvPr>
          <p:cNvSpPr>
            <a:spLocks noGrp="1"/>
          </p:cNvSpPr>
          <p:nvPr>
            <p:ph type="pic" sz="quarter" idx="93" hasCustomPrompt="1"/>
          </p:nvPr>
        </p:nvSpPr>
        <p:spPr>
          <a:xfrm>
            <a:off x="22212627" y="18916640"/>
            <a:ext cx="3061783" cy="3061783"/>
          </a:xfrm>
          <a:prstGeom prst="ellipse">
            <a:avLst/>
          </a:prstGeom>
          <a:solidFill>
            <a:schemeClr val="accent1"/>
          </a:solidFill>
          <a:ln>
            <a:noFill/>
          </a:ln>
        </p:spPr>
        <p:txBody>
          <a:bodyPr>
            <a:normAutofit/>
          </a:bodyPr>
          <a:lstStyle>
            <a:lvl1pPr algn="ctr">
              <a:defRPr sz="2800" baseline="0">
                <a:solidFill>
                  <a:schemeClr val="bg2"/>
                </a:solidFill>
              </a:defRPr>
            </a:lvl1pPr>
          </a:lstStyle>
          <a:p>
            <a:pPr marL="228600" marR="0" lvl="0" indent="-228600" algn="r" defTabSz="914400" rtl="1" eaLnBrk="1" fontAlgn="auto" latinLnBrk="0" hangingPunct="1">
              <a:lnSpc>
                <a:spcPct val="90000"/>
              </a:lnSpc>
              <a:spcBef>
                <a:spcPts val="400"/>
              </a:spcBef>
              <a:spcAft>
                <a:spcPts val="400"/>
              </a:spcAft>
              <a:buClrTx/>
              <a:buSzTx/>
              <a:buFont typeface="Arial"/>
              <a:buNone/>
              <a:tabLst/>
              <a:defRPr/>
            </a:pPr>
            <a:r>
              <a:rPr lang="he-IL" dirty="0"/>
              <a:t>הכנס תמונה לכאן</a:t>
            </a:r>
            <a:endParaRPr lang="en-US" dirty="0"/>
          </a:p>
        </p:txBody>
      </p:sp>
      <p:sp>
        <p:nvSpPr>
          <p:cNvPr id="73" name="Picture Placeholder 5">
            <a:extLst>
              <a:ext uri="{FF2B5EF4-FFF2-40B4-BE49-F238E27FC236}">
                <a16:creationId xmlns:a16="http://schemas.microsoft.com/office/drawing/2014/main" id="{BE899105-B104-F56B-830B-F6EE15CE53FC}"/>
              </a:ext>
            </a:extLst>
          </p:cNvPr>
          <p:cNvSpPr>
            <a:spLocks noGrp="1"/>
          </p:cNvSpPr>
          <p:nvPr>
            <p:ph type="pic" sz="quarter" idx="94" hasCustomPrompt="1"/>
          </p:nvPr>
        </p:nvSpPr>
        <p:spPr>
          <a:xfrm>
            <a:off x="27249627" y="18916640"/>
            <a:ext cx="3061783" cy="3061783"/>
          </a:xfrm>
          <a:prstGeom prst="ellipse">
            <a:avLst/>
          </a:prstGeom>
          <a:solidFill>
            <a:schemeClr val="accent1"/>
          </a:solidFill>
          <a:ln>
            <a:noFill/>
          </a:ln>
        </p:spPr>
        <p:txBody>
          <a:bodyPr>
            <a:normAutofit/>
          </a:bodyPr>
          <a:lstStyle>
            <a:lvl1pPr algn="ctr">
              <a:defRPr sz="2800" baseline="0">
                <a:solidFill>
                  <a:schemeClr val="bg2"/>
                </a:solidFill>
              </a:defRPr>
            </a:lvl1pPr>
          </a:lstStyle>
          <a:p>
            <a:pPr marL="228600" marR="0" lvl="0" indent="-228600" algn="r" defTabSz="914400" rtl="1" eaLnBrk="1" fontAlgn="auto" latinLnBrk="0" hangingPunct="1">
              <a:lnSpc>
                <a:spcPct val="90000"/>
              </a:lnSpc>
              <a:spcBef>
                <a:spcPts val="400"/>
              </a:spcBef>
              <a:spcAft>
                <a:spcPts val="400"/>
              </a:spcAft>
              <a:buClrTx/>
              <a:buSzTx/>
              <a:buFont typeface="Arial"/>
              <a:buNone/>
              <a:tabLst/>
              <a:defRPr/>
            </a:pPr>
            <a:r>
              <a:rPr lang="he-IL" dirty="0"/>
              <a:t>הכנס תמונה לכאן</a:t>
            </a:r>
            <a:endParaRPr lang="en-US" dirty="0"/>
          </a:p>
        </p:txBody>
      </p:sp>
      <p:sp>
        <p:nvSpPr>
          <p:cNvPr id="74" name="Text Placeholder 14">
            <a:extLst>
              <a:ext uri="{FF2B5EF4-FFF2-40B4-BE49-F238E27FC236}">
                <a16:creationId xmlns:a16="http://schemas.microsoft.com/office/drawing/2014/main" id="{1731CC85-21EE-FE8D-1157-4531F8FF2609}"/>
              </a:ext>
            </a:extLst>
          </p:cNvPr>
          <p:cNvSpPr>
            <a:spLocks noGrp="1"/>
          </p:cNvSpPr>
          <p:nvPr>
            <p:ph type="body" sz="quarter" idx="95" hasCustomPrompt="1"/>
          </p:nvPr>
        </p:nvSpPr>
        <p:spPr>
          <a:xfrm>
            <a:off x="21878822" y="22354507"/>
            <a:ext cx="3735313" cy="1157287"/>
          </a:xfrm>
        </p:spPr>
        <p:txBody>
          <a:bodyPr/>
          <a:lstStyle>
            <a:lvl1pPr marL="0" indent="0" algn="ctr" defTabSz="914400" rtl="1" eaLnBrk="1" latinLnBrk="0" hangingPunct="1">
              <a:lnSpc>
                <a:spcPct val="110000"/>
              </a:lnSpc>
              <a:spcBef>
                <a:spcPts val="400"/>
              </a:spcBef>
              <a:spcAft>
                <a:spcPts val="400"/>
              </a:spcAft>
              <a:buFont typeface="Arial"/>
              <a:buNone/>
              <a:defRPr lang="en-US" sz="2800" b="0" kern="1200" dirty="0">
                <a:solidFill>
                  <a:schemeClr val="bg2"/>
                </a:solidFill>
                <a:latin typeface="+mn-lt"/>
                <a:ea typeface="+mn-ea"/>
                <a:cs typeface="+mn-cs"/>
              </a:defRPr>
            </a:lvl1pPr>
            <a:lvl2pPr marL="0" indent="0" algn="l" defTabSz="914400" rtl="1" eaLnBrk="1" latinLnBrk="0" hangingPunct="1">
              <a:lnSpc>
                <a:spcPct val="150000"/>
              </a:lnSpc>
              <a:spcBef>
                <a:spcPts val="400"/>
              </a:spcBef>
              <a:spcAft>
                <a:spcPts val="400"/>
              </a:spcAft>
              <a:buFont typeface="Arial"/>
              <a:buNone/>
              <a:defRPr lang="en-US" sz="1800" b="0" kern="1200" dirty="0" smtClean="0">
                <a:solidFill>
                  <a:schemeClr val="tx1"/>
                </a:solidFill>
                <a:latin typeface="+mn-lt"/>
                <a:ea typeface="+mn-ea"/>
                <a:cs typeface="+mn-cs"/>
              </a:defRPr>
            </a:lvl2pPr>
            <a:lvl3pPr marL="0" indent="0" algn="l" defTabSz="914400" rtl="1" eaLnBrk="1" latinLnBrk="0" hangingPunct="1">
              <a:lnSpc>
                <a:spcPct val="150000"/>
              </a:lnSpc>
              <a:spcBef>
                <a:spcPts val="400"/>
              </a:spcBef>
              <a:spcAft>
                <a:spcPts val="400"/>
              </a:spcAft>
              <a:buFont typeface="Arial"/>
              <a:buNone/>
              <a:defRPr lang="en-US" sz="1800" b="0" kern="1200" dirty="0" smtClean="0">
                <a:solidFill>
                  <a:schemeClr val="tx1"/>
                </a:solidFill>
                <a:latin typeface="+mn-lt"/>
                <a:ea typeface="+mn-ea"/>
                <a:cs typeface="+mn-cs"/>
              </a:defRPr>
            </a:lvl3pPr>
            <a:lvl4pPr marL="0" indent="0" algn="l" defTabSz="914400" rtl="1" eaLnBrk="1" latinLnBrk="0" hangingPunct="1">
              <a:lnSpc>
                <a:spcPct val="150000"/>
              </a:lnSpc>
              <a:spcBef>
                <a:spcPts val="400"/>
              </a:spcBef>
              <a:spcAft>
                <a:spcPts val="400"/>
              </a:spcAft>
              <a:buFont typeface="Arial"/>
              <a:buNone/>
              <a:defRPr lang="en-US" sz="1800" b="0" kern="1200" dirty="0" smtClean="0">
                <a:solidFill>
                  <a:schemeClr val="tx1"/>
                </a:solidFill>
                <a:latin typeface="+mn-lt"/>
                <a:ea typeface="+mn-ea"/>
                <a:cs typeface="+mn-cs"/>
              </a:defRPr>
            </a:lvl4pPr>
            <a:lvl5pPr marL="0" indent="0" algn="l" defTabSz="914400" rtl="1" eaLnBrk="1" latinLnBrk="0" hangingPunct="1">
              <a:lnSpc>
                <a:spcPct val="150000"/>
              </a:lnSpc>
              <a:spcBef>
                <a:spcPts val="400"/>
              </a:spcBef>
              <a:spcAft>
                <a:spcPts val="400"/>
              </a:spcAft>
              <a:buFont typeface="Arial"/>
              <a:buNone/>
              <a:defRPr lang="he-IL" sz="1800" b="0" kern="1200" dirty="0">
                <a:solidFill>
                  <a:schemeClr val="tx1"/>
                </a:solidFill>
                <a:latin typeface="+mn-lt"/>
                <a:ea typeface="+mn-ea"/>
                <a:cs typeface="+mn-cs"/>
              </a:defRPr>
            </a:lvl5pPr>
          </a:lstStyle>
          <a:p>
            <a:r>
              <a:rPr lang="en-US" dirty="0"/>
              <a:t>Lorem Ipsum is simply dummy text of the printing and</a:t>
            </a:r>
          </a:p>
        </p:txBody>
      </p:sp>
      <p:sp>
        <p:nvSpPr>
          <p:cNvPr id="75" name="Text Placeholder 16">
            <a:extLst>
              <a:ext uri="{FF2B5EF4-FFF2-40B4-BE49-F238E27FC236}">
                <a16:creationId xmlns:a16="http://schemas.microsoft.com/office/drawing/2014/main" id="{43F0819E-2BC1-418F-42D6-31D4BECFB51E}"/>
              </a:ext>
            </a:extLst>
          </p:cNvPr>
          <p:cNvSpPr>
            <a:spLocks noGrp="1"/>
          </p:cNvSpPr>
          <p:nvPr>
            <p:ph type="body" sz="quarter" idx="96" hasCustomPrompt="1"/>
          </p:nvPr>
        </p:nvSpPr>
        <p:spPr>
          <a:xfrm>
            <a:off x="26916669" y="22354507"/>
            <a:ext cx="3734884" cy="1157287"/>
          </a:xfrm>
        </p:spPr>
        <p:txBody>
          <a:bodyPr/>
          <a:lstStyle>
            <a:lvl1pPr marL="0" indent="0" algn="ctr" defTabSz="914400" rtl="1" eaLnBrk="1" latinLnBrk="0" hangingPunct="1">
              <a:lnSpc>
                <a:spcPct val="110000"/>
              </a:lnSpc>
              <a:spcBef>
                <a:spcPts val="400"/>
              </a:spcBef>
              <a:spcAft>
                <a:spcPts val="400"/>
              </a:spcAft>
              <a:buFont typeface="Arial"/>
              <a:buNone/>
              <a:defRPr lang="en-US" sz="2800" b="0" kern="1200" dirty="0">
                <a:solidFill>
                  <a:schemeClr val="bg2"/>
                </a:solidFill>
                <a:latin typeface="+mn-lt"/>
                <a:ea typeface="+mn-ea"/>
                <a:cs typeface="+mn-cs"/>
              </a:defRPr>
            </a:lvl1pPr>
            <a:lvl2pPr marL="0" indent="0" algn="l" defTabSz="914400" rtl="1" eaLnBrk="1" latinLnBrk="0" hangingPunct="1">
              <a:lnSpc>
                <a:spcPct val="150000"/>
              </a:lnSpc>
              <a:spcBef>
                <a:spcPts val="400"/>
              </a:spcBef>
              <a:spcAft>
                <a:spcPts val="400"/>
              </a:spcAft>
              <a:buFont typeface="Arial"/>
              <a:buNone/>
              <a:defRPr lang="en-US" sz="1800" b="0" kern="1200" dirty="0" smtClean="0">
                <a:solidFill>
                  <a:schemeClr val="tx1"/>
                </a:solidFill>
                <a:latin typeface="+mn-lt"/>
                <a:ea typeface="+mn-ea"/>
                <a:cs typeface="+mn-cs"/>
              </a:defRPr>
            </a:lvl2pPr>
            <a:lvl3pPr marL="0" indent="0" algn="l" defTabSz="914400" rtl="1" eaLnBrk="1" latinLnBrk="0" hangingPunct="1">
              <a:lnSpc>
                <a:spcPct val="150000"/>
              </a:lnSpc>
              <a:spcBef>
                <a:spcPts val="400"/>
              </a:spcBef>
              <a:spcAft>
                <a:spcPts val="400"/>
              </a:spcAft>
              <a:buFont typeface="Arial"/>
              <a:buNone/>
              <a:defRPr lang="en-US" sz="1800" b="0" kern="1200" dirty="0" smtClean="0">
                <a:solidFill>
                  <a:schemeClr val="tx1"/>
                </a:solidFill>
                <a:latin typeface="+mn-lt"/>
                <a:ea typeface="+mn-ea"/>
                <a:cs typeface="+mn-cs"/>
              </a:defRPr>
            </a:lvl3pPr>
            <a:lvl4pPr marL="0" indent="0" algn="l" defTabSz="914400" rtl="1" eaLnBrk="1" latinLnBrk="0" hangingPunct="1">
              <a:lnSpc>
                <a:spcPct val="150000"/>
              </a:lnSpc>
              <a:spcBef>
                <a:spcPts val="400"/>
              </a:spcBef>
              <a:spcAft>
                <a:spcPts val="400"/>
              </a:spcAft>
              <a:buFont typeface="Arial"/>
              <a:buNone/>
              <a:defRPr lang="en-US" sz="1800" b="0" kern="1200" dirty="0" smtClean="0">
                <a:solidFill>
                  <a:schemeClr val="tx1"/>
                </a:solidFill>
                <a:latin typeface="+mn-lt"/>
                <a:ea typeface="+mn-ea"/>
                <a:cs typeface="+mn-cs"/>
              </a:defRPr>
            </a:lvl4pPr>
            <a:lvl5pPr marL="0" indent="0" algn="l" defTabSz="914400" rtl="1" eaLnBrk="1" latinLnBrk="0" hangingPunct="1">
              <a:lnSpc>
                <a:spcPct val="150000"/>
              </a:lnSpc>
              <a:spcBef>
                <a:spcPts val="400"/>
              </a:spcBef>
              <a:spcAft>
                <a:spcPts val="400"/>
              </a:spcAft>
              <a:buFont typeface="Arial"/>
              <a:buNone/>
              <a:defRPr lang="he-IL" sz="1800" b="0" kern="1200" dirty="0" smtClean="0">
                <a:solidFill>
                  <a:schemeClr val="tx1"/>
                </a:solidFill>
                <a:latin typeface="+mn-lt"/>
                <a:ea typeface="+mn-ea"/>
                <a:cs typeface="+mn-cs"/>
              </a:defRPr>
            </a:lvl5pPr>
          </a:lstStyle>
          <a:p>
            <a:r>
              <a:rPr lang="en-US" dirty="0"/>
              <a:t>Lorem Ipsum is simply dummy text of the printing and</a:t>
            </a:r>
          </a:p>
        </p:txBody>
      </p:sp>
      <p:sp>
        <p:nvSpPr>
          <p:cNvPr id="76" name="Text Placeholder 14">
            <a:extLst>
              <a:ext uri="{FF2B5EF4-FFF2-40B4-BE49-F238E27FC236}">
                <a16:creationId xmlns:a16="http://schemas.microsoft.com/office/drawing/2014/main" id="{623E212A-C7C4-34EE-FD7A-EB6B7231DC02}"/>
              </a:ext>
            </a:extLst>
          </p:cNvPr>
          <p:cNvSpPr>
            <a:spLocks noGrp="1"/>
          </p:cNvSpPr>
          <p:nvPr>
            <p:ph type="body" sz="quarter" idx="97" hasCustomPrompt="1"/>
          </p:nvPr>
        </p:nvSpPr>
        <p:spPr>
          <a:xfrm>
            <a:off x="16840975" y="22354507"/>
            <a:ext cx="3735313" cy="1157287"/>
          </a:xfrm>
        </p:spPr>
        <p:txBody>
          <a:bodyPr/>
          <a:lstStyle>
            <a:lvl1pPr marL="0" indent="0" algn="ctr" defTabSz="914400" rtl="1" eaLnBrk="1" latinLnBrk="0" hangingPunct="1">
              <a:lnSpc>
                <a:spcPct val="110000"/>
              </a:lnSpc>
              <a:spcBef>
                <a:spcPts val="400"/>
              </a:spcBef>
              <a:spcAft>
                <a:spcPts val="400"/>
              </a:spcAft>
              <a:buFont typeface="Arial"/>
              <a:buNone/>
              <a:defRPr lang="en-US" sz="2800" b="0" kern="1200" dirty="0">
                <a:solidFill>
                  <a:schemeClr val="bg2"/>
                </a:solidFill>
                <a:latin typeface="+mn-lt"/>
                <a:ea typeface="+mn-ea"/>
                <a:cs typeface="+mn-cs"/>
              </a:defRPr>
            </a:lvl1pPr>
            <a:lvl2pPr marL="0" indent="0" algn="l" defTabSz="914400" rtl="1" eaLnBrk="1" latinLnBrk="0" hangingPunct="1">
              <a:lnSpc>
                <a:spcPct val="150000"/>
              </a:lnSpc>
              <a:spcBef>
                <a:spcPts val="400"/>
              </a:spcBef>
              <a:spcAft>
                <a:spcPts val="400"/>
              </a:spcAft>
              <a:buFont typeface="Arial"/>
              <a:buNone/>
              <a:defRPr lang="en-US" sz="1800" b="0" kern="1200" dirty="0" smtClean="0">
                <a:solidFill>
                  <a:schemeClr val="tx1"/>
                </a:solidFill>
                <a:latin typeface="+mn-lt"/>
                <a:ea typeface="+mn-ea"/>
                <a:cs typeface="+mn-cs"/>
              </a:defRPr>
            </a:lvl2pPr>
            <a:lvl3pPr marL="0" indent="0" algn="l" defTabSz="914400" rtl="1" eaLnBrk="1" latinLnBrk="0" hangingPunct="1">
              <a:lnSpc>
                <a:spcPct val="150000"/>
              </a:lnSpc>
              <a:spcBef>
                <a:spcPts val="400"/>
              </a:spcBef>
              <a:spcAft>
                <a:spcPts val="400"/>
              </a:spcAft>
              <a:buFont typeface="Arial"/>
              <a:buNone/>
              <a:defRPr lang="en-US" sz="1800" b="0" kern="1200" dirty="0" smtClean="0">
                <a:solidFill>
                  <a:schemeClr val="tx1"/>
                </a:solidFill>
                <a:latin typeface="+mn-lt"/>
                <a:ea typeface="+mn-ea"/>
                <a:cs typeface="+mn-cs"/>
              </a:defRPr>
            </a:lvl3pPr>
            <a:lvl4pPr marL="0" indent="0" algn="l" defTabSz="914400" rtl="1" eaLnBrk="1" latinLnBrk="0" hangingPunct="1">
              <a:lnSpc>
                <a:spcPct val="150000"/>
              </a:lnSpc>
              <a:spcBef>
                <a:spcPts val="400"/>
              </a:spcBef>
              <a:spcAft>
                <a:spcPts val="400"/>
              </a:spcAft>
              <a:buFont typeface="Arial"/>
              <a:buNone/>
              <a:defRPr lang="en-US" sz="1800" b="0" kern="1200" dirty="0" smtClean="0">
                <a:solidFill>
                  <a:schemeClr val="tx1"/>
                </a:solidFill>
                <a:latin typeface="+mn-lt"/>
                <a:ea typeface="+mn-ea"/>
                <a:cs typeface="+mn-cs"/>
              </a:defRPr>
            </a:lvl4pPr>
            <a:lvl5pPr marL="0" indent="0" algn="l" defTabSz="914400" rtl="1" eaLnBrk="1" latinLnBrk="0" hangingPunct="1">
              <a:lnSpc>
                <a:spcPct val="150000"/>
              </a:lnSpc>
              <a:spcBef>
                <a:spcPts val="400"/>
              </a:spcBef>
              <a:spcAft>
                <a:spcPts val="400"/>
              </a:spcAft>
              <a:buFont typeface="Arial"/>
              <a:buNone/>
              <a:defRPr lang="he-IL" sz="1800" b="0" kern="1200" dirty="0">
                <a:solidFill>
                  <a:schemeClr val="tx1"/>
                </a:solidFill>
                <a:latin typeface="+mn-lt"/>
                <a:ea typeface="+mn-ea"/>
                <a:cs typeface="+mn-cs"/>
              </a:defRPr>
            </a:lvl5pPr>
          </a:lstStyle>
          <a:p>
            <a:r>
              <a:rPr lang="en-US" dirty="0"/>
              <a:t>Lorem Ipsum is simply dummy text of the printing and</a:t>
            </a:r>
          </a:p>
        </p:txBody>
      </p:sp>
      <p:sp>
        <p:nvSpPr>
          <p:cNvPr id="77" name="Text Placeholder 31">
            <a:extLst>
              <a:ext uri="{FF2B5EF4-FFF2-40B4-BE49-F238E27FC236}">
                <a16:creationId xmlns:a16="http://schemas.microsoft.com/office/drawing/2014/main" id="{5350E2D7-E787-D9EF-8D9C-03AE139F5A49}"/>
              </a:ext>
            </a:extLst>
          </p:cNvPr>
          <p:cNvSpPr>
            <a:spLocks noGrp="1"/>
          </p:cNvSpPr>
          <p:nvPr>
            <p:ph type="body" sz="quarter" idx="49" hasCustomPrompt="1"/>
          </p:nvPr>
        </p:nvSpPr>
        <p:spPr>
          <a:xfrm>
            <a:off x="1354134" y="26660776"/>
            <a:ext cx="5439844" cy="1495849"/>
          </a:xfrm>
          <a:prstGeom prst="roundRect">
            <a:avLst>
              <a:gd name="adj" fmla="val 50000"/>
            </a:avLst>
          </a:prstGeom>
          <a:solidFill>
            <a:srgbClr val="F6FAF0"/>
          </a:solidFill>
          <a:ln w="38100">
            <a:solidFill>
              <a:srgbClr val="77CDE6"/>
            </a:solidFill>
          </a:ln>
        </p:spPr>
        <p:txBody>
          <a:bodyPr spcFirstLastPara="1" vert="horz" wrap="square" lIns="1260000" tIns="144000" rIns="108000" bIns="91425" rtlCol="0" anchor="ctr" anchorCtr="0">
            <a:noAutofit/>
          </a:bodyPr>
          <a:lstStyle>
            <a:lvl1pPr>
              <a:defRPr kumimoji="0" lang="he-IL" sz="2800" i="0" u="none" strike="noStrike" cap="none" spc="0" normalizeH="0" baseline="0" dirty="0">
                <a:ln>
                  <a:noFill/>
                </a:ln>
                <a:solidFill>
                  <a:srgbClr val="0A4127"/>
                </a:solidFill>
                <a:effectLst/>
                <a:uLnTx/>
                <a:uFillTx/>
                <a:latin typeface="Fedra Sans Bar-ilan Medium" pitchFamily="50" charset="-79"/>
                <a:cs typeface="Fedra Sans Bar-ilan Medium" pitchFamily="50" charset="-79"/>
              </a:defRPr>
            </a:lvl1pPr>
          </a:lstStyle>
          <a:p>
            <a:pPr marR="0" lvl="0" defTabSz="914400" rtl="0" fontAlgn="auto">
              <a:spcBef>
                <a:spcPts val="0"/>
              </a:spcBef>
              <a:spcAft>
                <a:spcPts val="0"/>
              </a:spcAft>
              <a:buClr>
                <a:srgbClr val="000000"/>
              </a:buClr>
              <a:buSzPts val="1100"/>
              <a:tabLst/>
            </a:pPr>
            <a:r>
              <a:rPr lang="en-US" dirty="0"/>
              <a:t>Click to edit text</a:t>
            </a:r>
            <a:endParaRPr lang="he-IL" dirty="0"/>
          </a:p>
        </p:txBody>
      </p:sp>
      <p:sp>
        <p:nvSpPr>
          <p:cNvPr id="81" name="Content Placeholder 15">
            <a:extLst>
              <a:ext uri="{FF2B5EF4-FFF2-40B4-BE49-F238E27FC236}">
                <a16:creationId xmlns:a16="http://schemas.microsoft.com/office/drawing/2014/main" id="{B61FB390-7A7B-6845-E7AB-CED96D7A1D7E}"/>
              </a:ext>
            </a:extLst>
          </p:cNvPr>
          <p:cNvSpPr>
            <a:spLocks noGrp="1"/>
          </p:cNvSpPr>
          <p:nvPr>
            <p:ph sz="quarter" idx="50" hasCustomPrompt="1"/>
          </p:nvPr>
        </p:nvSpPr>
        <p:spPr>
          <a:xfrm>
            <a:off x="1488735" y="26811435"/>
            <a:ext cx="1194530" cy="1194530"/>
          </a:xfrm>
          <a:prstGeom prst="ellipse">
            <a:avLst/>
          </a:prstGeom>
          <a:ln w="38100">
            <a:solidFill>
              <a:schemeClr val="accent1"/>
            </a:solidFill>
          </a:ln>
        </p:spPr>
        <p:txBody>
          <a:bodyPr vert="horz" lIns="0" tIns="0" rIns="0" bIns="0" rtlCol="0" anchor="ctr" anchorCtr="0">
            <a:noAutofit/>
          </a:bodyPr>
          <a:lstStyle>
            <a:lvl1pPr>
              <a:defRPr kumimoji="0" lang="he-IL" sz="1200" i="0" u="none" strike="noStrike" cap="none" spc="0" normalizeH="0" baseline="0" dirty="0">
                <a:ln>
                  <a:noFill/>
                </a:ln>
                <a:solidFill>
                  <a:srgbClr val="0A4127"/>
                </a:solidFill>
                <a:effectLst/>
                <a:uLnTx/>
                <a:uFillTx/>
                <a:latin typeface="Arial" panose="020B0604020202020204"/>
              </a:defRPr>
            </a:lvl1pPr>
          </a:lstStyle>
          <a:p>
            <a:pPr marR="0" lvl="0" algn="ctr" defTabSz="914400" fontAlgn="auto">
              <a:spcBef>
                <a:spcPts val="400"/>
              </a:spcBef>
              <a:spcAft>
                <a:spcPts val="400"/>
              </a:spcAft>
              <a:buClrTx/>
              <a:buSzTx/>
              <a:tabLst/>
            </a:pPr>
            <a:r>
              <a:rPr lang="en-US" dirty="0"/>
              <a:t>Insert icon</a:t>
            </a:r>
            <a:endParaRPr lang="he-IL" dirty="0"/>
          </a:p>
        </p:txBody>
      </p:sp>
      <p:sp>
        <p:nvSpPr>
          <p:cNvPr id="82" name="Text Placeholder 31">
            <a:extLst>
              <a:ext uri="{FF2B5EF4-FFF2-40B4-BE49-F238E27FC236}">
                <a16:creationId xmlns:a16="http://schemas.microsoft.com/office/drawing/2014/main" id="{DBF55D98-7974-9D13-A5AE-5C452DDC935E}"/>
              </a:ext>
            </a:extLst>
          </p:cNvPr>
          <p:cNvSpPr>
            <a:spLocks noGrp="1"/>
          </p:cNvSpPr>
          <p:nvPr>
            <p:ph type="body" sz="quarter" idx="51" hasCustomPrompt="1"/>
          </p:nvPr>
        </p:nvSpPr>
        <p:spPr>
          <a:xfrm>
            <a:off x="7046003" y="26660776"/>
            <a:ext cx="5439844" cy="1495849"/>
          </a:xfrm>
          <a:prstGeom prst="roundRect">
            <a:avLst>
              <a:gd name="adj" fmla="val 50000"/>
            </a:avLst>
          </a:prstGeom>
          <a:solidFill>
            <a:srgbClr val="F6FAF0"/>
          </a:solidFill>
          <a:ln w="38100">
            <a:solidFill>
              <a:srgbClr val="C3DC86"/>
            </a:solidFill>
          </a:ln>
        </p:spPr>
        <p:txBody>
          <a:bodyPr spcFirstLastPara="1" vert="horz" wrap="square" lIns="1260000" tIns="144000" rIns="108000" bIns="91425" rtlCol="0" anchor="ctr" anchorCtr="0">
            <a:noAutofit/>
          </a:bodyPr>
          <a:lstStyle>
            <a:lvl1pPr>
              <a:defRPr kumimoji="0" lang="he-IL" sz="2800" i="0" u="none" strike="noStrike" cap="none" spc="0" normalizeH="0" baseline="0" dirty="0">
                <a:ln>
                  <a:noFill/>
                </a:ln>
                <a:solidFill>
                  <a:srgbClr val="0A4127"/>
                </a:solidFill>
                <a:effectLst/>
                <a:uLnTx/>
                <a:uFillTx/>
                <a:latin typeface="Fedra Sans Bar-ilan Medium" pitchFamily="50" charset="-79"/>
                <a:cs typeface="Fedra Sans Bar-ilan Medium" pitchFamily="50" charset="-79"/>
              </a:defRPr>
            </a:lvl1pPr>
          </a:lstStyle>
          <a:p>
            <a:pPr marR="0" lvl="0" defTabSz="914400" rtl="0" fontAlgn="auto">
              <a:spcBef>
                <a:spcPts val="0"/>
              </a:spcBef>
              <a:spcAft>
                <a:spcPts val="0"/>
              </a:spcAft>
              <a:buClr>
                <a:srgbClr val="000000"/>
              </a:buClr>
              <a:buSzPts val="1100"/>
              <a:tabLst/>
            </a:pPr>
            <a:r>
              <a:rPr lang="en-US" dirty="0"/>
              <a:t>Click to edit text</a:t>
            </a:r>
            <a:endParaRPr lang="he-IL" dirty="0"/>
          </a:p>
        </p:txBody>
      </p:sp>
      <p:sp>
        <p:nvSpPr>
          <p:cNvPr id="83" name="Content Placeholder 15">
            <a:extLst>
              <a:ext uri="{FF2B5EF4-FFF2-40B4-BE49-F238E27FC236}">
                <a16:creationId xmlns:a16="http://schemas.microsoft.com/office/drawing/2014/main" id="{B2AD405D-E8A4-D771-63C9-1214849B5C73}"/>
              </a:ext>
            </a:extLst>
          </p:cNvPr>
          <p:cNvSpPr>
            <a:spLocks noGrp="1"/>
          </p:cNvSpPr>
          <p:nvPr>
            <p:ph sz="quarter" idx="52" hasCustomPrompt="1"/>
          </p:nvPr>
        </p:nvSpPr>
        <p:spPr>
          <a:xfrm>
            <a:off x="7180604" y="26811435"/>
            <a:ext cx="1194530" cy="1194530"/>
          </a:xfrm>
          <a:prstGeom prst="ellipse">
            <a:avLst/>
          </a:prstGeom>
          <a:ln w="38100">
            <a:solidFill>
              <a:schemeClr val="accent6"/>
            </a:solidFill>
          </a:ln>
        </p:spPr>
        <p:txBody>
          <a:bodyPr vert="horz" lIns="0" tIns="0" rIns="0" bIns="0" rtlCol="0" anchor="ctr" anchorCtr="0">
            <a:noAutofit/>
          </a:bodyPr>
          <a:lstStyle>
            <a:lvl1pPr>
              <a:defRPr kumimoji="0" lang="he-IL" sz="1200" i="0" u="none" strike="noStrike" cap="none" spc="0" normalizeH="0" baseline="0" dirty="0">
                <a:ln>
                  <a:noFill/>
                </a:ln>
                <a:solidFill>
                  <a:srgbClr val="0A4127"/>
                </a:solidFill>
                <a:effectLst/>
                <a:uLnTx/>
                <a:uFillTx/>
                <a:latin typeface="Arial" panose="020B0604020202020204"/>
              </a:defRPr>
            </a:lvl1pPr>
          </a:lstStyle>
          <a:p>
            <a:pPr marR="0" lvl="0" algn="ctr" defTabSz="914400" fontAlgn="auto">
              <a:spcBef>
                <a:spcPts val="400"/>
              </a:spcBef>
              <a:spcAft>
                <a:spcPts val="400"/>
              </a:spcAft>
              <a:buClrTx/>
              <a:buSzTx/>
              <a:tabLst/>
            </a:pPr>
            <a:r>
              <a:rPr lang="en-US" dirty="0"/>
              <a:t>Insert icon</a:t>
            </a:r>
            <a:endParaRPr lang="he-IL" dirty="0"/>
          </a:p>
        </p:txBody>
      </p:sp>
      <p:sp>
        <p:nvSpPr>
          <p:cNvPr id="84" name="Text Placeholder 31">
            <a:extLst>
              <a:ext uri="{FF2B5EF4-FFF2-40B4-BE49-F238E27FC236}">
                <a16:creationId xmlns:a16="http://schemas.microsoft.com/office/drawing/2014/main" id="{4C49B23C-3B4F-42F7-0DC2-53936B33C4BB}"/>
              </a:ext>
            </a:extLst>
          </p:cNvPr>
          <p:cNvSpPr>
            <a:spLocks noGrp="1"/>
          </p:cNvSpPr>
          <p:nvPr>
            <p:ph type="body" sz="quarter" idx="53" hasCustomPrompt="1"/>
          </p:nvPr>
        </p:nvSpPr>
        <p:spPr>
          <a:xfrm>
            <a:off x="12777661" y="26660776"/>
            <a:ext cx="5439844" cy="1495849"/>
          </a:xfrm>
          <a:prstGeom prst="roundRect">
            <a:avLst>
              <a:gd name="adj" fmla="val 50000"/>
            </a:avLst>
          </a:prstGeom>
          <a:solidFill>
            <a:srgbClr val="F6FAF0"/>
          </a:solidFill>
          <a:ln w="38100">
            <a:solidFill>
              <a:schemeClr val="bg2"/>
            </a:solidFill>
          </a:ln>
        </p:spPr>
        <p:txBody>
          <a:bodyPr spcFirstLastPara="1" vert="horz" wrap="square" lIns="1260000" tIns="144000" rIns="108000" bIns="91425" rtlCol="0" anchor="ctr" anchorCtr="0">
            <a:noAutofit/>
          </a:bodyPr>
          <a:lstStyle>
            <a:lvl1pPr>
              <a:defRPr kumimoji="0" lang="he-IL" sz="2800" i="0" u="none" strike="noStrike" cap="none" spc="0" normalizeH="0" baseline="0" dirty="0">
                <a:ln>
                  <a:noFill/>
                </a:ln>
                <a:solidFill>
                  <a:srgbClr val="0A4127"/>
                </a:solidFill>
                <a:effectLst/>
                <a:uLnTx/>
                <a:uFillTx/>
                <a:latin typeface="Fedra Sans Bar-ilan Medium" pitchFamily="50" charset="-79"/>
                <a:cs typeface="Fedra Sans Bar-ilan Medium" pitchFamily="50" charset="-79"/>
              </a:defRPr>
            </a:lvl1pPr>
          </a:lstStyle>
          <a:p>
            <a:pPr marR="0" lvl="0" defTabSz="914400" rtl="0" fontAlgn="auto">
              <a:spcBef>
                <a:spcPts val="0"/>
              </a:spcBef>
              <a:spcAft>
                <a:spcPts val="0"/>
              </a:spcAft>
              <a:buClr>
                <a:srgbClr val="000000"/>
              </a:buClr>
              <a:buSzPts val="1100"/>
              <a:tabLst/>
            </a:pPr>
            <a:r>
              <a:rPr lang="en-US" dirty="0"/>
              <a:t>Click to edit text</a:t>
            </a:r>
            <a:endParaRPr lang="he-IL" dirty="0"/>
          </a:p>
        </p:txBody>
      </p:sp>
      <p:sp>
        <p:nvSpPr>
          <p:cNvPr id="85" name="Content Placeholder 15">
            <a:extLst>
              <a:ext uri="{FF2B5EF4-FFF2-40B4-BE49-F238E27FC236}">
                <a16:creationId xmlns:a16="http://schemas.microsoft.com/office/drawing/2014/main" id="{8DEC2A72-697E-9ADF-5CF1-A7D813090ED2}"/>
              </a:ext>
            </a:extLst>
          </p:cNvPr>
          <p:cNvSpPr>
            <a:spLocks noGrp="1"/>
          </p:cNvSpPr>
          <p:nvPr>
            <p:ph sz="quarter" idx="54" hasCustomPrompt="1"/>
          </p:nvPr>
        </p:nvSpPr>
        <p:spPr>
          <a:xfrm>
            <a:off x="12912262" y="26811435"/>
            <a:ext cx="1194530" cy="1194530"/>
          </a:xfrm>
          <a:prstGeom prst="ellipse">
            <a:avLst/>
          </a:prstGeom>
          <a:ln w="38100">
            <a:solidFill>
              <a:schemeClr val="bg2"/>
            </a:solidFill>
          </a:ln>
        </p:spPr>
        <p:txBody>
          <a:bodyPr vert="horz" lIns="0" tIns="0" rIns="0" bIns="0" rtlCol="0" anchor="ctr" anchorCtr="0">
            <a:noAutofit/>
          </a:bodyPr>
          <a:lstStyle>
            <a:lvl1pPr>
              <a:defRPr kumimoji="0" lang="he-IL" sz="1200" i="0" u="none" strike="noStrike" cap="none" spc="0" normalizeH="0" baseline="0" dirty="0">
                <a:ln>
                  <a:noFill/>
                </a:ln>
                <a:solidFill>
                  <a:srgbClr val="0A4127"/>
                </a:solidFill>
                <a:effectLst/>
                <a:uLnTx/>
                <a:uFillTx/>
                <a:latin typeface="Arial" panose="020B0604020202020204"/>
              </a:defRPr>
            </a:lvl1pPr>
          </a:lstStyle>
          <a:p>
            <a:pPr marR="0" lvl="0" algn="ctr" defTabSz="914400" fontAlgn="auto">
              <a:spcBef>
                <a:spcPts val="400"/>
              </a:spcBef>
              <a:spcAft>
                <a:spcPts val="400"/>
              </a:spcAft>
              <a:buClrTx/>
              <a:buSzTx/>
              <a:tabLst/>
            </a:pPr>
            <a:r>
              <a:rPr lang="en-US" dirty="0"/>
              <a:t>Insert icon</a:t>
            </a:r>
            <a:endParaRPr lang="he-IL" dirty="0"/>
          </a:p>
        </p:txBody>
      </p:sp>
      <p:sp>
        <p:nvSpPr>
          <p:cNvPr id="89" name="Text Placeholder 14">
            <a:extLst>
              <a:ext uri="{FF2B5EF4-FFF2-40B4-BE49-F238E27FC236}">
                <a16:creationId xmlns:a16="http://schemas.microsoft.com/office/drawing/2014/main" id="{13367C60-4C50-E7FA-546F-F3F61B3E6292}"/>
              </a:ext>
            </a:extLst>
          </p:cNvPr>
          <p:cNvSpPr>
            <a:spLocks noGrp="1"/>
          </p:cNvSpPr>
          <p:nvPr>
            <p:ph type="body" sz="quarter" idx="98" hasCustomPrompt="1"/>
          </p:nvPr>
        </p:nvSpPr>
        <p:spPr>
          <a:xfrm>
            <a:off x="1544267" y="28843798"/>
            <a:ext cx="16545756" cy="1022386"/>
          </a:xfrm>
          <a:solidFill>
            <a:srgbClr val="FFFFFF">
              <a:lumMod val="95000"/>
            </a:srgbClr>
          </a:solidFill>
        </p:spPr>
        <p:txBody>
          <a:bodyPr vert="horz" lIns="91440" tIns="45720" rIns="91440" bIns="45720" rtlCol="0" anchor="ctr" anchorCtr="0">
            <a:noAutofit/>
          </a:bodyPr>
          <a:lstStyle>
            <a:lvl1pPr>
              <a:defRPr kumimoji="0" lang="en-US" sz="2800" i="0" u="none" strike="noStrike" cap="none" spc="0" normalizeH="0" baseline="0" dirty="0">
                <a:ln>
                  <a:noFill/>
                </a:ln>
                <a:solidFill>
                  <a:srgbClr val="0A4127"/>
                </a:solidFill>
                <a:effectLst/>
                <a:uLnTx/>
                <a:uFillTx/>
                <a:latin typeface="Arial" panose="020B0604020202020204"/>
              </a:defRPr>
            </a:lvl1pPr>
          </a:lstStyle>
          <a:p>
            <a:pPr marL="285750" marR="0" lvl="0" indent="-285750" defTabSz="914400" rtl="0" fontAlgn="auto">
              <a:spcBef>
                <a:spcPts val="400"/>
              </a:spcBef>
              <a:spcAft>
                <a:spcPts val="400"/>
              </a:spcAft>
              <a:buClr>
                <a:srgbClr val="C3DC86"/>
              </a:buClr>
              <a:buSzPct val="300000"/>
              <a:buFont typeface="Arial" panose="020B0604020202020204" pitchFamily="34" charset="0"/>
              <a:buChar char="•"/>
              <a:tabLst/>
            </a:pPr>
            <a:r>
              <a:rPr lang="en-US" dirty="0"/>
              <a:t>Lorem Ipsum is simply dummy text of the printing and</a:t>
            </a:r>
          </a:p>
        </p:txBody>
      </p:sp>
      <p:sp>
        <p:nvSpPr>
          <p:cNvPr id="90" name="Text Placeholder 14">
            <a:extLst>
              <a:ext uri="{FF2B5EF4-FFF2-40B4-BE49-F238E27FC236}">
                <a16:creationId xmlns:a16="http://schemas.microsoft.com/office/drawing/2014/main" id="{C8B87370-18DD-233E-842A-55080F49CE72}"/>
              </a:ext>
            </a:extLst>
          </p:cNvPr>
          <p:cNvSpPr>
            <a:spLocks noGrp="1"/>
          </p:cNvSpPr>
          <p:nvPr>
            <p:ph type="body" sz="quarter" idx="99" hasCustomPrompt="1"/>
          </p:nvPr>
        </p:nvSpPr>
        <p:spPr>
          <a:xfrm>
            <a:off x="1544267" y="30278663"/>
            <a:ext cx="16545756" cy="1022386"/>
          </a:xfrm>
          <a:solidFill>
            <a:srgbClr val="FFFFFF">
              <a:lumMod val="95000"/>
            </a:srgbClr>
          </a:solidFill>
        </p:spPr>
        <p:txBody>
          <a:bodyPr vert="horz" lIns="91440" tIns="45720" rIns="91440" bIns="45720" rtlCol="0" anchor="ctr" anchorCtr="0">
            <a:noAutofit/>
          </a:bodyPr>
          <a:lstStyle>
            <a:lvl1pPr>
              <a:defRPr kumimoji="0" lang="en-US" sz="2800" i="0" u="none" strike="noStrike" cap="none" spc="0" normalizeH="0" baseline="0" dirty="0">
                <a:ln>
                  <a:noFill/>
                </a:ln>
                <a:solidFill>
                  <a:srgbClr val="0A4127"/>
                </a:solidFill>
                <a:effectLst/>
                <a:uLnTx/>
                <a:uFillTx/>
                <a:latin typeface="Arial" panose="020B0604020202020204"/>
              </a:defRPr>
            </a:lvl1pPr>
          </a:lstStyle>
          <a:p>
            <a:pPr marL="285750" marR="0" lvl="0" indent="-285750" defTabSz="914400" rtl="0" fontAlgn="auto">
              <a:spcBef>
                <a:spcPts val="400"/>
              </a:spcBef>
              <a:spcAft>
                <a:spcPts val="400"/>
              </a:spcAft>
              <a:buClr>
                <a:srgbClr val="77CDE6"/>
              </a:buClr>
              <a:buSzPct val="300000"/>
              <a:buFont typeface="Arial" panose="020B0604020202020204" pitchFamily="34" charset="0"/>
              <a:buChar char="•"/>
              <a:tabLst/>
            </a:pPr>
            <a:r>
              <a:rPr lang="en-US" dirty="0"/>
              <a:t>Lorem Ipsum is simply dummy text of the printing and</a:t>
            </a:r>
          </a:p>
        </p:txBody>
      </p:sp>
      <p:sp>
        <p:nvSpPr>
          <p:cNvPr id="92" name="Text Placeholder 14">
            <a:extLst>
              <a:ext uri="{FF2B5EF4-FFF2-40B4-BE49-F238E27FC236}">
                <a16:creationId xmlns:a16="http://schemas.microsoft.com/office/drawing/2014/main" id="{C0C3D292-A6DE-B924-BD41-6C8163D7570F}"/>
              </a:ext>
            </a:extLst>
          </p:cNvPr>
          <p:cNvSpPr>
            <a:spLocks noGrp="1"/>
          </p:cNvSpPr>
          <p:nvPr>
            <p:ph type="body" sz="quarter" idx="100" hasCustomPrompt="1"/>
          </p:nvPr>
        </p:nvSpPr>
        <p:spPr>
          <a:xfrm>
            <a:off x="1544267" y="31713528"/>
            <a:ext cx="16545756" cy="1022386"/>
          </a:xfrm>
          <a:solidFill>
            <a:srgbClr val="FFFFFF">
              <a:lumMod val="95000"/>
            </a:srgbClr>
          </a:solidFill>
        </p:spPr>
        <p:txBody>
          <a:bodyPr vert="horz" lIns="91440" tIns="45720" rIns="91440" bIns="45720" rtlCol="0" anchor="ctr" anchorCtr="0">
            <a:noAutofit/>
          </a:bodyPr>
          <a:lstStyle>
            <a:lvl1pPr>
              <a:defRPr kumimoji="0" lang="en-US" sz="2800" i="0" u="none" strike="noStrike" cap="none" spc="0" normalizeH="0" baseline="0" dirty="0">
                <a:ln>
                  <a:noFill/>
                </a:ln>
                <a:solidFill>
                  <a:srgbClr val="0A4127"/>
                </a:solidFill>
                <a:effectLst/>
                <a:uLnTx/>
                <a:uFillTx/>
                <a:latin typeface="Arial" panose="020B0604020202020204"/>
              </a:defRPr>
            </a:lvl1pPr>
          </a:lstStyle>
          <a:p>
            <a:pPr marL="285750" marR="0" lvl="0" indent="-285750" defTabSz="914400" rtl="0" fontAlgn="auto">
              <a:spcBef>
                <a:spcPts val="400"/>
              </a:spcBef>
              <a:spcAft>
                <a:spcPts val="400"/>
              </a:spcAft>
              <a:buClr>
                <a:srgbClr val="C3DC86"/>
              </a:buClr>
              <a:buSzPct val="300000"/>
              <a:buFont typeface="Arial" panose="020B0604020202020204" pitchFamily="34" charset="0"/>
              <a:buChar char="•"/>
              <a:tabLst/>
            </a:pPr>
            <a:r>
              <a:rPr lang="en-US" dirty="0"/>
              <a:t>Lorem Ipsum is simply dummy text of the printing and</a:t>
            </a:r>
          </a:p>
        </p:txBody>
      </p:sp>
      <p:sp>
        <p:nvSpPr>
          <p:cNvPr id="93" name="Text Placeholder 14">
            <a:extLst>
              <a:ext uri="{FF2B5EF4-FFF2-40B4-BE49-F238E27FC236}">
                <a16:creationId xmlns:a16="http://schemas.microsoft.com/office/drawing/2014/main" id="{435288D2-29E1-0040-41F1-349E691A3020}"/>
              </a:ext>
            </a:extLst>
          </p:cNvPr>
          <p:cNvSpPr>
            <a:spLocks noGrp="1"/>
          </p:cNvSpPr>
          <p:nvPr>
            <p:ph type="body" sz="quarter" idx="101" hasCustomPrompt="1"/>
          </p:nvPr>
        </p:nvSpPr>
        <p:spPr>
          <a:xfrm>
            <a:off x="1544267" y="33148392"/>
            <a:ext cx="16545756" cy="1022386"/>
          </a:xfrm>
          <a:solidFill>
            <a:srgbClr val="FFFFFF">
              <a:lumMod val="95000"/>
            </a:srgbClr>
          </a:solidFill>
        </p:spPr>
        <p:txBody>
          <a:bodyPr vert="horz" lIns="91440" tIns="45720" rIns="91440" bIns="45720" rtlCol="0" anchor="ctr" anchorCtr="0">
            <a:noAutofit/>
          </a:bodyPr>
          <a:lstStyle>
            <a:lvl1pPr>
              <a:defRPr kumimoji="0" lang="en-US" sz="2800" i="0" u="none" strike="noStrike" cap="none" spc="0" normalizeH="0" baseline="0" dirty="0">
                <a:ln>
                  <a:noFill/>
                </a:ln>
                <a:solidFill>
                  <a:srgbClr val="0A4127"/>
                </a:solidFill>
                <a:effectLst/>
                <a:uLnTx/>
                <a:uFillTx/>
                <a:latin typeface="Arial" panose="020B0604020202020204"/>
              </a:defRPr>
            </a:lvl1pPr>
          </a:lstStyle>
          <a:p>
            <a:pPr marL="285750" marR="0" lvl="0" indent="-285750" defTabSz="914400" rtl="0" fontAlgn="auto">
              <a:spcBef>
                <a:spcPts val="400"/>
              </a:spcBef>
              <a:spcAft>
                <a:spcPts val="400"/>
              </a:spcAft>
              <a:buClr>
                <a:srgbClr val="77CDE6"/>
              </a:buClr>
              <a:buSzPct val="300000"/>
              <a:buFont typeface="Arial" panose="020B0604020202020204" pitchFamily="34" charset="0"/>
              <a:buChar char="•"/>
              <a:tabLst/>
            </a:pPr>
            <a:r>
              <a:rPr lang="en-US" dirty="0"/>
              <a:t>Lorem Ipsum is simply dummy text of the printing and</a:t>
            </a:r>
          </a:p>
        </p:txBody>
      </p:sp>
    </p:spTree>
    <p:extLst>
      <p:ext uri="{BB962C8B-B14F-4D97-AF65-F5344CB8AC3E}">
        <p14:creationId xmlns:p14="http://schemas.microsoft.com/office/powerpoint/2010/main" val="133775372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767"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02147" y="1183341"/>
            <a:ext cx="27944386" cy="2043954"/>
          </a:xfrm>
          <a:prstGeom prst="rect">
            <a:avLst/>
          </a:prstGeom>
        </p:spPr>
        <p:txBody>
          <a:bodyPr vert="horz" lIns="91440" tIns="45720" rIns="91440" bIns="45720" rtlCol="0" anchor="b" anchorCtr="0">
            <a:noAutofit/>
          </a:bodyPr>
          <a:lstStyle/>
          <a:p>
            <a:r>
              <a:rPr lang="en-US" dirty="0"/>
              <a:t>Click to edit Master title style</a:t>
            </a:r>
          </a:p>
        </p:txBody>
      </p:sp>
      <p:sp>
        <p:nvSpPr>
          <p:cNvPr id="3" name="Text Placeholder 2"/>
          <p:cNvSpPr>
            <a:spLocks noGrp="1"/>
          </p:cNvSpPr>
          <p:nvPr>
            <p:ph type="body" idx="1"/>
          </p:nvPr>
        </p:nvSpPr>
        <p:spPr>
          <a:xfrm>
            <a:off x="2602147" y="7588689"/>
            <a:ext cx="27944386" cy="31321892"/>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45A4D27A-1691-2B41-9BDE-1646686DBA2C}"/>
              </a:ext>
            </a:extLst>
          </p:cNvPr>
          <p:cNvSpPr>
            <a:spLocks noGrp="1"/>
          </p:cNvSpPr>
          <p:nvPr>
            <p:ph type="sldNum" sz="quarter" idx="4"/>
          </p:nvPr>
        </p:nvSpPr>
        <p:spPr>
          <a:xfrm>
            <a:off x="475944" y="40040594"/>
            <a:ext cx="1265597" cy="2300034"/>
          </a:xfrm>
          <a:prstGeom prst="rect">
            <a:avLst/>
          </a:prstGeom>
        </p:spPr>
        <p:txBody>
          <a:bodyPr vert="horz" lIns="91440" tIns="45720" rIns="91440" bIns="45720" rtlCol="0" anchor="ctr"/>
          <a:lstStyle>
            <a:lvl1pPr algn="ctr">
              <a:defRPr sz="3189" b="1">
                <a:solidFill>
                  <a:schemeClr val="tx1"/>
                </a:solidFill>
              </a:defRPr>
            </a:lvl1pPr>
          </a:lstStyle>
          <a:p>
            <a:fld id="{FDB471CC-1647-9041-AC92-CE8E329D9294}" type="slidenum">
              <a:rPr lang="en-US" smtClean="0"/>
              <a:pPr/>
              <a:t>‹#›</a:t>
            </a:fld>
            <a:endParaRPr lang="en-US"/>
          </a:p>
        </p:txBody>
      </p:sp>
    </p:spTree>
    <p:extLst>
      <p:ext uri="{BB962C8B-B14F-4D97-AF65-F5344CB8AC3E}">
        <p14:creationId xmlns:p14="http://schemas.microsoft.com/office/powerpoint/2010/main" val="50611938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Lst>
  <p:hf hdr="0" dt="0"/>
  <p:txStyles>
    <p:titleStyle>
      <a:lvl1pPr algn="l" defTabSz="2429927" rtl="0" eaLnBrk="1" latinLnBrk="0" hangingPunct="1">
        <a:lnSpc>
          <a:spcPct val="90000"/>
        </a:lnSpc>
        <a:spcBef>
          <a:spcPct val="0"/>
        </a:spcBef>
        <a:buNone/>
        <a:defRPr sz="11693" b="1" kern="1200">
          <a:solidFill>
            <a:schemeClr val="tx1"/>
          </a:solidFill>
          <a:latin typeface="+mj-lt"/>
          <a:ea typeface="+mj-ea"/>
          <a:cs typeface="+mj-cs"/>
        </a:defRPr>
      </a:lvl1pPr>
    </p:titleStyle>
    <p:bodyStyle>
      <a:lvl1pPr marL="0" indent="0" algn="l" defTabSz="2429927" rtl="1" eaLnBrk="1" latinLnBrk="0" hangingPunct="1">
        <a:lnSpc>
          <a:spcPct val="90000"/>
        </a:lnSpc>
        <a:spcBef>
          <a:spcPts val="1063"/>
        </a:spcBef>
        <a:spcAft>
          <a:spcPts val="1063"/>
        </a:spcAft>
        <a:buFont typeface="Arial"/>
        <a:buNone/>
        <a:defRPr sz="4252" b="0" kern="1200">
          <a:solidFill>
            <a:schemeClr val="tx1"/>
          </a:solidFill>
          <a:latin typeface="+mn-lt"/>
          <a:ea typeface="+mn-ea"/>
          <a:cs typeface="+mn-cs"/>
        </a:defRPr>
      </a:lvl1pPr>
      <a:lvl2pPr marL="0" indent="0" algn="l" defTabSz="2429927" rtl="1" eaLnBrk="1" latinLnBrk="0" hangingPunct="1">
        <a:lnSpc>
          <a:spcPct val="90000"/>
        </a:lnSpc>
        <a:spcBef>
          <a:spcPts val="1063"/>
        </a:spcBef>
        <a:spcAft>
          <a:spcPts val="1063"/>
        </a:spcAft>
        <a:buFont typeface="Arial"/>
        <a:buNone/>
        <a:defRPr sz="4252" b="0" kern="1200">
          <a:solidFill>
            <a:schemeClr val="tx1"/>
          </a:solidFill>
          <a:latin typeface="+mn-lt"/>
          <a:ea typeface="+mn-ea"/>
          <a:cs typeface="+mn-cs"/>
        </a:defRPr>
      </a:lvl2pPr>
      <a:lvl3pPr marL="0" indent="0" algn="l" defTabSz="2429927" rtl="1" eaLnBrk="1" latinLnBrk="0" hangingPunct="1">
        <a:lnSpc>
          <a:spcPct val="90000"/>
        </a:lnSpc>
        <a:spcBef>
          <a:spcPts val="1063"/>
        </a:spcBef>
        <a:spcAft>
          <a:spcPts val="1063"/>
        </a:spcAft>
        <a:buFont typeface="Arial"/>
        <a:buNone/>
        <a:defRPr sz="4252" b="0" kern="1200">
          <a:solidFill>
            <a:schemeClr val="tx1"/>
          </a:solidFill>
          <a:latin typeface="+mn-lt"/>
          <a:ea typeface="+mn-ea"/>
          <a:cs typeface="+mn-cs"/>
        </a:defRPr>
      </a:lvl3pPr>
      <a:lvl4pPr marL="0" indent="0" algn="l" defTabSz="2429927" rtl="1" eaLnBrk="1" latinLnBrk="0" hangingPunct="1">
        <a:lnSpc>
          <a:spcPct val="90000"/>
        </a:lnSpc>
        <a:spcBef>
          <a:spcPts val="1063"/>
        </a:spcBef>
        <a:spcAft>
          <a:spcPts val="1063"/>
        </a:spcAft>
        <a:buFont typeface="Arial"/>
        <a:buNone/>
        <a:defRPr sz="4252" b="0" kern="1200">
          <a:solidFill>
            <a:schemeClr val="tx1"/>
          </a:solidFill>
          <a:latin typeface="+mn-lt"/>
          <a:ea typeface="+mn-ea"/>
          <a:cs typeface="+mn-cs"/>
        </a:defRPr>
      </a:lvl4pPr>
      <a:lvl5pPr marL="0" indent="0" algn="l" defTabSz="2429927" rtl="1" eaLnBrk="1" latinLnBrk="0" hangingPunct="1">
        <a:lnSpc>
          <a:spcPct val="90000"/>
        </a:lnSpc>
        <a:spcBef>
          <a:spcPts val="1063"/>
        </a:spcBef>
        <a:spcAft>
          <a:spcPts val="1063"/>
        </a:spcAft>
        <a:buFont typeface="Arial"/>
        <a:buNone/>
        <a:defRPr sz="4252" b="0" kern="1200">
          <a:solidFill>
            <a:schemeClr val="tx1"/>
          </a:solidFill>
          <a:latin typeface="+mn-lt"/>
          <a:ea typeface="+mn-ea"/>
          <a:cs typeface="+mn-cs"/>
        </a:defRPr>
      </a:lvl5pPr>
      <a:lvl6pPr marL="6682298" indent="-607482" algn="l" defTabSz="2429927" rtl="0" eaLnBrk="1" latinLnBrk="0" hangingPunct="1">
        <a:lnSpc>
          <a:spcPct val="90000"/>
        </a:lnSpc>
        <a:spcBef>
          <a:spcPts val="1329"/>
        </a:spcBef>
        <a:buFont typeface="Arial"/>
        <a:buChar char="•"/>
        <a:defRPr sz="4783" kern="1200">
          <a:solidFill>
            <a:schemeClr val="tx1"/>
          </a:solidFill>
          <a:latin typeface="+mn-lt"/>
          <a:ea typeface="+mn-ea"/>
          <a:cs typeface="+mn-cs"/>
        </a:defRPr>
      </a:lvl6pPr>
      <a:lvl7pPr marL="7897261" indent="-607482" algn="l" defTabSz="2429927" rtl="0" eaLnBrk="1" latinLnBrk="0" hangingPunct="1">
        <a:lnSpc>
          <a:spcPct val="90000"/>
        </a:lnSpc>
        <a:spcBef>
          <a:spcPts val="1329"/>
        </a:spcBef>
        <a:buFont typeface="Arial"/>
        <a:buChar char="•"/>
        <a:defRPr sz="4783" kern="1200">
          <a:solidFill>
            <a:schemeClr val="tx1"/>
          </a:solidFill>
          <a:latin typeface="+mn-lt"/>
          <a:ea typeface="+mn-ea"/>
          <a:cs typeface="+mn-cs"/>
        </a:defRPr>
      </a:lvl7pPr>
      <a:lvl8pPr marL="9112225" indent="-607482" algn="l" defTabSz="2429927" rtl="0" eaLnBrk="1" latinLnBrk="0" hangingPunct="1">
        <a:lnSpc>
          <a:spcPct val="90000"/>
        </a:lnSpc>
        <a:spcBef>
          <a:spcPts val="1329"/>
        </a:spcBef>
        <a:buFont typeface="Arial"/>
        <a:buChar char="•"/>
        <a:defRPr sz="4783" kern="1200">
          <a:solidFill>
            <a:schemeClr val="tx1"/>
          </a:solidFill>
          <a:latin typeface="+mn-lt"/>
          <a:ea typeface="+mn-ea"/>
          <a:cs typeface="+mn-cs"/>
        </a:defRPr>
      </a:lvl8pPr>
      <a:lvl9pPr marL="10327188" indent="-607482" algn="l" defTabSz="2429927" rtl="0" eaLnBrk="1" latinLnBrk="0" hangingPunct="1">
        <a:lnSpc>
          <a:spcPct val="90000"/>
        </a:lnSpc>
        <a:spcBef>
          <a:spcPts val="1329"/>
        </a:spcBef>
        <a:buFont typeface="Arial"/>
        <a:buChar char="•"/>
        <a:defRPr sz="4783" kern="1200">
          <a:solidFill>
            <a:schemeClr val="tx1"/>
          </a:solidFill>
          <a:latin typeface="+mn-lt"/>
          <a:ea typeface="+mn-ea"/>
          <a:cs typeface="+mn-cs"/>
        </a:defRPr>
      </a:lvl9pPr>
    </p:bodyStyle>
    <p:otherStyle>
      <a:defPPr>
        <a:defRPr lang="en-US"/>
      </a:defPPr>
      <a:lvl1pPr marL="0" algn="l" defTabSz="2429927" rtl="0" eaLnBrk="1" latinLnBrk="0" hangingPunct="1">
        <a:defRPr sz="4783" kern="1200">
          <a:solidFill>
            <a:schemeClr val="tx1"/>
          </a:solidFill>
          <a:latin typeface="+mn-lt"/>
          <a:ea typeface="+mn-ea"/>
          <a:cs typeface="+mn-cs"/>
        </a:defRPr>
      </a:lvl1pPr>
      <a:lvl2pPr marL="1214963" algn="l" defTabSz="2429927" rtl="0" eaLnBrk="1" latinLnBrk="0" hangingPunct="1">
        <a:defRPr sz="4783" kern="1200">
          <a:solidFill>
            <a:schemeClr val="tx1"/>
          </a:solidFill>
          <a:latin typeface="+mn-lt"/>
          <a:ea typeface="+mn-ea"/>
          <a:cs typeface="+mn-cs"/>
        </a:defRPr>
      </a:lvl2pPr>
      <a:lvl3pPr marL="2429927" algn="l" defTabSz="2429927" rtl="0" eaLnBrk="1" latinLnBrk="0" hangingPunct="1">
        <a:defRPr sz="4783" kern="1200">
          <a:solidFill>
            <a:schemeClr val="tx1"/>
          </a:solidFill>
          <a:latin typeface="+mn-lt"/>
          <a:ea typeface="+mn-ea"/>
          <a:cs typeface="+mn-cs"/>
        </a:defRPr>
      </a:lvl3pPr>
      <a:lvl4pPr marL="3644890" algn="l" defTabSz="2429927" rtl="0" eaLnBrk="1" latinLnBrk="0" hangingPunct="1">
        <a:defRPr sz="4783" kern="1200">
          <a:solidFill>
            <a:schemeClr val="tx1"/>
          </a:solidFill>
          <a:latin typeface="+mn-lt"/>
          <a:ea typeface="+mn-ea"/>
          <a:cs typeface="+mn-cs"/>
        </a:defRPr>
      </a:lvl4pPr>
      <a:lvl5pPr marL="4859853" algn="l" defTabSz="2429927" rtl="0" eaLnBrk="1" latinLnBrk="0" hangingPunct="1">
        <a:defRPr sz="4783" kern="1200">
          <a:solidFill>
            <a:schemeClr val="tx1"/>
          </a:solidFill>
          <a:latin typeface="+mn-lt"/>
          <a:ea typeface="+mn-ea"/>
          <a:cs typeface="+mn-cs"/>
        </a:defRPr>
      </a:lvl5pPr>
      <a:lvl6pPr marL="6074816" algn="l" defTabSz="2429927" rtl="0" eaLnBrk="1" latinLnBrk="0" hangingPunct="1">
        <a:defRPr sz="4783" kern="1200">
          <a:solidFill>
            <a:schemeClr val="tx1"/>
          </a:solidFill>
          <a:latin typeface="+mn-lt"/>
          <a:ea typeface="+mn-ea"/>
          <a:cs typeface="+mn-cs"/>
        </a:defRPr>
      </a:lvl6pPr>
      <a:lvl7pPr marL="7289780" algn="l" defTabSz="2429927" rtl="0" eaLnBrk="1" latinLnBrk="0" hangingPunct="1">
        <a:defRPr sz="4783" kern="1200">
          <a:solidFill>
            <a:schemeClr val="tx1"/>
          </a:solidFill>
          <a:latin typeface="+mn-lt"/>
          <a:ea typeface="+mn-ea"/>
          <a:cs typeface="+mn-cs"/>
        </a:defRPr>
      </a:lvl7pPr>
      <a:lvl8pPr marL="8504743" algn="l" defTabSz="2429927" rtl="0" eaLnBrk="1" latinLnBrk="0" hangingPunct="1">
        <a:defRPr sz="4783" kern="1200">
          <a:solidFill>
            <a:schemeClr val="tx1"/>
          </a:solidFill>
          <a:latin typeface="+mn-lt"/>
          <a:ea typeface="+mn-ea"/>
          <a:cs typeface="+mn-cs"/>
        </a:defRPr>
      </a:lvl8pPr>
      <a:lvl9pPr marL="9719706" algn="l" defTabSz="2429927" rtl="0" eaLnBrk="1" latinLnBrk="0" hangingPunct="1">
        <a:defRPr sz="478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image" Target="../media/image6.svg"/><Relationship Id="rId7" Type="http://schemas.openxmlformats.org/officeDocument/2006/relationships/image" Target="../media/image10.sv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image" Target="../media/image5.png"/><Relationship Id="rId16" Type="http://schemas.openxmlformats.org/officeDocument/2006/relationships/image" Target="../media/image19.png"/><Relationship Id="rId1" Type="http://schemas.openxmlformats.org/officeDocument/2006/relationships/slideLayout" Target="../slideLayouts/slideLayout6.xml"/><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svg"/><Relationship Id="rId15" Type="http://schemas.openxmlformats.org/officeDocument/2006/relationships/image" Target="../media/image18.png"/><Relationship Id="rId10" Type="http://schemas.openxmlformats.org/officeDocument/2006/relationships/image" Target="../media/image13.png"/><Relationship Id="rId4" Type="http://schemas.openxmlformats.org/officeDocument/2006/relationships/image" Target="../media/image7.svg"/><Relationship Id="rId9" Type="http://schemas.openxmlformats.org/officeDocument/2006/relationships/image" Target="../media/image12.svg"/><Relationship Id="rId1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Subtitle 92">
            <a:extLst>
              <a:ext uri="{FF2B5EF4-FFF2-40B4-BE49-F238E27FC236}">
                <a16:creationId xmlns:a16="http://schemas.microsoft.com/office/drawing/2014/main" id="{B3906A6B-553A-D39A-0D02-04839792C210}"/>
              </a:ext>
            </a:extLst>
          </p:cNvPr>
          <p:cNvSpPr>
            <a:spLocks noGrp="1"/>
          </p:cNvSpPr>
          <p:nvPr>
            <p:ph type="subTitle" idx="1"/>
          </p:nvPr>
        </p:nvSpPr>
        <p:spPr>
          <a:xfrm>
            <a:off x="1636776" y="6446520"/>
            <a:ext cx="23042880" cy="1133856"/>
          </a:xfrm>
        </p:spPr>
        <p:txBody>
          <a:bodyPr/>
          <a:lstStyle/>
          <a:p>
            <a:pPr rtl="0"/>
            <a:r>
              <a:rPr sz="4000" dirty="0"/>
              <a:t>Shira Tziony    |    Supervisors: Dr. Nisan Ozana, Ms. Marina Vasileva</a:t>
            </a:r>
          </a:p>
          <a:p>
            <a:pPr rtl="0"/>
            <a:r>
              <a:rPr sz="4000" dirty="0"/>
              <a:t>Optical Neuroimaging Lab, Faculty of Engineering, Bar-Ilan University, Israel</a:t>
            </a:r>
          </a:p>
        </p:txBody>
      </p:sp>
      <p:sp>
        <p:nvSpPr>
          <p:cNvPr id="95" name="Picture Placeholder 94">
            <a:extLst>
              <a:ext uri="{FF2B5EF4-FFF2-40B4-BE49-F238E27FC236}">
                <a16:creationId xmlns:a16="http://schemas.microsoft.com/office/drawing/2014/main" id="{70256330-7A5E-526E-7CF0-439E18C3541C}"/>
              </a:ext>
            </a:extLst>
          </p:cNvPr>
          <p:cNvSpPr>
            <a:spLocks noGrp="1"/>
          </p:cNvSpPr>
          <p:nvPr>
            <p:ph type="pic" sz="quarter" idx="11"/>
          </p:nvPr>
        </p:nvSpPr>
        <p:spPr/>
        <p:txBody>
          <a:bodyPr/>
          <a:lstStyle/>
          <a:p>
            <a:endParaRPr lang="he-IL"/>
          </a:p>
        </p:txBody>
      </p:sp>
      <p:pic>
        <p:nvPicPr>
          <p:cNvPr id="96" name="Picture Placeholder 95" descr="logo_reversed.png"/>
          <p:cNvPicPr>
            <a:picLocks noGrp="1" noChangeAspect="1"/>
          </p:cNvPicPr>
          <p:nvPr>
            <p:ph type="pic" sz="quarter" idx="13"/>
          </p:nvPr>
        </p:nvPicPr>
        <p:blipFill>
          <a:blip r:embed="rId2"/>
          <a:srcRect t="-5867" b="-4036"/>
          <a:stretch>
            <a:fillRect/>
          </a:stretch>
        </p:blipFill>
        <p:spPr>
          <a:xfrm>
            <a:off x="1721130" y="957943"/>
            <a:ext cx="5970587" cy="2425075"/>
          </a:xfrm>
        </p:spPr>
      </p:pic>
      <p:sp>
        <p:nvSpPr>
          <p:cNvPr id="97" name="Text Placeholder 96">
            <a:extLst>
              <a:ext uri="{FF2B5EF4-FFF2-40B4-BE49-F238E27FC236}">
                <a16:creationId xmlns:a16="http://schemas.microsoft.com/office/drawing/2014/main" id="{640EE068-6FA5-4AAB-1C35-95A50A37C08E}"/>
              </a:ext>
            </a:extLst>
          </p:cNvPr>
          <p:cNvSpPr>
            <a:spLocks noGrp="1"/>
          </p:cNvSpPr>
          <p:nvPr>
            <p:ph type="body" sz="quarter" idx="23"/>
          </p:nvPr>
        </p:nvSpPr>
        <p:spPr>
          <a:xfrm>
            <a:off x="16444594" y="12598165"/>
            <a:ext cx="6735439" cy="1368425"/>
          </a:xfrm>
        </p:spPr>
        <p:txBody>
          <a:bodyPr/>
          <a:lstStyle/>
          <a:p>
            <a:pPr rtl="0">
              <a:lnSpc>
                <a:spcPct val="100000"/>
              </a:lnSpc>
            </a:pPr>
            <a:r>
              <a:rPr dirty="0"/>
              <a:t>Combine camera-based SCOS with interferometric detection and coherence gating.</a:t>
            </a:r>
          </a:p>
        </p:txBody>
      </p:sp>
      <p:sp>
        <p:nvSpPr>
          <p:cNvPr id="98" name="Text Placeholder 97">
            <a:extLst>
              <a:ext uri="{FF2B5EF4-FFF2-40B4-BE49-F238E27FC236}">
                <a16:creationId xmlns:a16="http://schemas.microsoft.com/office/drawing/2014/main" id="{85211CA1-AFDD-FF65-EAEC-47FAEFA4D1FB}"/>
              </a:ext>
            </a:extLst>
          </p:cNvPr>
          <p:cNvSpPr>
            <a:spLocks noGrp="1"/>
          </p:cNvSpPr>
          <p:nvPr>
            <p:ph type="body" sz="quarter" idx="24"/>
          </p:nvPr>
        </p:nvSpPr>
        <p:spPr>
          <a:xfrm>
            <a:off x="16444594" y="14284090"/>
            <a:ext cx="6735439" cy="1368425"/>
          </a:xfrm>
        </p:spPr>
        <p:txBody>
          <a:bodyPr/>
          <a:lstStyle/>
          <a:p>
            <a:pPr rtl="0">
              <a:lnSpc>
                <a:spcPct val="100000"/>
              </a:lnSpc>
            </a:pPr>
            <a:r>
              <a:rPr dirty="0"/>
              <a:t>Select photons by optical pathlength to suppress the scalp and skull contribution.</a:t>
            </a:r>
          </a:p>
        </p:txBody>
      </p:sp>
      <p:sp>
        <p:nvSpPr>
          <p:cNvPr id="99" name="Text Placeholder 98">
            <a:extLst>
              <a:ext uri="{FF2B5EF4-FFF2-40B4-BE49-F238E27FC236}">
                <a16:creationId xmlns:a16="http://schemas.microsoft.com/office/drawing/2014/main" id="{D8E5EDB6-01E6-CE35-ADE9-1F8F59CE18A3}"/>
              </a:ext>
            </a:extLst>
          </p:cNvPr>
          <p:cNvSpPr>
            <a:spLocks noGrp="1"/>
          </p:cNvSpPr>
          <p:nvPr>
            <p:ph type="body" sz="quarter" idx="25"/>
          </p:nvPr>
        </p:nvSpPr>
        <p:spPr>
          <a:xfrm>
            <a:off x="16444594" y="15963665"/>
            <a:ext cx="6735439" cy="1368425"/>
          </a:xfrm>
        </p:spPr>
        <p:txBody>
          <a:bodyPr/>
          <a:lstStyle/>
          <a:p>
            <a:pPr rtl="0">
              <a:lnSpc>
                <a:spcPct val="100000"/>
              </a:lnSpc>
            </a:pPr>
            <a:r>
              <a:t>Benchmark against Gated SCOS on SNR, heart-rate accuracy and depth sensitivity.</a:t>
            </a:r>
          </a:p>
        </p:txBody>
      </p:sp>
      <p:sp>
        <p:nvSpPr>
          <p:cNvPr id="100" name="Text Placeholder 99">
            <a:extLst>
              <a:ext uri="{FF2B5EF4-FFF2-40B4-BE49-F238E27FC236}">
                <a16:creationId xmlns:a16="http://schemas.microsoft.com/office/drawing/2014/main" id="{214997DF-2149-E980-4B48-468EAE9F5F94}"/>
              </a:ext>
            </a:extLst>
          </p:cNvPr>
          <p:cNvSpPr>
            <a:spLocks noGrp="1"/>
          </p:cNvSpPr>
          <p:nvPr>
            <p:ph type="body" sz="quarter" idx="26"/>
          </p:nvPr>
        </p:nvSpPr>
        <p:spPr>
          <a:xfrm>
            <a:off x="18047346" y="11293947"/>
            <a:ext cx="12041905" cy="927100"/>
          </a:xfrm>
        </p:spPr>
        <p:txBody>
          <a:bodyPr/>
          <a:lstStyle/>
          <a:p>
            <a:pPr rtl="0"/>
            <a:r>
              <a:rPr dirty="0"/>
              <a:t>Objectives &amp; </a:t>
            </a:r>
            <a:r>
              <a:rPr lang="en-US" dirty="0"/>
              <a:t>M</a:t>
            </a:r>
            <a:r>
              <a:rPr dirty="0"/>
              <a:t>ethod</a:t>
            </a:r>
            <a:r>
              <a:rPr lang="en-US" dirty="0"/>
              <a:t>s</a:t>
            </a:r>
            <a:endParaRPr dirty="0"/>
          </a:p>
        </p:txBody>
      </p:sp>
      <p:pic>
        <p:nvPicPr>
          <p:cNvPr id="11" name="Picture Placeholder 10" descr="Magnifying glass with solid fill">
            <a:extLst>
              <a:ext uri="{FF2B5EF4-FFF2-40B4-BE49-F238E27FC236}">
                <a16:creationId xmlns:a16="http://schemas.microsoft.com/office/drawing/2014/main" id="{897F2D50-6F17-7DE1-6D4C-1045BA984CE3}"/>
              </a:ext>
            </a:extLst>
          </p:cNvPr>
          <p:cNvPicPr>
            <a:picLocks noGrp="1" noChangeAspect="1"/>
          </p:cNvPicPr>
          <p:nvPr>
            <p:ph type="pic" sz="quarter" idx="27"/>
          </p:nvPr>
        </p:nvPicPr>
        <p:blipFill>
          <a:blip>
            <a:extLst>
              <a:ext uri="{96DAC541-7B7A-43D3-8B79-37D633B846F1}">
                <asvg:svgBlip xmlns:asvg="http://schemas.microsoft.com/office/drawing/2016/SVG/main" r:embed="rId3"/>
              </a:ext>
            </a:extLst>
          </a:blip>
          <a:srcRect/>
          <a:stretch>
            <a:fillRect/>
          </a:stretch>
        </p:blipFill>
        <p:spPr>
          <a:xfrm>
            <a:off x="16444594" y="10987279"/>
            <a:ext cx="1204913" cy="1204912"/>
          </a:xfrm>
        </p:spPr>
      </p:pic>
      <p:sp>
        <p:nvSpPr>
          <p:cNvPr id="102" name="Text Placeholder 101">
            <a:extLst>
              <a:ext uri="{FF2B5EF4-FFF2-40B4-BE49-F238E27FC236}">
                <a16:creationId xmlns:a16="http://schemas.microsoft.com/office/drawing/2014/main" id="{3A91B3BE-D5B0-8163-1C97-B68E30840E96}"/>
              </a:ext>
            </a:extLst>
          </p:cNvPr>
          <p:cNvSpPr>
            <a:spLocks noGrp="1"/>
          </p:cNvSpPr>
          <p:nvPr>
            <p:ph type="body" sz="quarter" idx="28"/>
          </p:nvPr>
        </p:nvSpPr>
        <p:spPr/>
        <p:txBody>
          <a:bodyPr/>
          <a:lstStyle/>
          <a:p>
            <a:pPr rtl="0"/>
            <a:r>
              <a:rPr dirty="0"/>
              <a:t>Background</a:t>
            </a:r>
          </a:p>
        </p:txBody>
      </p:sp>
      <p:pic>
        <p:nvPicPr>
          <p:cNvPr id="9" name="Picture Placeholder 8" descr="Storytelling with solid fill">
            <a:extLst>
              <a:ext uri="{FF2B5EF4-FFF2-40B4-BE49-F238E27FC236}">
                <a16:creationId xmlns:a16="http://schemas.microsoft.com/office/drawing/2014/main" id="{5D69BE94-696B-D652-4A53-9D6E91CEA0A0}"/>
              </a:ext>
            </a:extLst>
          </p:cNvPr>
          <p:cNvPicPr>
            <a:picLocks noGrp="1" noChangeAspect="1"/>
          </p:cNvPicPr>
          <p:nvPr>
            <p:ph type="pic" sz="quarter" idx="29"/>
          </p:nvPr>
        </p:nvPicPr>
        <p:blipFill>
          <a:blip>
            <a:extLst>
              <a:ext uri="{96DAC541-7B7A-43D3-8B79-37D633B846F1}">
                <asvg:svgBlip xmlns:asvg="http://schemas.microsoft.com/office/drawing/2016/SVG/main" r:embed="rId4"/>
              </a:ext>
            </a:extLst>
          </a:blip>
          <a:srcRect/>
          <a:stretch>
            <a:fillRect/>
          </a:stretch>
        </p:blipFill>
        <p:spPr/>
      </p:pic>
      <p:sp>
        <p:nvSpPr>
          <p:cNvPr id="104" name="Text Placeholder 103">
            <a:extLst>
              <a:ext uri="{FF2B5EF4-FFF2-40B4-BE49-F238E27FC236}">
                <a16:creationId xmlns:a16="http://schemas.microsoft.com/office/drawing/2014/main" id="{89BD2C92-B96B-10E6-5846-321B6E35E0C7}"/>
              </a:ext>
            </a:extLst>
          </p:cNvPr>
          <p:cNvSpPr>
            <a:spLocks noGrp="1"/>
          </p:cNvSpPr>
          <p:nvPr>
            <p:ph type="body" sz="quarter" idx="30"/>
          </p:nvPr>
        </p:nvSpPr>
        <p:spPr/>
        <p:txBody>
          <a:bodyPr/>
          <a:lstStyle/>
          <a:p>
            <a:pPr>
              <a:lnSpc>
                <a:spcPct val="100000"/>
              </a:lnSpc>
            </a:pPr>
            <a:r>
              <a:rPr lang="en-US" dirty="0"/>
              <a:t>Cerebral blood flow (CBF) monitoring matters for brain-function research and for diagnosing neurological disorders, but established imaging methods are too slow, too large and too costly for continuous bedside use. Optical methods have the resolution bedside monitoring needs; their problem is depth. Most detected photons scatter back from the scalp and skull, and a longer source–detector separation (SDS) reaches deeper tissue only by starving the detector. Pathlength (time-of-flight) gating instead sets depth by time of flight, sampling deep tissue while source and detector stay close, where photons are still plentiful; interferometric detection then amplifies the few that survive the gate.</a:t>
            </a:r>
            <a:endParaRPr dirty="0"/>
          </a:p>
        </p:txBody>
      </p:sp>
      <p:sp>
        <p:nvSpPr>
          <p:cNvPr id="105" name="Text Placeholder 104">
            <a:extLst>
              <a:ext uri="{FF2B5EF4-FFF2-40B4-BE49-F238E27FC236}">
                <a16:creationId xmlns:a16="http://schemas.microsoft.com/office/drawing/2014/main" id="{3633F5FB-9674-AC21-0DC7-24E3AEF659F0}"/>
              </a:ext>
            </a:extLst>
          </p:cNvPr>
          <p:cNvSpPr>
            <a:spLocks noGrp="1"/>
          </p:cNvSpPr>
          <p:nvPr>
            <p:ph type="body" sz="quarter" idx="45"/>
          </p:nvPr>
        </p:nvSpPr>
        <p:spPr/>
        <p:txBody>
          <a:bodyPr/>
          <a:lstStyle/>
          <a:p>
            <a:pPr rtl="0"/>
            <a:r>
              <a:t>Discussion</a:t>
            </a:r>
          </a:p>
        </p:txBody>
      </p:sp>
      <p:pic>
        <p:nvPicPr>
          <p:cNvPr id="3" name="Picture Placeholder 2" descr="Document with solid fill">
            <a:extLst>
              <a:ext uri="{FF2B5EF4-FFF2-40B4-BE49-F238E27FC236}">
                <a16:creationId xmlns:a16="http://schemas.microsoft.com/office/drawing/2014/main" id="{04108B08-FEB0-0C63-2AF8-37CD0CE5BA24}"/>
              </a:ext>
            </a:extLst>
          </p:cNvPr>
          <p:cNvPicPr>
            <a:picLocks noGrp="1" noChangeAspect="1"/>
          </p:cNvPicPr>
          <p:nvPr>
            <p:ph type="pic" sz="quarter" idx="46"/>
          </p:nvPr>
        </p:nvPicPr>
        <p:blipFill>
          <a:blip>
            <a:extLst>
              <a:ext uri="{96DAC541-7B7A-43D3-8B79-37D633B846F1}">
                <asvg:svgBlip xmlns:asvg="http://schemas.microsoft.com/office/drawing/2016/SVG/main" r:embed="rId5"/>
              </a:ext>
            </a:extLst>
          </a:blip>
          <a:srcRect/>
          <a:stretch>
            <a:fillRect/>
          </a:stretch>
        </p:blipFill>
        <p:spPr/>
      </p:pic>
      <p:sp>
        <p:nvSpPr>
          <p:cNvPr id="107" name="Text Placeholder 106">
            <a:extLst>
              <a:ext uri="{FF2B5EF4-FFF2-40B4-BE49-F238E27FC236}">
                <a16:creationId xmlns:a16="http://schemas.microsoft.com/office/drawing/2014/main" id="{E6BA8142-5D25-61A8-E8B2-88978AFB0680}"/>
              </a:ext>
            </a:extLst>
          </p:cNvPr>
          <p:cNvSpPr>
            <a:spLocks noGrp="1"/>
          </p:cNvSpPr>
          <p:nvPr>
            <p:ph type="body" sz="quarter" idx="47"/>
          </p:nvPr>
        </p:nvSpPr>
        <p:spPr>
          <a:xfrm>
            <a:off x="1645920" y="37801296"/>
            <a:ext cx="16459200" cy="4023360"/>
          </a:xfrm>
        </p:spPr>
        <p:txBody>
          <a:bodyPr numCol="1"/>
          <a:lstStyle/>
          <a:p>
            <a:pPr>
              <a:lnSpc>
                <a:spcPct val="100000"/>
              </a:lnSpc>
            </a:pPr>
            <a:r>
              <a:rPr dirty="0"/>
              <a:t>Pathlength gating is a genuinely useful lever for depth specificity, and a camera-based, parallelized implementation reaches it without the per-pixel autocorrelation cost of PaLS-iDCS. The benefit is conditional: it holds where the photon budget still supports the noise model — small SDS and early-to-mid gates. At early gates the measured inverse relation between K² and BFI matched prediction, with both systolic and diastolic peaks in the rBFI trace; later gates gave a single-peak signal only. The noise correction applied here ranged from ineffective to harmful, so it is the first thing to rebuild. Next steps: raise late-gate signal quality through laser power, sample-to-reference ratio and polarization filtering, model the SPAD's dark counts, afterpulsing and jitter, and re-run the occlusion protocol. The target is a multi-channel probe for depth-resolved functional imaging.</a:t>
            </a:r>
          </a:p>
        </p:txBody>
      </p:sp>
      <p:sp>
        <p:nvSpPr>
          <p:cNvPr id="110" name="Text Placeholder 109">
            <a:extLst>
              <a:ext uri="{FF2B5EF4-FFF2-40B4-BE49-F238E27FC236}">
                <a16:creationId xmlns:a16="http://schemas.microsoft.com/office/drawing/2014/main" id="{0F11A1FE-41A5-6454-77B3-55566A2B6407}"/>
              </a:ext>
            </a:extLst>
          </p:cNvPr>
          <p:cNvSpPr>
            <a:spLocks noGrp="1"/>
          </p:cNvSpPr>
          <p:nvPr>
            <p:ph type="body" sz="quarter" idx="68"/>
          </p:nvPr>
        </p:nvSpPr>
        <p:spPr/>
        <p:txBody>
          <a:bodyPr/>
          <a:lstStyle/>
          <a:p>
            <a:pPr rtl="0">
              <a:lnSpc>
                <a:spcPct val="100000"/>
              </a:lnSpc>
            </a:pPr>
            <a:r>
              <a:rPr dirty="0"/>
              <a:t>765 nm laser, 386 </a:t>
            </a:r>
            <a:r>
              <a:rPr dirty="0" err="1"/>
              <a:t>ps</a:t>
            </a:r>
            <a:r>
              <a:rPr dirty="0"/>
              <a:t> Gaussian pulse; Mach-Zehnder interferometer, adjustable reference arm.</a:t>
            </a:r>
          </a:p>
        </p:txBody>
      </p:sp>
      <p:sp>
        <p:nvSpPr>
          <p:cNvPr id="111" name="Text Placeholder 110">
            <a:extLst>
              <a:ext uri="{FF2B5EF4-FFF2-40B4-BE49-F238E27FC236}">
                <a16:creationId xmlns:a16="http://schemas.microsoft.com/office/drawing/2014/main" id="{F1555B61-64BF-592B-A06C-37D3974A44F3}"/>
              </a:ext>
            </a:extLst>
          </p:cNvPr>
          <p:cNvSpPr>
            <a:spLocks noGrp="1"/>
          </p:cNvSpPr>
          <p:nvPr>
            <p:ph type="body" sz="quarter" idx="69"/>
          </p:nvPr>
        </p:nvSpPr>
        <p:spPr/>
        <p:txBody>
          <a:bodyPr/>
          <a:lstStyle/>
          <a:p>
            <a:pPr rtl="0">
              <a:lnSpc>
                <a:spcPct val="100000"/>
              </a:lnSpc>
            </a:pPr>
            <a:r>
              <a:rPr dirty="0"/>
              <a:t>Gated SPAD512 camera, multimode collection fib</a:t>
            </a:r>
            <a:r>
              <a:rPr lang="en-US" dirty="0"/>
              <a:t>er</a:t>
            </a:r>
            <a:r>
              <a:rPr dirty="0"/>
              <a:t>, probes at 10, 15 and 25 mm SDS.</a:t>
            </a:r>
          </a:p>
        </p:txBody>
      </p:sp>
      <p:sp>
        <p:nvSpPr>
          <p:cNvPr id="112" name="Text Placeholder 111">
            <a:extLst>
              <a:ext uri="{FF2B5EF4-FFF2-40B4-BE49-F238E27FC236}">
                <a16:creationId xmlns:a16="http://schemas.microsoft.com/office/drawing/2014/main" id="{880C7E77-CBEC-D463-D140-53D1D732FDBA}"/>
              </a:ext>
            </a:extLst>
          </p:cNvPr>
          <p:cNvSpPr>
            <a:spLocks noGrp="1"/>
          </p:cNvSpPr>
          <p:nvPr>
            <p:ph type="body" sz="quarter" idx="70"/>
          </p:nvPr>
        </p:nvSpPr>
        <p:spPr/>
        <p:txBody>
          <a:bodyPr/>
          <a:lstStyle/>
          <a:p>
            <a:pPr rtl="0">
              <a:lnSpc>
                <a:spcPct val="100000"/>
              </a:lnSpc>
            </a:pPr>
            <a:r>
              <a:rPr dirty="0"/>
              <a:t>TPSF and IRF measured; Richardson-Lucy deconvolution recovers a </a:t>
            </a:r>
            <a:r>
              <a:rPr lang="en-US" dirty="0"/>
              <a:t>≥</a:t>
            </a:r>
            <a:r>
              <a:rPr dirty="0"/>
              <a:t>4</a:t>
            </a:r>
            <a:r>
              <a:rPr lang="en-US" dirty="0"/>
              <a:t>46</a:t>
            </a:r>
            <a:r>
              <a:rPr dirty="0"/>
              <a:t> </a:t>
            </a:r>
            <a:r>
              <a:rPr dirty="0" err="1"/>
              <a:t>ps</a:t>
            </a:r>
            <a:r>
              <a:rPr dirty="0"/>
              <a:t> FWHM TPSF.</a:t>
            </a:r>
          </a:p>
        </p:txBody>
      </p:sp>
      <p:sp>
        <p:nvSpPr>
          <p:cNvPr id="114" name="Text Placeholder 113">
            <a:extLst>
              <a:ext uri="{FF2B5EF4-FFF2-40B4-BE49-F238E27FC236}">
                <a16:creationId xmlns:a16="http://schemas.microsoft.com/office/drawing/2014/main" id="{86E3ABF2-DF68-1741-44B3-CC65EB89DF6F}"/>
              </a:ext>
            </a:extLst>
          </p:cNvPr>
          <p:cNvSpPr>
            <a:spLocks noGrp="1"/>
          </p:cNvSpPr>
          <p:nvPr>
            <p:ph type="body" sz="quarter" idx="72"/>
          </p:nvPr>
        </p:nvSpPr>
        <p:spPr>
          <a:xfrm>
            <a:off x="1865376" y="26124408"/>
            <a:ext cx="6364224" cy="3017520"/>
          </a:xfrm>
        </p:spPr>
        <p:txBody>
          <a:bodyPr tIns="822960"/>
          <a:lstStyle/>
          <a:p>
            <a:pPr rtl="0"/>
            <a:r>
              <a:rPr dirty="0" err="1"/>
              <a:t>At</a:t>
            </a:r>
            <a:r>
              <a:rPr dirty="0"/>
              <a:t> 1.0 </a:t>
            </a:r>
            <a:r>
              <a:rPr dirty="0" err="1"/>
              <a:t>cm</a:t>
            </a:r>
            <a:r>
              <a:rPr dirty="0"/>
              <a:t> SDS PaLS-iSCOS </a:t>
            </a:r>
            <a:r>
              <a:rPr dirty="0" err="1"/>
              <a:t>leads</a:t>
            </a:r>
            <a:r>
              <a:rPr dirty="0"/>
              <a:t> </a:t>
            </a:r>
            <a:r>
              <a:rPr dirty="0" err="1"/>
              <a:t>from</a:t>
            </a:r>
            <a:r>
              <a:rPr dirty="0"/>
              <a:t> </a:t>
            </a:r>
            <a:r>
              <a:rPr dirty="0" err="1"/>
              <a:t>the</a:t>
            </a:r>
            <a:r>
              <a:rPr dirty="0"/>
              <a:t> </a:t>
            </a:r>
            <a:r>
              <a:rPr dirty="0" err="1"/>
              <a:t>earliest</a:t>
            </a:r>
            <a:r>
              <a:rPr dirty="0"/>
              <a:t> </a:t>
            </a:r>
            <a:r>
              <a:rPr dirty="0" err="1"/>
              <a:t>gates</a:t>
            </a:r>
            <a:r>
              <a:rPr dirty="0"/>
              <a:t> </a:t>
            </a:r>
            <a:r>
              <a:rPr dirty="0" err="1"/>
              <a:t>out</a:t>
            </a:r>
            <a:r>
              <a:rPr dirty="0"/>
              <a:t> </a:t>
            </a:r>
            <a:r>
              <a:rPr dirty="0" err="1"/>
              <a:t>to</a:t>
            </a:r>
            <a:r>
              <a:rPr dirty="0"/>
              <a:t> ~500 </a:t>
            </a:r>
            <a:r>
              <a:rPr dirty="0" err="1"/>
              <a:t>ps</a:t>
            </a:r>
            <a:r>
              <a:rPr dirty="0"/>
              <a:t>; </a:t>
            </a:r>
            <a:r>
              <a:rPr dirty="0" err="1"/>
              <a:t>the</a:t>
            </a:r>
            <a:r>
              <a:rPr dirty="0"/>
              <a:t> </a:t>
            </a:r>
            <a:r>
              <a:rPr dirty="0" err="1"/>
              <a:t>margin</a:t>
            </a:r>
            <a:r>
              <a:rPr dirty="0"/>
              <a:t> </a:t>
            </a:r>
            <a:r>
              <a:rPr dirty="0" err="1"/>
              <a:t>reverses</a:t>
            </a:r>
            <a:r>
              <a:rPr dirty="0"/>
              <a:t> </a:t>
            </a:r>
            <a:r>
              <a:rPr dirty="0" err="1"/>
              <a:t>by</a:t>
            </a:r>
            <a:r>
              <a:rPr dirty="0"/>
              <a:t> 2.5 </a:t>
            </a:r>
            <a:r>
              <a:rPr dirty="0" err="1"/>
              <a:t>cm</a:t>
            </a:r>
            <a:r>
              <a:rPr lang="en-US" dirty="0"/>
              <a:t> SDS</a:t>
            </a:r>
            <a:r>
              <a:rPr dirty="0"/>
              <a:t>.</a:t>
            </a:r>
          </a:p>
        </p:txBody>
      </p:sp>
      <p:sp>
        <p:nvSpPr>
          <p:cNvPr id="115" name="Text Placeholder 114">
            <a:extLst>
              <a:ext uri="{FF2B5EF4-FFF2-40B4-BE49-F238E27FC236}">
                <a16:creationId xmlns:a16="http://schemas.microsoft.com/office/drawing/2014/main" id="{665C413D-C6E7-64EA-A0A5-1212AD1DD3EC}"/>
              </a:ext>
            </a:extLst>
          </p:cNvPr>
          <p:cNvSpPr>
            <a:spLocks noGrp="1"/>
          </p:cNvSpPr>
          <p:nvPr>
            <p:ph type="body" sz="quarter" idx="73"/>
          </p:nvPr>
        </p:nvSpPr>
        <p:spPr/>
        <p:txBody>
          <a:bodyPr/>
          <a:lstStyle/>
          <a:p>
            <a:pPr rtl="0"/>
            <a:r>
              <a:t>5–10 dB SNR gain</a:t>
            </a:r>
          </a:p>
        </p:txBody>
      </p:sp>
      <p:pic>
        <p:nvPicPr>
          <p:cNvPr id="13" name="Content Placeholder 12" descr="Soundwave with solid fill">
            <a:extLst>
              <a:ext uri="{FF2B5EF4-FFF2-40B4-BE49-F238E27FC236}">
                <a16:creationId xmlns:a16="http://schemas.microsoft.com/office/drawing/2014/main" id="{07E28FD2-7DB9-DE30-CFD6-E7A419E9AD8B}"/>
              </a:ext>
            </a:extLst>
          </p:cNvPr>
          <p:cNvPicPr>
            <a:picLocks noGrp="1" noChangeAspect="1"/>
          </p:cNvPicPr>
          <p:nvPr>
            <p:ph sz="quarter" idx="74"/>
          </p:nvPr>
        </p:nvPicPr>
        <p:blipFill>
          <a:blip>
            <a:extLst>
              <a:ext uri="{96DAC541-7B7A-43D3-8B79-37D633B846F1}">
                <asvg:svgBlip xmlns:asvg="http://schemas.microsoft.com/office/drawing/2016/SVG/main" r:embed="rId6"/>
              </a:ext>
            </a:extLst>
          </a:blip>
          <a:stretch>
            <a:fillRect/>
          </a:stretch>
        </p:blipFill>
        <p:spPr>
          <a:xfrm>
            <a:off x="2340071" y="25877140"/>
            <a:ext cx="872235" cy="872235"/>
          </a:xfrm>
        </p:spPr>
      </p:pic>
      <p:sp>
        <p:nvSpPr>
          <p:cNvPr id="117" name="Text Placeholder 116">
            <a:extLst>
              <a:ext uri="{FF2B5EF4-FFF2-40B4-BE49-F238E27FC236}">
                <a16:creationId xmlns:a16="http://schemas.microsoft.com/office/drawing/2014/main" id="{B85A5320-0E82-FF41-E44F-11CC0553C0C1}"/>
              </a:ext>
            </a:extLst>
          </p:cNvPr>
          <p:cNvSpPr>
            <a:spLocks noGrp="1"/>
          </p:cNvSpPr>
          <p:nvPr>
            <p:ph type="body" sz="quarter" idx="75"/>
          </p:nvPr>
        </p:nvSpPr>
        <p:spPr>
          <a:xfrm>
            <a:off x="9390888" y="26124408"/>
            <a:ext cx="6364224" cy="3017520"/>
          </a:xfrm>
        </p:spPr>
        <p:txBody>
          <a:bodyPr tIns="822960"/>
          <a:lstStyle/>
          <a:p>
            <a:pPr rtl="0"/>
            <a:r>
              <a:rPr dirty="0"/>
              <a:t>BPM </a:t>
            </a:r>
            <a:r>
              <a:rPr dirty="0" err="1"/>
              <a:t>accuracy</a:t>
            </a:r>
            <a:r>
              <a:rPr dirty="0"/>
              <a:t> </a:t>
            </a:r>
            <a:r>
              <a:rPr dirty="0" err="1"/>
              <a:t>and</a:t>
            </a:r>
            <a:r>
              <a:rPr dirty="0"/>
              <a:t> CV </a:t>
            </a:r>
            <a:r>
              <a:rPr dirty="0" err="1"/>
              <a:t>match</a:t>
            </a:r>
            <a:r>
              <a:rPr dirty="0"/>
              <a:t> </a:t>
            </a:r>
            <a:r>
              <a:rPr dirty="0" err="1"/>
              <a:t>or</a:t>
            </a:r>
            <a:r>
              <a:rPr dirty="0"/>
              <a:t> </a:t>
            </a:r>
            <a:r>
              <a:rPr dirty="0" err="1"/>
              <a:t>beat</a:t>
            </a:r>
            <a:r>
              <a:rPr dirty="0"/>
              <a:t> </a:t>
            </a:r>
            <a:r>
              <a:rPr dirty="0" err="1"/>
              <a:t>Gated</a:t>
            </a:r>
            <a:r>
              <a:rPr dirty="0"/>
              <a:t> SCOS </a:t>
            </a:r>
            <a:r>
              <a:rPr dirty="0" err="1"/>
              <a:t>up</a:t>
            </a:r>
            <a:r>
              <a:rPr dirty="0"/>
              <a:t> </a:t>
            </a:r>
            <a:r>
              <a:rPr dirty="0" err="1"/>
              <a:t>to</a:t>
            </a:r>
            <a:r>
              <a:rPr dirty="0"/>
              <a:t> ~500 </a:t>
            </a:r>
            <a:r>
              <a:rPr dirty="0" err="1"/>
              <a:t>ps</a:t>
            </a:r>
            <a:r>
              <a:rPr lang="en-US" dirty="0"/>
              <a:t> for 1.0 SDS. </a:t>
            </a:r>
            <a:endParaRPr dirty="0"/>
          </a:p>
        </p:txBody>
      </p:sp>
      <p:sp>
        <p:nvSpPr>
          <p:cNvPr id="118" name="Text Placeholder 117">
            <a:extLst>
              <a:ext uri="{FF2B5EF4-FFF2-40B4-BE49-F238E27FC236}">
                <a16:creationId xmlns:a16="http://schemas.microsoft.com/office/drawing/2014/main" id="{18D5990A-D4DD-6B83-F34E-712103A64085}"/>
              </a:ext>
            </a:extLst>
          </p:cNvPr>
          <p:cNvSpPr>
            <a:spLocks noGrp="1"/>
          </p:cNvSpPr>
          <p:nvPr>
            <p:ph type="body" sz="quarter" idx="76"/>
          </p:nvPr>
        </p:nvSpPr>
        <p:spPr/>
        <p:txBody>
          <a:bodyPr/>
          <a:lstStyle/>
          <a:p>
            <a:pPr rtl="0"/>
            <a:r>
              <a:rPr lang="en-US" dirty="0"/>
              <a:t>   </a:t>
            </a:r>
            <a:r>
              <a:rPr dirty="0" err="1"/>
              <a:t>Heart</a:t>
            </a:r>
            <a:r>
              <a:rPr dirty="0"/>
              <a:t> </a:t>
            </a:r>
            <a:r>
              <a:rPr dirty="0" err="1"/>
              <a:t>rate</a:t>
            </a:r>
            <a:r>
              <a:rPr dirty="0"/>
              <a:t> </a:t>
            </a:r>
            <a:r>
              <a:rPr dirty="0" err="1"/>
              <a:t>preserved</a:t>
            </a:r>
            <a:endParaRPr dirty="0"/>
          </a:p>
        </p:txBody>
      </p:sp>
      <p:pic>
        <p:nvPicPr>
          <p:cNvPr id="15" name="Content Placeholder 14" descr="Heart with pulse with solid fill">
            <a:extLst>
              <a:ext uri="{FF2B5EF4-FFF2-40B4-BE49-F238E27FC236}">
                <a16:creationId xmlns:a16="http://schemas.microsoft.com/office/drawing/2014/main" id="{D361AB34-0874-3628-24F0-50E9E409E214}"/>
              </a:ext>
            </a:extLst>
          </p:cNvPr>
          <p:cNvPicPr>
            <a:picLocks noGrp="1" noChangeAspect="1"/>
          </p:cNvPicPr>
          <p:nvPr>
            <p:ph sz="quarter" idx="48"/>
          </p:nvPr>
        </p:nvPicPr>
        <p:blipFill>
          <a:blip>
            <a:extLst>
              <a:ext uri="{96DAC541-7B7A-43D3-8B79-37D633B846F1}">
                <asvg:svgBlip xmlns:asvg="http://schemas.microsoft.com/office/drawing/2016/SVG/main" r:embed="rId7"/>
              </a:ext>
            </a:extLst>
          </a:blip>
          <a:stretch>
            <a:fillRect/>
          </a:stretch>
        </p:blipFill>
        <p:spPr>
          <a:xfrm>
            <a:off x="9861549" y="25874759"/>
            <a:ext cx="889794" cy="880967"/>
          </a:xfrm>
        </p:spPr>
      </p:pic>
      <p:sp>
        <p:nvSpPr>
          <p:cNvPr id="119" name="Text Placeholder 118">
            <a:extLst>
              <a:ext uri="{FF2B5EF4-FFF2-40B4-BE49-F238E27FC236}">
                <a16:creationId xmlns:a16="http://schemas.microsoft.com/office/drawing/2014/main" id="{EE6F2A01-A0FB-FFBA-A011-A4C147E2D8C3}"/>
              </a:ext>
            </a:extLst>
          </p:cNvPr>
          <p:cNvSpPr>
            <a:spLocks noGrp="1"/>
          </p:cNvSpPr>
          <p:nvPr>
            <p:ph type="body" sz="quarter" idx="77"/>
          </p:nvPr>
        </p:nvSpPr>
        <p:spPr>
          <a:xfrm>
            <a:off x="16943832" y="26124408"/>
            <a:ext cx="6364224" cy="3017520"/>
          </a:xfrm>
        </p:spPr>
        <p:txBody>
          <a:bodyPr tIns="822960"/>
          <a:lstStyle/>
          <a:p>
            <a:pPr rtl="0"/>
            <a:r>
              <a:rPr dirty="0" err="1"/>
              <a:t>The</a:t>
            </a:r>
            <a:r>
              <a:rPr dirty="0"/>
              <a:t> </a:t>
            </a:r>
            <a:r>
              <a:rPr dirty="0" err="1"/>
              <a:t>early</a:t>
            </a:r>
            <a:r>
              <a:rPr dirty="0"/>
              <a:t> </a:t>
            </a:r>
            <a:r>
              <a:rPr dirty="0" err="1"/>
              <a:t>coherence</a:t>
            </a:r>
            <a:r>
              <a:rPr dirty="0"/>
              <a:t> </a:t>
            </a:r>
            <a:r>
              <a:rPr dirty="0" err="1"/>
              <a:t>gate</a:t>
            </a:r>
            <a:r>
              <a:rPr dirty="0"/>
              <a:t> </a:t>
            </a:r>
            <a:r>
              <a:rPr dirty="0" err="1"/>
              <a:t>tracks</a:t>
            </a:r>
            <a:r>
              <a:rPr dirty="0"/>
              <a:t> </a:t>
            </a:r>
            <a:r>
              <a:rPr dirty="0" err="1"/>
              <a:t>the</a:t>
            </a:r>
            <a:r>
              <a:rPr dirty="0"/>
              <a:t> </a:t>
            </a:r>
            <a:r>
              <a:rPr dirty="0" err="1"/>
              <a:t>scalp</a:t>
            </a:r>
            <a:r>
              <a:rPr dirty="0"/>
              <a:t> </a:t>
            </a:r>
            <a:r>
              <a:rPr dirty="0" err="1"/>
              <a:t>tourniquet</a:t>
            </a:r>
            <a:r>
              <a:rPr dirty="0"/>
              <a:t>; </a:t>
            </a:r>
            <a:r>
              <a:rPr dirty="0" err="1"/>
              <a:t>the</a:t>
            </a:r>
            <a:r>
              <a:rPr dirty="0"/>
              <a:t> </a:t>
            </a:r>
            <a:r>
              <a:rPr dirty="0" err="1"/>
              <a:t>late</a:t>
            </a:r>
            <a:r>
              <a:rPr dirty="0"/>
              <a:t> </a:t>
            </a:r>
            <a:r>
              <a:rPr dirty="0" err="1"/>
              <a:t>gate</a:t>
            </a:r>
            <a:r>
              <a:rPr dirty="0"/>
              <a:t> </a:t>
            </a:r>
            <a:r>
              <a:rPr dirty="0" err="1"/>
              <a:t>barely</a:t>
            </a:r>
            <a:r>
              <a:rPr dirty="0"/>
              <a:t> </a:t>
            </a:r>
            <a:r>
              <a:rPr dirty="0" err="1"/>
              <a:t>registers</a:t>
            </a:r>
            <a:r>
              <a:rPr dirty="0"/>
              <a:t> </a:t>
            </a:r>
            <a:r>
              <a:rPr dirty="0" err="1"/>
              <a:t>it</a:t>
            </a:r>
            <a:r>
              <a:rPr dirty="0"/>
              <a:t>.</a:t>
            </a:r>
          </a:p>
        </p:txBody>
      </p:sp>
      <p:sp>
        <p:nvSpPr>
          <p:cNvPr id="120" name="Text Placeholder 119">
            <a:extLst>
              <a:ext uri="{FF2B5EF4-FFF2-40B4-BE49-F238E27FC236}">
                <a16:creationId xmlns:a16="http://schemas.microsoft.com/office/drawing/2014/main" id="{46B56CCF-0F51-0F84-6445-B178F07111B8}"/>
              </a:ext>
            </a:extLst>
          </p:cNvPr>
          <p:cNvSpPr>
            <a:spLocks noGrp="1"/>
          </p:cNvSpPr>
          <p:nvPr>
            <p:ph type="body" sz="quarter" idx="78"/>
          </p:nvPr>
        </p:nvSpPr>
        <p:spPr/>
        <p:txBody>
          <a:bodyPr/>
          <a:lstStyle/>
          <a:p>
            <a:pPr rtl="0"/>
            <a:r>
              <a:rPr lang="en-US" dirty="0"/>
              <a:t>    </a:t>
            </a:r>
            <a:r>
              <a:rPr dirty="0" err="1"/>
              <a:t>Gate</a:t>
            </a:r>
            <a:r>
              <a:rPr dirty="0"/>
              <a:t> </a:t>
            </a:r>
            <a:r>
              <a:rPr dirty="0" err="1"/>
              <a:t>picks</a:t>
            </a:r>
            <a:r>
              <a:rPr dirty="0"/>
              <a:t> </a:t>
            </a:r>
            <a:r>
              <a:rPr dirty="0" err="1"/>
              <a:t>the</a:t>
            </a:r>
            <a:r>
              <a:rPr dirty="0"/>
              <a:t> </a:t>
            </a:r>
            <a:r>
              <a:rPr dirty="0" err="1"/>
              <a:t>depth</a:t>
            </a:r>
            <a:endParaRPr dirty="0"/>
          </a:p>
        </p:txBody>
      </p:sp>
      <p:pic>
        <p:nvPicPr>
          <p:cNvPr id="17" name="Content Placeholder 16" descr="Stopwatch with solid fill">
            <a:extLst>
              <a:ext uri="{FF2B5EF4-FFF2-40B4-BE49-F238E27FC236}">
                <a16:creationId xmlns:a16="http://schemas.microsoft.com/office/drawing/2014/main" id="{B2745BA5-5535-91F5-EE5C-DE9E24B55A7B}"/>
              </a:ext>
            </a:extLst>
          </p:cNvPr>
          <p:cNvPicPr>
            <a:picLocks noGrp="1" noChangeAspect="1"/>
          </p:cNvPicPr>
          <p:nvPr>
            <p:ph sz="quarter" idx="79"/>
          </p:nvPr>
        </p:nvPicPr>
        <p:blipFill>
          <a:blip>
            <a:extLst>
              <a:ext uri="{96DAC541-7B7A-43D3-8B79-37D633B846F1}">
                <asvg:svgBlip xmlns:asvg="http://schemas.microsoft.com/office/drawing/2016/SVG/main" r:embed="rId8"/>
              </a:ext>
            </a:extLst>
          </a:blip>
          <a:stretch>
            <a:fillRect/>
          </a:stretch>
        </p:blipFill>
        <p:spPr>
          <a:xfrm>
            <a:off x="17406937" y="25882791"/>
            <a:ext cx="873825" cy="861822"/>
          </a:xfrm>
        </p:spPr>
      </p:pic>
      <p:sp>
        <p:nvSpPr>
          <p:cNvPr id="122" name="Text Placeholder 121">
            <a:extLst>
              <a:ext uri="{FF2B5EF4-FFF2-40B4-BE49-F238E27FC236}">
                <a16:creationId xmlns:a16="http://schemas.microsoft.com/office/drawing/2014/main" id="{2FD98FD5-536C-061F-5240-F5C5CEB19FF8}"/>
              </a:ext>
            </a:extLst>
          </p:cNvPr>
          <p:cNvSpPr>
            <a:spLocks noGrp="1"/>
          </p:cNvSpPr>
          <p:nvPr>
            <p:ph type="body" sz="quarter" idx="80"/>
          </p:nvPr>
        </p:nvSpPr>
        <p:spPr>
          <a:xfrm>
            <a:off x="24487632" y="26124408"/>
            <a:ext cx="6364224" cy="3017520"/>
          </a:xfrm>
        </p:spPr>
        <p:txBody>
          <a:bodyPr tIns="822960"/>
          <a:lstStyle/>
          <a:p>
            <a:pPr rtl="0"/>
            <a:r>
              <a:rPr dirty="0"/>
              <a:t>PaLS-iSCOS </a:t>
            </a:r>
            <a:r>
              <a:rPr dirty="0" err="1"/>
              <a:t>keeps</a:t>
            </a:r>
            <a:r>
              <a:rPr dirty="0"/>
              <a:t> a </a:t>
            </a:r>
            <a:r>
              <a:rPr dirty="0" err="1"/>
              <a:t>negative</a:t>
            </a:r>
            <a:r>
              <a:rPr dirty="0"/>
              <a:t> </a:t>
            </a:r>
            <a:r>
              <a:rPr lang="en-US" dirty="0"/>
              <a:t>to near 0 </a:t>
            </a:r>
            <a:r>
              <a:rPr lang="el-GR" dirty="0"/>
              <a:t>Δ</a:t>
            </a:r>
            <a:r>
              <a:rPr lang="en-US" dirty="0" err="1"/>
              <a:t>rBFI</a:t>
            </a:r>
            <a:r>
              <a:rPr lang="en-US" dirty="0"/>
              <a:t>% </a:t>
            </a:r>
            <a:r>
              <a:rPr dirty="0" err="1"/>
              <a:t>across</a:t>
            </a:r>
            <a:r>
              <a:rPr dirty="0"/>
              <a:t> </a:t>
            </a:r>
            <a:r>
              <a:rPr dirty="0" err="1"/>
              <a:t>gates</a:t>
            </a:r>
            <a:r>
              <a:rPr dirty="0"/>
              <a:t>, </a:t>
            </a:r>
            <a:r>
              <a:rPr dirty="0" err="1"/>
              <a:t>where</a:t>
            </a:r>
            <a:r>
              <a:rPr dirty="0"/>
              <a:t> </a:t>
            </a:r>
            <a:r>
              <a:rPr dirty="0" err="1"/>
              <a:t>Gated</a:t>
            </a:r>
            <a:r>
              <a:rPr dirty="0"/>
              <a:t> SCOS </a:t>
            </a:r>
            <a:r>
              <a:rPr dirty="0" err="1"/>
              <a:t>turns</a:t>
            </a:r>
            <a:r>
              <a:rPr dirty="0"/>
              <a:t> </a:t>
            </a:r>
            <a:r>
              <a:rPr dirty="0" err="1"/>
              <a:t>positive</a:t>
            </a:r>
            <a:r>
              <a:rPr dirty="0"/>
              <a:t> </a:t>
            </a:r>
            <a:r>
              <a:rPr dirty="0" err="1"/>
              <a:t>out</a:t>
            </a:r>
            <a:r>
              <a:rPr dirty="0"/>
              <a:t> </a:t>
            </a:r>
            <a:r>
              <a:rPr dirty="0" err="1"/>
              <a:t>of</a:t>
            </a:r>
            <a:r>
              <a:rPr dirty="0"/>
              <a:t> </a:t>
            </a:r>
            <a:r>
              <a:rPr dirty="0" err="1"/>
              <a:t>noise</a:t>
            </a:r>
            <a:r>
              <a:rPr dirty="0"/>
              <a:t>.</a:t>
            </a:r>
          </a:p>
        </p:txBody>
      </p:sp>
      <p:sp>
        <p:nvSpPr>
          <p:cNvPr id="123" name="Text Placeholder 122">
            <a:extLst>
              <a:ext uri="{FF2B5EF4-FFF2-40B4-BE49-F238E27FC236}">
                <a16:creationId xmlns:a16="http://schemas.microsoft.com/office/drawing/2014/main" id="{EF338712-ADBA-CB44-36F3-7A985F1BA0C3}"/>
              </a:ext>
            </a:extLst>
          </p:cNvPr>
          <p:cNvSpPr>
            <a:spLocks noGrp="1"/>
          </p:cNvSpPr>
          <p:nvPr>
            <p:ph type="body" sz="quarter" idx="81"/>
          </p:nvPr>
        </p:nvSpPr>
        <p:spPr/>
        <p:txBody>
          <a:bodyPr/>
          <a:lstStyle/>
          <a:p>
            <a:pPr rtl="0"/>
            <a:r>
              <a:rPr dirty="0" err="1"/>
              <a:t>Sensitivity</a:t>
            </a:r>
            <a:r>
              <a:rPr dirty="0"/>
              <a:t> </a:t>
            </a:r>
            <a:r>
              <a:rPr dirty="0" err="1"/>
              <a:t>holds</a:t>
            </a:r>
            <a:endParaRPr dirty="0"/>
          </a:p>
        </p:txBody>
      </p:sp>
      <p:pic>
        <p:nvPicPr>
          <p:cNvPr id="19" name="Content Placeholder 18" descr="Logarithmic Graph with solid fill">
            <a:extLst>
              <a:ext uri="{FF2B5EF4-FFF2-40B4-BE49-F238E27FC236}">
                <a16:creationId xmlns:a16="http://schemas.microsoft.com/office/drawing/2014/main" id="{12C01DDC-4BC1-4E07-53DD-97C5CB9D94E9}"/>
              </a:ext>
            </a:extLst>
          </p:cNvPr>
          <p:cNvPicPr>
            <a:picLocks noGrp="1" noChangeAspect="1"/>
          </p:cNvPicPr>
          <p:nvPr>
            <p:ph sz="quarter" idx="82"/>
          </p:nvPr>
        </p:nvPicPr>
        <p:blipFill>
          <a:blip>
            <a:extLst>
              <a:ext uri="{96DAC541-7B7A-43D3-8B79-37D633B846F1}">
                <asvg:svgBlip xmlns:asvg="http://schemas.microsoft.com/office/drawing/2016/SVG/main" r:embed="rId9"/>
              </a:ext>
            </a:extLst>
          </a:blip>
          <a:stretch>
            <a:fillRect/>
          </a:stretch>
        </p:blipFill>
        <p:spPr>
          <a:xfrm>
            <a:off x="24948356" y="25878029"/>
            <a:ext cx="870744" cy="861822"/>
          </a:xfrm>
        </p:spPr>
      </p:pic>
      <p:sp>
        <p:nvSpPr>
          <p:cNvPr id="128" name="Text Placeholder 127">
            <a:extLst>
              <a:ext uri="{FF2B5EF4-FFF2-40B4-BE49-F238E27FC236}">
                <a16:creationId xmlns:a16="http://schemas.microsoft.com/office/drawing/2014/main" id="{9D43C568-6905-E9BA-B2A7-3CF0BB409B5C}"/>
              </a:ext>
            </a:extLst>
          </p:cNvPr>
          <p:cNvSpPr>
            <a:spLocks noGrp="1"/>
          </p:cNvSpPr>
          <p:nvPr>
            <p:ph type="body" sz="quarter" idx="86"/>
          </p:nvPr>
        </p:nvSpPr>
        <p:spPr/>
        <p:txBody>
          <a:bodyPr/>
          <a:lstStyle/>
          <a:p>
            <a:pPr rtl="0"/>
            <a:r>
              <a:rPr dirty="0"/>
              <a:t>Results</a:t>
            </a:r>
          </a:p>
        </p:txBody>
      </p:sp>
      <p:pic>
        <p:nvPicPr>
          <p:cNvPr id="129" name="Picture 128" descr="p_setup.png"/>
          <p:cNvPicPr>
            <a:picLocks noChangeAspect="1"/>
          </p:cNvPicPr>
          <p:nvPr/>
        </p:nvPicPr>
        <p:blipFill>
          <a:blip r:embed="rId10"/>
          <a:stretch>
            <a:fillRect/>
          </a:stretch>
        </p:blipFill>
        <p:spPr>
          <a:xfrm>
            <a:off x="15903165" y="17788545"/>
            <a:ext cx="8106394" cy="4614255"/>
          </a:xfrm>
          <a:prstGeom prst="rect">
            <a:avLst/>
          </a:prstGeom>
        </p:spPr>
      </p:pic>
      <p:sp>
        <p:nvSpPr>
          <p:cNvPr id="130" name="TextBox 129"/>
          <p:cNvSpPr txBox="1"/>
          <p:nvPr/>
        </p:nvSpPr>
        <p:spPr>
          <a:xfrm>
            <a:off x="16383728" y="22512528"/>
            <a:ext cx="6793992" cy="626364"/>
          </a:xfrm>
          <a:prstGeom prst="rect">
            <a:avLst/>
          </a:prstGeom>
          <a:noFill/>
        </p:spPr>
        <p:txBody>
          <a:bodyPr wrap="square" lIns="0" tIns="0" rIns="0" bIns="0">
            <a:spAutoFit/>
          </a:bodyPr>
          <a:lstStyle/>
          <a:p>
            <a:pPr algn="ctr" rtl="0"/>
            <a:r>
              <a:rPr sz="2000" dirty="0">
                <a:solidFill>
                  <a:srgbClr val="0A4127"/>
                </a:solidFill>
              </a:rPr>
              <a:t>System layout: 765 nm pulsed laser, Mach-Zehnder reference arm and gated SPAD camera.</a:t>
            </a:r>
          </a:p>
        </p:txBody>
      </p:sp>
      <p:pic>
        <p:nvPicPr>
          <p:cNvPr id="131" name="Picture 130" descr="p_probe.png"/>
          <p:cNvPicPr>
            <a:picLocks noChangeAspect="1"/>
          </p:cNvPicPr>
          <p:nvPr/>
        </p:nvPicPr>
        <p:blipFill>
          <a:blip r:embed="rId11"/>
          <a:stretch>
            <a:fillRect/>
          </a:stretch>
        </p:blipFill>
        <p:spPr>
          <a:xfrm>
            <a:off x="24485995" y="18534888"/>
            <a:ext cx="6175473" cy="3867912"/>
          </a:xfrm>
          <a:prstGeom prst="rect">
            <a:avLst/>
          </a:prstGeom>
        </p:spPr>
      </p:pic>
      <p:sp>
        <p:nvSpPr>
          <p:cNvPr id="132" name="TextBox 131"/>
          <p:cNvSpPr txBox="1"/>
          <p:nvPr/>
        </p:nvSpPr>
        <p:spPr>
          <a:xfrm>
            <a:off x="24295608" y="22512528"/>
            <a:ext cx="6556248" cy="626364"/>
          </a:xfrm>
          <a:prstGeom prst="rect">
            <a:avLst/>
          </a:prstGeom>
          <a:noFill/>
        </p:spPr>
        <p:txBody>
          <a:bodyPr wrap="square" lIns="0" tIns="0" rIns="0" bIns="0">
            <a:spAutoFit/>
          </a:bodyPr>
          <a:lstStyle/>
          <a:p>
            <a:pPr algn="ctr" rtl="0"/>
            <a:r>
              <a:rPr sz="2000" dirty="0">
                <a:solidFill>
                  <a:srgbClr val="0A4127"/>
                </a:solidFill>
              </a:rPr>
              <a:t>The 10 mm SDS probe with the tourniquet add-on used for superficial occlusion testing.</a:t>
            </a:r>
          </a:p>
        </p:txBody>
      </p:sp>
      <p:sp>
        <p:nvSpPr>
          <p:cNvPr id="133" name="Rounded Rectangle 132"/>
          <p:cNvSpPr/>
          <p:nvPr/>
        </p:nvSpPr>
        <p:spPr>
          <a:xfrm>
            <a:off x="1865376" y="29443680"/>
            <a:ext cx="6364224" cy="5760720"/>
          </a:xfrm>
          <a:prstGeom prst="roundRect">
            <a:avLst>
              <a:gd name="adj" fmla="val 5000"/>
            </a:avLst>
          </a:prstGeom>
          <a:solidFill>
            <a:srgbClr val="F6FAF0"/>
          </a:solidFill>
          <a:ln w="31750">
            <a:solidFill>
              <a:srgbClr val="77CD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4" name="Picture 133" descr="p_snr.png"/>
          <p:cNvPicPr>
            <a:picLocks noChangeAspect="1"/>
          </p:cNvPicPr>
          <p:nvPr/>
        </p:nvPicPr>
        <p:blipFill>
          <a:blip r:embed="rId12"/>
          <a:srcRect r="100"/>
          <a:stretch>
            <a:fillRect/>
          </a:stretch>
        </p:blipFill>
        <p:spPr>
          <a:xfrm>
            <a:off x="1884666" y="30072453"/>
            <a:ext cx="6335409" cy="3933512"/>
          </a:xfrm>
          <a:prstGeom prst="rect">
            <a:avLst/>
          </a:prstGeom>
        </p:spPr>
      </p:pic>
      <p:sp>
        <p:nvSpPr>
          <p:cNvPr id="135" name="TextBox 134"/>
          <p:cNvSpPr txBox="1"/>
          <p:nvPr/>
        </p:nvSpPr>
        <p:spPr>
          <a:xfrm>
            <a:off x="2103120" y="34321556"/>
            <a:ext cx="5888736" cy="626364"/>
          </a:xfrm>
          <a:prstGeom prst="rect">
            <a:avLst/>
          </a:prstGeom>
          <a:noFill/>
        </p:spPr>
        <p:txBody>
          <a:bodyPr wrap="square" lIns="0" tIns="0" rIns="0" bIns="0">
            <a:spAutoFit/>
          </a:bodyPr>
          <a:lstStyle/>
          <a:p>
            <a:pPr algn="ctr" rtl="0"/>
            <a:r>
              <a:rPr sz="2000" dirty="0">
                <a:solidFill>
                  <a:srgbClr val="0A4127"/>
                </a:solidFill>
              </a:rPr>
              <a:t>SNR vs. gate offset at 1.0 cm SDS: PaLS-iSCOS (orange), Gated SCOS (blue).</a:t>
            </a:r>
          </a:p>
        </p:txBody>
      </p:sp>
      <p:sp>
        <p:nvSpPr>
          <p:cNvPr id="136" name="Rounded Rectangle 135"/>
          <p:cNvSpPr/>
          <p:nvPr/>
        </p:nvSpPr>
        <p:spPr>
          <a:xfrm>
            <a:off x="9390888" y="29443680"/>
            <a:ext cx="6364224" cy="5760720"/>
          </a:xfrm>
          <a:prstGeom prst="roundRect">
            <a:avLst>
              <a:gd name="adj" fmla="val 5000"/>
            </a:avLst>
          </a:prstGeom>
          <a:solidFill>
            <a:srgbClr val="F6FAF0"/>
          </a:solidFill>
          <a:ln w="31750">
            <a:solidFill>
              <a:srgbClr val="C3DC8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7" name="Picture 136" descr="p_hb_gated.png"/>
          <p:cNvPicPr>
            <a:picLocks noChangeAspect="1"/>
          </p:cNvPicPr>
          <p:nvPr/>
        </p:nvPicPr>
        <p:blipFill>
          <a:blip r:embed="rId13"/>
          <a:stretch>
            <a:fillRect/>
          </a:stretch>
        </p:blipFill>
        <p:spPr>
          <a:xfrm>
            <a:off x="10013948" y="29553836"/>
            <a:ext cx="5008337" cy="2155487"/>
          </a:xfrm>
          <a:prstGeom prst="rect">
            <a:avLst/>
          </a:prstGeom>
        </p:spPr>
      </p:pic>
      <p:sp>
        <p:nvSpPr>
          <p:cNvPr id="138" name="TextBox 137"/>
          <p:cNvSpPr txBox="1"/>
          <p:nvPr/>
        </p:nvSpPr>
        <p:spPr>
          <a:xfrm>
            <a:off x="9390888" y="31665781"/>
            <a:ext cx="6364224" cy="372364"/>
          </a:xfrm>
          <a:prstGeom prst="rect">
            <a:avLst/>
          </a:prstGeom>
          <a:noFill/>
        </p:spPr>
        <p:txBody>
          <a:bodyPr wrap="square" lIns="0" tIns="0" rIns="0" bIns="0">
            <a:spAutoFit/>
          </a:bodyPr>
          <a:lstStyle/>
          <a:p>
            <a:pPr algn="ctr" rtl="0"/>
            <a:r>
              <a:rPr sz="2000" dirty="0">
                <a:solidFill>
                  <a:srgbClr val="0A4127"/>
                </a:solidFill>
              </a:rPr>
              <a:t>Gated SCOS, −100 </a:t>
            </a:r>
            <a:r>
              <a:rPr sz="2000" dirty="0" err="1">
                <a:solidFill>
                  <a:srgbClr val="0A4127"/>
                </a:solidFill>
              </a:rPr>
              <a:t>ps</a:t>
            </a:r>
            <a:r>
              <a:rPr sz="2000" dirty="0">
                <a:solidFill>
                  <a:srgbClr val="0A4127"/>
                </a:solidFill>
              </a:rPr>
              <a:t>: 20.1 dB, 73 BPM</a:t>
            </a:r>
          </a:p>
        </p:txBody>
      </p:sp>
      <p:pic>
        <p:nvPicPr>
          <p:cNvPr id="139" name="Picture 138" descr="p_hb_pals.png"/>
          <p:cNvPicPr>
            <a:picLocks noChangeAspect="1"/>
          </p:cNvPicPr>
          <p:nvPr/>
        </p:nvPicPr>
        <p:blipFill>
          <a:blip r:embed="rId14"/>
          <a:stretch>
            <a:fillRect/>
          </a:stretch>
        </p:blipFill>
        <p:spPr>
          <a:xfrm>
            <a:off x="10009106" y="32003249"/>
            <a:ext cx="5072555" cy="2183125"/>
          </a:xfrm>
          <a:prstGeom prst="rect">
            <a:avLst/>
          </a:prstGeom>
        </p:spPr>
      </p:pic>
      <p:sp>
        <p:nvSpPr>
          <p:cNvPr id="140" name="TextBox 139"/>
          <p:cNvSpPr txBox="1"/>
          <p:nvPr/>
        </p:nvSpPr>
        <p:spPr>
          <a:xfrm>
            <a:off x="9390888" y="34107554"/>
            <a:ext cx="6364224" cy="372364"/>
          </a:xfrm>
          <a:prstGeom prst="rect">
            <a:avLst/>
          </a:prstGeom>
          <a:noFill/>
        </p:spPr>
        <p:txBody>
          <a:bodyPr wrap="square" lIns="0" tIns="0" rIns="0" bIns="0">
            <a:spAutoFit/>
          </a:bodyPr>
          <a:lstStyle/>
          <a:p>
            <a:pPr algn="ctr" rtl="0"/>
            <a:r>
              <a:rPr sz="2000" dirty="0">
                <a:solidFill>
                  <a:srgbClr val="0A4127"/>
                </a:solidFill>
              </a:rPr>
              <a:t>PaLS-iSCOS, −74 </a:t>
            </a:r>
            <a:r>
              <a:rPr sz="2000" dirty="0" err="1">
                <a:solidFill>
                  <a:srgbClr val="0A4127"/>
                </a:solidFill>
              </a:rPr>
              <a:t>ps</a:t>
            </a:r>
            <a:r>
              <a:rPr sz="2000" dirty="0">
                <a:solidFill>
                  <a:srgbClr val="0A4127"/>
                </a:solidFill>
              </a:rPr>
              <a:t>: 25.4 dB, 78 BPM</a:t>
            </a:r>
          </a:p>
        </p:txBody>
      </p:sp>
      <p:sp>
        <p:nvSpPr>
          <p:cNvPr id="141" name="TextBox 140"/>
          <p:cNvSpPr txBox="1"/>
          <p:nvPr/>
        </p:nvSpPr>
        <p:spPr>
          <a:xfrm>
            <a:off x="9628632" y="34558007"/>
            <a:ext cx="5888736" cy="626364"/>
          </a:xfrm>
          <a:prstGeom prst="rect">
            <a:avLst/>
          </a:prstGeom>
          <a:noFill/>
        </p:spPr>
        <p:txBody>
          <a:bodyPr wrap="square" lIns="0" tIns="0" rIns="0" bIns="0">
            <a:spAutoFit/>
          </a:bodyPr>
          <a:lstStyle/>
          <a:p>
            <a:pPr algn="ctr" rtl="0"/>
            <a:r>
              <a:rPr sz="2000" dirty="0">
                <a:solidFill>
                  <a:srgbClr val="0A4127"/>
                </a:solidFill>
              </a:rPr>
              <a:t>Example </a:t>
            </a:r>
            <a:r>
              <a:rPr sz="2000" dirty="0" err="1">
                <a:solidFill>
                  <a:srgbClr val="0A4127"/>
                </a:solidFill>
              </a:rPr>
              <a:t>rBFI</a:t>
            </a:r>
            <a:r>
              <a:rPr sz="2000" dirty="0">
                <a:solidFill>
                  <a:srgbClr val="0A4127"/>
                </a:solidFill>
              </a:rPr>
              <a:t> traces at 1.0 cm SDS — the recovered heartbeat.</a:t>
            </a:r>
          </a:p>
        </p:txBody>
      </p:sp>
      <p:sp>
        <p:nvSpPr>
          <p:cNvPr id="142" name="Rounded Rectangle 141"/>
          <p:cNvSpPr/>
          <p:nvPr/>
        </p:nvSpPr>
        <p:spPr>
          <a:xfrm>
            <a:off x="16943832" y="29443680"/>
            <a:ext cx="6364224" cy="5760720"/>
          </a:xfrm>
          <a:prstGeom prst="roundRect">
            <a:avLst>
              <a:gd name="adj" fmla="val 5000"/>
            </a:avLst>
          </a:prstGeom>
          <a:solidFill>
            <a:srgbClr val="F6FAF0"/>
          </a:solidFill>
          <a:ln w="31750">
            <a:solidFill>
              <a:srgbClr val="77CD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3" name="Picture 142" descr="p_occl_early.png"/>
          <p:cNvPicPr>
            <a:picLocks noChangeAspect="1"/>
          </p:cNvPicPr>
          <p:nvPr/>
        </p:nvPicPr>
        <p:blipFill>
          <a:blip r:embed="rId15"/>
          <a:stretch>
            <a:fillRect/>
          </a:stretch>
        </p:blipFill>
        <p:spPr>
          <a:xfrm>
            <a:off x="17306485" y="29522492"/>
            <a:ext cx="5595611" cy="2165942"/>
          </a:xfrm>
          <a:prstGeom prst="rect">
            <a:avLst/>
          </a:prstGeom>
        </p:spPr>
      </p:pic>
      <p:sp>
        <p:nvSpPr>
          <p:cNvPr id="144" name="TextBox 143"/>
          <p:cNvSpPr txBox="1"/>
          <p:nvPr/>
        </p:nvSpPr>
        <p:spPr>
          <a:xfrm>
            <a:off x="16943832" y="31658522"/>
            <a:ext cx="6364224" cy="372364"/>
          </a:xfrm>
          <a:prstGeom prst="rect">
            <a:avLst/>
          </a:prstGeom>
          <a:noFill/>
        </p:spPr>
        <p:txBody>
          <a:bodyPr wrap="square" lIns="0" tIns="0" rIns="0" bIns="0">
            <a:spAutoFit/>
          </a:bodyPr>
          <a:lstStyle/>
          <a:p>
            <a:pPr algn="ctr" rtl="0"/>
            <a:r>
              <a:rPr sz="2000" dirty="0">
                <a:solidFill>
                  <a:srgbClr val="0A4127"/>
                </a:solidFill>
              </a:rPr>
              <a:t>Early coherence gate (−25 </a:t>
            </a:r>
            <a:r>
              <a:rPr sz="2000" dirty="0" err="1">
                <a:solidFill>
                  <a:srgbClr val="0A4127"/>
                </a:solidFill>
              </a:rPr>
              <a:t>ps</a:t>
            </a:r>
            <a:r>
              <a:rPr sz="2000" dirty="0">
                <a:solidFill>
                  <a:srgbClr val="0A4127"/>
                </a:solidFill>
              </a:rPr>
              <a:t>)</a:t>
            </a:r>
          </a:p>
        </p:txBody>
      </p:sp>
      <p:pic>
        <p:nvPicPr>
          <p:cNvPr id="145" name="Picture 144" descr="p_occl_late.png"/>
          <p:cNvPicPr>
            <a:picLocks noChangeAspect="1"/>
          </p:cNvPicPr>
          <p:nvPr/>
        </p:nvPicPr>
        <p:blipFill>
          <a:blip r:embed="rId16"/>
          <a:stretch>
            <a:fillRect/>
          </a:stretch>
        </p:blipFill>
        <p:spPr>
          <a:xfrm>
            <a:off x="17381878" y="32030886"/>
            <a:ext cx="5595611" cy="2178516"/>
          </a:xfrm>
          <a:prstGeom prst="rect">
            <a:avLst/>
          </a:prstGeom>
        </p:spPr>
      </p:pic>
      <p:sp>
        <p:nvSpPr>
          <p:cNvPr id="146" name="TextBox 145"/>
          <p:cNvSpPr txBox="1"/>
          <p:nvPr/>
        </p:nvSpPr>
        <p:spPr>
          <a:xfrm>
            <a:off x="16943832" y="34107554"/>
            <a:ext cx="6364224" cy="372364"/>
          </a:xfrm>
          <a:prstGeom prst="rect">
            <a:avLst/>
          </a:prstGeom>
          <a:noFill/>
        </p:spPr>
        <p:txBody>
          <a:bodyPr wrap="square" lIns="0" tIns="0" rIns="0" bIns="0">
            <a:spAutoFit/>
          </a:bodyPr>
          <a:lstStyle/>
          <a:p>
            <a:pPr algn="ctr" rtl="0"/>
            <a:r>
              <a:rPr sz="2000" dirty="0">
                <a:solidFill>
                  <a:srgbClr val="0A4127"/>
                </a:solidFill>
              </a:rPr>
              <a:t>Late coherence gate (500 </a:t>
            </a:r>
            <a:r>
              <a:rPr sz="2000" dirty="0" err="1">
                <a:solidFill>
                  <a:srgbClr val="0A4127"/>
                </a:solidFill>
              </a:rPr>
              <a:t>ps</a:t>
            </a:r>
            <a:r>
              <a:rPr sz="2000" dirty="0">
                <a:solidFill>
                  <a:srgbClr val="0A4127"/>
                </a:solidFill>
              </a:rPr>
              <a:t>)</a:t>
            </a:r>
          </a:p>
        </p:txBody>
      </p:sp>
      <p:sp>
        <p:nvSpPr>
          <p:cNvPr id="147" name="TextBox 146"/>
          <p:cNvSpPr txBox="1"/>
          <p:nvPr/>
        </p:nvSpPr>
        <p:spPr>
          <a:xfrm>
            <a:off x="17181576" y="34558007"/>
            <a:ext cx="5888736" cy="553998"/>
          </a:xfrm>
          <a:prstGeom prst="rect">
            <a:avLst/>
          </a:prstGeom>
          <a:noFill/>
        </p:spPr>
        <p:txBody>
          <a:bodyPr wrap="square" lIns="0" tIns="0" rIns="0" bIns="0">
            <a:spAutoFit/>
          </a:bodyPr>
          <a:lstStyle/>
          <a:p>
            <a:pPr algn="ctr" rtl="0"/>
            <a:r>
              <a:rPr lang="en-US" sz="1800" dirty="0">
                <a:solidFill>
                  <a:srgbClr val="0A4127"/>
                </a:solidFill>
              </a:rPr>
              <a:t>Normalized </a:t>
            </a:r>
            <a:r>
              <a:rPr lang="en-US" sz="1800" dirty="0" err="1">
                <a:solidFill>
                  <a:srgbClr val="0A4127"/>
                </a:solidFill>
              </a:rPr>
              <a:t>rBFI</a:t>
            </a:r>
            <a:r>
              <a:rPr lang="en-US" sz="1800" dirty="0">
                <a:solidFill>
                  <a:srgbClr val="0A4127"/>
                </a:solidFill>
              </a:rPr>
              <a:t> b</a:t>
            </a:r>
            <a:r>
              <a:rPr sz="1800" dirty="0">
                <a:solidFill>
                  <a:srgbClr val="0A4127"/>
                </a:solidFill>
              </a:rPr>
              <a:t>aseline vs. tourniquet at 1.0 cm SDS; occlusion applied at 30 s.</a:t>
            </a:r>
          </a:p>
        </p:txBody>
      </p:sp>
      <p:sp>
        <p:nvSpPr>
          <p:cNvPr id="148" name="Rounded Rectangle 147"/>
          <p:cNvSpPr/>
          <p:nvPr/>
        </p:nvSpPr>
        <p:spPr>
          <a:xfrm>
            <a:off x="24487632" y="29443680"/>
            <a:ext cx="6364224" cy="5760720"/>
          </a:xfrm>
          <a:prstGeom prst="roundRect">
            <a:avLst>
              <a:gd name="adj" fmla="val 5000"/>
            </a:avLst>
          </a:prstGeom>
          <a:solidFill>
            <a:srgbClr val="F6FAF0"/>
          </a:solidFill>
          <a:ln w="31750">
            <a:solidFill>
              <a:srgbClr val="C3DC8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9" name="Picture 148" descr="p_sens.png"/>
          <p:cNvPicPr>
            <a:picLocks noChangeAspect="1"/>
          </p:cNvPicPr>
          <p:nvPr/>
        </p:nvPicPr>
        <p:blipFill>
          <a:blip r:embed="rId17"/>
          <a:srcRect t="5943"/>
          <a:stretch>
            <a:fillRect/>
          </a:stretch>
        </p:blipFill>
        <p:spPr>
          <a:xfrm>
            <a:off x="24560083" y="30353808"/>
            <a:ext cx="6266650" cy="3652157"/>
          </a:xfrm>
          <a:prstGeom prst="rect">
            <a:avLst/>
          </a:prstGeom>
        </p:spPr>
      </p:pic>
      <p:sp>
        <p:nvSpPr>
          <p:cNvPr id="150" name="TextBox 149"/>
          <p:cNvSpPr txBox="1"/>
          <p:nvPr/>
        </p:nvSpPr>
        <p:spPr>
          <a:xfrm>
            <a:off x="24725376" y="34224178"/>
            <a:ext cx="5888736" cy="923330"/>
          </a:xfrm>
          <a:prstGeom prst="rect">
            <a:avLst/>
          </a:prstGeom>
          <a:noFill/>
        </p:spPr>
        <p:txBody>
          <a:bodyPr wrap="square" lIns="0" tIns="0" rIns="0" bIns="0">
            <a:spAutoFit/>
          </a:bodyPr>
          <a:lstStyle/>
          <a:p>
            <a:pPr algn="ctr" rtl="0"/>
            <a:r>
              <a:rPr sz="2000" dirty="0">
                <a:solidFill>
                  <a:srgbClr val="0A4127"/>
                </a:solidFill>
              </a:rPr>
              <a:t>Sensitivity at 1.0 cm SDS: </a:t>
            </a:r>
            <a:r>
              <a:rPr sz="2000" dirty="0" err="1">
                <a:solidFill>
                  <a:srgbClr val="0A4127"/>
                </a:solidFill>
              </a:rPr>
              <a:t>rBFI</a:t>
            </a:r>
            <a:r>
              <a:rPr sz="2000" dirty="0">
                <a:solidFill>
                  <a:srgbClr val="0A4127"/>
                </a:solidFill>
              </a:rPr>
              <a:t> difference vs. gate offset, all three methods.</a:t>
            </a:r>
            <a:r>
              <a:rPr lang="en-US" sz="2000" dirty="0">
                <a:solidFill>
                  <a:srgbClr val="0A4127"/>
                </a:solidFill>
              </a:rPr>
              <a:t> (</a:t>
            </a:r>
            <a:r>
              <a:rPr lang="en-US" sz="2000" dirty="0" err="1">
                <a:solidFill>
                  <a:srgbClr val="0A4127"/>
                </a:solidFill>
              </a:rPr>
              <a:t>iSCOS</a:t>
            </a:r>
            <a:r>
              <a:rPr lang="en-US" sz="2000" dirty="0">
                <a:solidFill>
                  <a:srgbClr val="0A4127"/>
                </a:solidFill>
              </a:rPr>
              <a:t>- gated at an early gate)</a:t>
            </a:r>
            <a:endParaRPr sz="2000" dirty="0">
              <a:solidFill>
                <a:srgbClr val="0A4127"/>
              </a:solidFill>
            </a:endParaRPr>
          </a:p>
        </p:txBody>
      </p:sp>
      <p:graphicFrame>
        <p:nvGraphicFramePr>
          <p:cNvPr id="151" name="Table 150"/>
          <p:cNvGraphicFramePr>
            <a:graphicFrameLocks noGrp="1"/>
          </p:cNvGraphicFramePr>
          <p:nvPr>
            <p:extLst>
              <p:ext uri="{D42A27DB-BD31-4B8C-83A1-F6EECF244321}">
                <p14:modId xmlns:p14="http://schemas.microsoft.com/office/powerpoint/2010/main" val="1748524708"/>
              </p:ext>
            </p:extLst>
          </p:nvPr>
        </p:nvGraphicFramePr>
        <p:xfrm>
          <a:off x="1641475" y="18533637"/>
          <a:ext cx="13990320" cy="4736592"/>
        </p:xfrm>
        <a:graphic>
          <a:graphicData uri="http://schemas.openxmlformats.org/drawingml/2006/table">
            <a:tbl>
              <a:tblPr firstRow="1">
                <a:tableStyleId>{5C22544A-7EE6-4342-B048-85BDC9FD1C3A}</a:tableStyleId>
              </a:tblPr>
              <a:tblGrid>
                <a:gridCol w="30175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2286000">
                  <a:extLst>
                    <a:ext uri="{9D8B030D-6E8A-4147-A177-3AD203B41FA5}">
                      <a16:colId xmlns:a16="http://schemas.microsoft.com/office/drawing/2014/main" val="20005"/>
                    </a:ext>
                  </a:extLst>
                </a:gridCol>
              </a:tblGrid>
              <a:tr h="676656">
                <a:tc>
                  <a:txBody>
                    <a:bodyPr/>
                    <a:lstStyle/>
                    <a:p>
                      <a:pPr rtl="0"/>
                      <a:r>
                        <a:rPr lang="en-US" sz="2100" b="1" dirty="0">
                          <a:solidFill>
                            <a:srgbClr val="F6FAF0"/>
                          </a:solidFill>
                          <a:latin typeface="Calibri"/>
                        </a:rPr>
                        <a:t>Optical </a:t>
                      </a:r>
                      <a:r>
                        <a:rPr sz="2100" b="1" dirty="0">
                          <a:solidFill>
                            <a:srgbClr val="F6FAF0"/>
                          </a:solidFill>
                          <a:latin typeface="Calibri"/>
                        </a:rPr>
                        <a:t>Technique</a:t>
                      </a:r>
                    </a:p>
                  </a:txBody>
                  <a:tcPr marL="64008" marR="64008" marT="18288" marB="18288">
                    <a:solidFill>
                      <a:srgbClr val="0A4127"/>
                    </a:solidFill>
                  </a:tcPr>
                </a:tc>
                <a:tc>
                  <a:txBody>
                    <a:bodyPr/>
                    <a:lstStyle/>
                    <a:p>
                      <a:pPr rtl="0"/>
                      <a:r>
                        <a:rPr sz="2100" b="1">
                          <a:solidFill>
                            <a:srgbClr val="F6FAF0"/>
                          </a:solidFill>
                          <a:latin typeface="Calibri"/>
                        </a:rPr>
                        <a:t>Depth specificity</a:t>
                      </a:r>
                    </a:p>
                  </a:txBody>
                  <a:tcPr marL="64008" marR="64008" marT="18288" marB="18288">
                    <a:solidFill>
                      <a:srgbClr val="0A4127"/>
                    </a:solidFill>
                  </a:tcPr>
                </a:tc>
                <a:tc>
                  <a:txBody>
                    <a:bodyPr/>
                    <a:lstStyle/>
                    <a:p>
                      <a:pPr rtl="0"/>
                      <a:r>
                        <a:rPr sz="2100" b="1">
                          <a:solidFill>
                            <a:srgbClr val="F6FAF0"/>
                          </a:solidFill>
                          <a:latin typeface="Calibri"/>
                        </a:rPr>
                        <a:t>Temporal resolution</a:t>
                      </a:r>
                    </a:p>
                  </a:txBody>
                  <a:tcPr marL="64008" marR="64008" marT="18288" marB="18288">
                    <a:solidFill>
                      <a:srgbClr val="0A4127"/>
                    </a:solidFill>
                  </a:tcPr>
                </a:tc>
                <a:tc>
                  <a:txBody>
                    <a:bodyPr/>
                    <a:lstStyle/>
                    <a:p>
                      <a:pPr rtl="0"/>
                      <a:r>
                        <a:rPr sz="2100" b="1">
                          <a:solidFill>
                            <a:srgbClr val="F6FAF0"/>
                          </a:solidFill>
                          <a:latin typeface="Calibri"/>
                        </a:rPr>
                        <a:t>SNR / light collection</a:t>
                      </a:r>
                    </a:p>
                  </a:txBody>
                  <a:tcPr marL="64008" marR="64008" marT="18288" marB="18288">
                    <a:solidFill>
                      <a:srgbClr val="0A4127"/>
                    </a:solidFill>
                  </a:tcPr>
                </a:tc>
                <a:tc>
                  <a:txBody>
                    <a:bodyPr/>
                    <a:lstStyle/>
                    <a:p>
                      <a:pPr rtl="0"/>
                      <a:r>
                        <a:rPr sz="2100" b="1">
                          <a:solidFill>
                            <a:srgbClr val="F6FAF0"/>
                          </a:solidFill>
                          <a:latin typeface="Calibri"/>
                        </a:rPr>
                        <a:t>Scalp signal</a:t>
                      </a:r>
                    </a:p>
                  </a:txBody>
                  <a:tcPr marL="64008" marR="64008" marT="18288" marB="18288">
                    <a:solidFill>
                      <a:srgbClr val="0A4127"/>
                    </a:solidFill>
                  </a:tcPr>
                </a:tc>
                <a:tc>
                  <a:txBody>
                    <a:bodyPr/>
                    <a:lstStyle/>
                    <a:p>
                      <a:pPr rtl="0"/>
                      <a:r>
                        <a:rPr sz="2100" b="1">
                          <a:solidFill>
                            <a:srgbClr val="F6FAF0"/>
                          </a:solidFill>
                          <a:latin typeface="Calibri"/>
                        </a:rPr>
                        <a:t>Speckle readout</a:t>
                      </a:r>
                    </a:p>
                  </a:txBody>
                  <a:tcPr marL="64008" marR="64008" marT="18288" marB="18288">
                    <a:solidFill>
                      <a:srgbClr val="0A4127"/>
                    </a:solidFill>
                  </a:tcPr>
                </a:tc>
                <a:extLst>
                  <a:ext uri="{0D108BD9-81ED-4DB2-BD59-A6C34878D82A}">
                    <a16:rowId xmlns:a16="http://schemas.microsoft.com/office/drawing/2014/main" val="10000"/>
                  </a:ext>
                </a:extLst>
              </a:tr>
              <a:tr h="676656">
                <a:tc>
                  <a:txBody>
                    <a:bodyPr/>
                    <a:lstStyle/>
                    <a:p>
                      <a:pPr rtl="0"/>
                      <a:r>
                        <a:rPr sz="2100" b="0" dirty="0">
                          <a:solidFill>
                            <a:srgbClr val="0A4127"/>
                          </a:solidFill>
                          <a:latin typeface="Calibri"/>
                        </a:rPr>
                        <a:t>CW-DCS</a:t>
                      </a:r>
                    </a:p>
                  </a:txBody>
                  <a:tcPr marL="64008" marR="64008" marT="18288" marB="18288">
                    <a:solidFill>
                      <a:srgbClr val="ECF3E1"/>
                    </a:solidFill>
                  </a:tcPr>
                </a:tc>
                <a:tc>
                  <a:txBody>
                    <a:bodyPr/>
                    <a:lstStyle/>
                    <a:p>
                      <a:pPr rtl="0"/>
                      <a:r>
                        <a:rPr sz="2100" b="0" dirty="0">
                          <a:solidFill>
                            <a:srgbClr val="0A4127"/>
                          </a:solidFill>
                          <a:latin typeface="Calibri"/>
                        </a:rPr>
                        <a:t>Low to moderate</a:t>
                      </a:r>
                    </a:p>
                  </a:txBody>
                  <a:tcPr marL="64008" marR="64008" marT="18288" marB="18288">
                    <a:solidFill>
                      <a:srgbClr val="ECF3E1"/>
                    </a:solidFill>
                  </a:tcPr>
                </a:tc>
                <a:tc>
                  <a:txBody>
                    <a:bodyPr/>
                    <a:lstStyle/>
                    <a:p>
                      <a:pPr rtl="0"/>
                      <a:r>
                        <a:rPr sz="2100" b="0">
                          <a:solidFill>
                            <a:srgbClr val="0A4127"/>
                          </a:solidFill>
                          <a:latin typeface="Calibri"/>
                        </a:rPr>
                        <a:t>~100 ms – 1 s</a:t>
                      </a:r>
                    </a:p>
                  </a:txBody>
                  <a:tcPr marL="64008" marR="64008" marT="18288" marB="18288">
                    <a:solidFill>
                      <a:srgbClr val="ECF3E1"/>
                    </a:solidFill>
                  </a:tcPr>
                </a:tc>
                <a:tc>
                  <a:txBody>
                    <a:bodyPr/>
                    <a:lstStyle/>
                    <a:p>
                      <a:pPr rtl="0"/>
                      <a:r>
                        <a:rPr sz="2100" b="0">
                          <a:solidFill>
                            <a:srgbClr val="0A4127"/>
                          </a:solidFill>
                          <a:latin typeface="Calibri"/>
                        </a:rPr>
                        <a:t>Low (single-mode fibre)</a:t>
                      </a:r>
                    </a:p>
                  </a:txBody>
                  <a:tcPr marL="64008" marR="64008" marT="18288" marB="18288">
                    <a:solidFill>
                      <a:srgbClr val="ECF3E1"/>
                    </a:solidFill>
                  </a:tcPr>
                </a:tc>
                <a:tc>
                  <a:txBody>
                    <a:bodyPr/>
                    <a:lstStyle/>
                    <a:p>
                      <a:pPr rtl="0"/>
                      <a:r>
                        <a:rPr sz="2100" b="0">
                          <a:solidFill>
                            <a:srgbClr val="0A4127"/>
                          </a:solidFill>
                          <a:latin typeface="Calibri"/>
                        </a:rPr>
                        <a:t>High</a:t>
                      </a:r>
                    </a:p>
                  </a:txBody>
                  <a:tcPr marL="64008" marR="64008" marT="18288" marB="18288">
                    <a:solidFill>
                      <a:srgbClr val="ECF3E1"/>
                    </a:solidFill>
                  </a:tcPr>
                </a:tc>
                <a:tc>
                  <a:txBody>
                    <a:bodyPr/>
                    <a:lstStyle/>
                    <a:p>
                      <a:pPr rtl="0"/>
                      <a:r>
                        <a:rPr sz="2100" b="0" dirty="0">
                          <a:solidFill>
                            <a:srgbClr val="0A4127"/>
                          </a:solidFill>
                          <a:latin typeface="Calibri"/>
                        </a:rPr>
                        <a:t>g₁(τ) per fib</a:t>
                      </a:r>
                      <a:r>
                        <a:rPr lang="en-US" sz="2100" b="0" dirty="0">
                          <a:solidFill>
                            <a:srgbClr val="0A4127"/>
                          </a:solidFill>
                          <a:latin typeface="Calibri"/>
                        </a:rPr>
                        <a:t>e</a:t>
                      </a:r>
                      <a:r>
                        <a:rPr sz="2100" b="0" dirty="0">
                          <a:solidFill>
                            <a:srgbClr val="0A4127"/>
                          </a:solidFill>
                          <a:latin typeface="Calibri"/>
                        </a:rPr>
                        <a:t>r</a:t>
                      </a:r>
                    </a:p>
                  </a:txBody>
                  <a:tcPr marL="64008" marR="64008" marT="18288" marB="18288">
                    <a:solidFill>
                      <a:srgbClr val="ECF3E1"/>
                    </a:solidFill>
                  </a:tcPr>
                </a:tc>
                <a:extLst>
                  <a:ext uri="{0D108BD9-81ED-4DB2-BD59-A6C34878D82A}">
                    <a16:rowId xmlns:a16="http://schemas.microsoft.com/office/drawing/2014/main" val="10001"/>
                  </a:ext>
                </a:extLst>
              </a:tr>
              <a:tr h="676656">
                <a:tc>
                  <a:txBody>
                    <a:bodyPr/>
                    <a:lstStyle/>
                    <a:p>
                      <a:pPr rtl="0"/>
                      <a:r>
                        <a:rPr sz="2100" b="0">
                          <a:solidFill>
                            <a:srgbClr val="0A4127"/>
                          </a:solidFill>
                          <a:latin typeface="Calibri"/>
                        </a:rPr>
                        <a:t>Un-gated SCOS</a:t>
                      </a:r>
                    </a:p>
                  </a:txBody>
                  <a:tcPr marL="64008" marR="64008" marT="18288" marB="18288">
                    <a:solidFill>
                      <a:srgbClr val="ECF3E1"/>
                    </a:solidFill>
                  </a:tcPr>
                </a:tc>
                <a:tc>
                  <a:txBody>
                    <a:bodyPr/>
                    <a:lstStyle/>
                    <a:p>
                      <a:pPr rtl="0"/>
                      <a:r>
                        <a:rPr sz="2100" b="0">
                          <a:solidFill>
                            <a:srgbClr val="0A4127"/>
                          </a:solidFill>
                          <a:latin typeface="Calibri"/>
                        </a:rPr>
                        <a:t>Low</a:t>
                      </a:r>
                    </a:p>
                  </a:txBody>
                  <a:tcPr marL="64008" marR="64008" marT="18288" marB="18288">
                    <a:solidFill>
                      <a:srgbClr val="ECF3E1"/>
                    </a:solidFill>
                  </a:tcPr>
                </a:tc>
                <a:tc>
                  <a:txBody>
                    <a:bodyPr/>
                    <a:lstStyle/>
                    <a:p>
                      <a:pPr rtl="0"/>
                      <a:r>
                        <a:rPr sz="2100" b="0">
                          <a:solidFill>
                            <a:srgbClr val="0A4127"/>
                          </a:solidFill>
                          <a:latin typeface="Calibri"/>
                        </a:rPr>
                        <a:t>~10 – 50 ms</a:t>
                      </a:r>
                    </a:p>
                  </a:txBody>
                  <a:tcPr marL="64008" marR="64008" marT="18288" marB="18288">
                    <a:solidFill>
                      <a:srgbClr val="ECF3E1"/>
                    </a:solidFill>
                  </a:tcPr>
                </a:tc>
                <a:tc>
                  <a:txBody>
                    <a:bodyPr/>
                    <a:lstStyle/>
                    <a:p>
                      <a:pPr rtl="0"/>
                      <a:r>
                        <a:rPr sz="2100" b="0">
                          <a:solidFill>
                            <a:srgbClr val="0A4127"/>
                          </a:solidFill>
                          <a:latin typeface="Calibri"/>
                        </a:rPr>
                        <a:t>High (camera averaging)</a:t>
                      </a:r>
                    </a:p>
                  </a:txBody>
                  <a:tcPr marL="64008" marR="64008" marT="18288" marB="18288">
                    <a:solidFill>
                      <a:srgbClr val="ECF3E1"/>
                    </a:solidFill>
                  </a:tcPr>
                </a:tc>
                <a:tc>
                  <a:txBody>
                    <a:bodyPr/>
                    <a:lstStyle/>
                    <a:p>
                      <a:pPr rtl="0"/>
                      <a:r>
                        <a:rPr sz="2100" b="0">
                          <a:solidFill>
                            <a:srgbClr val="0A4127"/>
                          </a:solidFill>
                          <a:latin typeface="Calibri"/>
                        </a:rPr>
                        <a:t>High</a:t>
                      </a:r>
                    </a:p>
                  </a:txBody>
                  <a:tcPr marL="64008" marR="64008" marT="18288" marB="18288">
                    <a:solidFill>
                      <a:srgbClr val="ECF3E1"/>
                    </a:solidFill>
                  </a:tcPr>
                </a:tc>
                <a:tc>
                  <a:txBody>
                    <a:bodyPr/>
                    <a:lstStyle/>
                    <a:p>
                      <a:pPr rtl="0"/>
                      <a:r>
                        <a:rPr sz="2100" b="0" dirty="0">
                          <a:solidFill>
                            <a:srgbClr val="0A4127"/>
                          </a:solidFill>
                          <a:latin typeface="Calibri"/>
                        </a:rPr>
                        <a:t>K² from one frame</a:t>
                      </a:r>
                    </a:p>
                  </a:txBody>
                  <a:tcPr marL="64008" marR="64008" marT="18288" marB="18288">
                    <a:solidFill>
                      <a:srgbClr val="ECF3E1"/>
                    </a:solidFill>
                  </a:tcPr>
                </a:tc>
                <a:extLst>
                  <a:ext uri="{0D108BD9-81ED-4DB2-BD59-A6C34878D82A}">
                    <a16:rowId xmlns:a16="http://schemas.microsoft.com/office/drawing/2014/main" val="10003"/>
                  </a:ext>
                </a:extLst>
              </a:tr>
              <a:tr h="676656">
                <a:tc>
                  <a:txBody>
                    <a:bodyPr/>
                    <a:lstStyle/>
                    <a:p>
                      <a:pPr rtl="0"/>
                      <a:r>
                        <a:rPr sz="2100" b="0">
                          <a:solidFill>
                            <a:srgbClr val="0A4127"/>
                          </a:solidFill>
                          <a:latin typeface="Calibri"/>
                        </a:rPr>
                        <a:t>Gated SCOS</a:t>
                      </a:r>
                    </a:p>
                  </a:txBody>
                  <a:tcPr marL="64008" marR="64008" marT="18288" marB="18288">
                    <a:solidFill>
                      <a:srgbClr val="FFFFFF"/>
                    </a:solidFill>
                  </a:tcPr>
                </a:tc>
                <a:tc>
                  <a:txBody>
                    <a:bodyPr/>
                    <a:lstStyle/>
                    <a:p>
                      <a:pPr rtl="0"/>
                      <a:r>
                        <a:rPr sz="2100" b="0">
                          <a:solidFill>
                            <a:srgbClr val="0A4127"/>
                          </a:solidFill>
                          <a:latin typeface="Calibri"/>
                        </a:rPr>
                        <a:t>High</a:t>
                      </a:r>
                    </a:p>
                  </a:txBody>
                  <a:tcPr marL="64008" marR="64008" marT="18288" marB="18288">
                    <a:solidFill>
                      <a:srgbClr val="FFFFFF"/>
                    </a:solidFill>
                  </a:tcPr>
                </a:tc>
                <a:tc>
                  <a:txBody>
                    <a:bodyPr/>
                    <a:lstStyle/>
                    <a:p>
                      <a:pPr rtl="0"/>
                      <a:r>
                        <a:rPr sz="2100" b="0">
                          <a:solidFill>
                            <a:srgbClr val="0A4127"/>
                          </a:solidFill>
                          <a:latin typeface="Calibri"/>
                        </a:rPr>
                        <a:t>~100 ms – 1 s</a:t>
                      </a:r>
                    </a:p>
                  </a:txBody>
                  <a:tcPr marL="64008" marR="64008" marT="18288" marB="18288">
                    <a:solidFill>
                      <a:srgbClr val="FFFFFF"/>
                    </a:solidFill>
                  </a:tcPr>
                </a:tc>
                <a:tc>
                  <a:txBody>
                    <a:bodyPr/>
                    <a:lstStyle/>
                    <a:p>
                      <a:pPr rtl="0"/>
                      <a:r>
                        <a:rPr sz="2100" b="0">
                          <a:solidFill>
                            <a:srgbClr val="0A4127"/>
                          </a:solidFill>
                          <a:latin typeface="Calibri"/>
                        </a:rPr>
                        <a:t>Very low (shot-noise limited)</a:t>
                      </a:r>
                    </a:p>
                  </a:txBody>
                  <a:tcPr marL="64008" marR="64008" marT="18288" marB="18288">
                    <a:solidFill>
                      <a:srgbClr val="FFFFFF"/>
                    </a:solidFill>
                  </a:tcPr>
                </a:tc>
                <a:tc>
                  <a:txBody>
                    <a:bodyPr/>
                    <a:lstStyle/>
                    <a:p>
                      <a:pPr rtl="0"/>
                      <a:r>
                        <a:rPr sz="2100" b="0">
                          <a:solidFill>
                            <a:srgbClr val="0A4127"/>
                          </a:solidFill>
                          <a:latin typeface="Calibri"/>
                        </a:rPr>
                        <a:t>Low</a:t>
                      </a:r>
                    </a:p>
                  </a:txBody>
                  <a:tcPr marL="64008" marR="64008" marT="18288" marB="18288">
                    <a:solidFill>
                      <a:srgbClr val="FFFFFF"/>
                    </a:solidFill>
                  </a:tcPr>
                </a:tc>
                <a:tc>
                  <a:txBody>
                    <a:bodyPr/>
                    <a:lstStyle/>
                    <a:p>
                      <a:pPr rtl="0"/>
                      <a:r>
                        <a:rPr sz="2100" b="0">
                          <a:solidFill>
                            <a:srgbClr val="0A4127"/>
                          </a:solidFill>
                          <a:latin typeface="Calibri"/>
                        </a:rPr>
                        <a:t>K² from one frame</a:t>
                      </a:r>
                    </a:p>
                  </a:txBody>
                  <a:tcPr marL="64008" marR="64008" marT="18288" marB="18288">
                    <a:solidFill>
                      <a:srgbClr val="FFFFFF"/>
                    </a:solidFill>
                  </a:tcPr>
                </a:tc>
                <a:extLst>
                  <a:ext uri="{0D108BD9-81ED-4DB2-BD59-A6C34878D82A}">
                    <a16:rowId xmlns:a16="http://schemas.microsoft.com/office/drawing/2014/main" val="10004"/>
                  </a:ext>
                </a:extLst>
              </a:tr>
              <a:tr h="676656">
                <a:tc>
                  <a:txBody>
                    <a:bodyPr/>
                    <a:lstStyle/>
                    <a:p>
                      <a:pPr rtl="0"/>
                      <a:r>
                        <a:rPr sz="2100" b="0" dirty="0" err="1">
                          <a:solidFill>
                            <a:srgbClr val="0A4127"/>
                          </a:solidFill>
                          <a:latin typeface="Calibri"/>
                        </a:rPr>
                        <a:t>iSCOS</a:t>
                      </a:r>
                      <a:endParaRPr sz="2100" b="0" dirty="0">
                        <a:solidFill>
                          <a:srgbClr val="0A4127"/>
                        </a:solidFill>
                        <a:latin typeface="Calibri"/>
                      </a:endParaRPr>
                    </a:p>
                  </a:txBody>
                  <a:tcPr marL="64008" marR="64008" marT="18288" marB="18288">
                    <a:solidFill>
                      <a:srgbClr val="ECF3E1"/>
                    </a:solidFill>
                  </a:tcPr>
                </a:tc>
                <a:tc>
                  <a:txBody>
                    <a:bodyPr/>
                    <a:lstStyle/>
                    <a:p>
                      <a:pPr rtl="0"/>
                      <a:r>
                        <a:rPr sz="2100" b="0" dirty="0">
                          <a:solidFill>
                            <a:srgbClr val="0A4127"/>
                          </a:solidFill>
                          <a:latin typeface="Calibri"/>
                        </a:rPr>
                        <a:t>Moderate</a:t>
                      </a:r>
                    </a:p>
                  </a:txBody>
                  <a:tcPr marL="64008" marR="64008" marT="18288" marB="18288">
                    <a:solidFill>
                      <a:srgbClr val="ECF3E1"/>
                    </a:solidFill>
                  </a:tcPr>
                </a:tc>
                <a:tc>
                  <a:txBody>
                    <a:bodyPr/>
                    <a:lstStyle/>
                    <a:p>
                      <a:pPr rtl="0"/>
                      <a:r>
                        <a:rPr sz="2100" b="0" dirty="0">
                          <a:solidFill>
                            <a:srgbClr val="0A4127"/>
                          </a:solidFill>
                          <a:latin typeface="Calibri"/>
                        </a:rPr>
                        <a:t>~5 – 20 </a:t>
                      </a:r>
                      <a:r>
                        <a:rPr sz="2100" b="0" dirty="0" err="1">
                          <a:solidFill>
                            <a:srgbClr val="0A4127"/>
                          </a:solidFill>
                          <a:latin typeface="Calibri"/>
                        </a:rPr>
                        <a:t>ms</a:t>
                      </a:r>
                      <a:endParaRPr sz="2100" b="0" dirty="0">
                        <a:solidFill>
                          <a:srgbClr val="0A4127"/>
                        </a:solidFill>
                        <a:latin typeface="Calibri"/>
                      </a:endParaRPr>
                    </a:p>
                  </a:txBody>
                  <a:tcPr marL="64008" marR="64008" marT="18288" marB="18288">
                    <a:solidFill>
                      <a:srgbClr val="ECF3E1"/>
                    </a:solidFill>
                  </a:tcPr>
                </a:tc>
                <a:tc>
                  <a:txBody>
                    <a:bodyPr/>
                    <a:lstStyle/>
                    <a:p>
                      <a:pPr rtl="0"/>
                      <a:r>
                        <a:rPr sz="2100" b="0" dirty="0">
                          <a:solidFill>
                            <a:srgbClr val="0A4127"/>
                          </a:solidFill>
                          <a:latin typeface="Calibri"/>
                        </a:rPr>
                        <a:t>High (heterodyne gain)</a:t>
                      </a:r>
                    </a:p>
                  </a:txBody>
                  <a:tcPr marL="64008" marR="64008" marT="18288" marB="18288">
                    <a:solidFill>
                      <a:srgbClr val="ECF3E1"/>
                    </a:solidFill>
                  </a:tcPr>
                </a:tc>
                <a:tc>
                  <a:txBody>
                    <a:bodyPr/>
                    <a:lstStyle/>
                    <a:p>
                      <a:pPr rtl="0"/>
                      <a:r>
                        <a:rPr sz="2100" b="0" dirty="0">
                          <a:solidFill>
                            <a:srgbClr val="0A4127"/>
                          </a:solidFill>
                          <a:latin typeface="Calibri"/>
                        </a:rPr>
                        <a:t>Moderate</a:t>
                      </a:r>
                    </a:p>
                  </a:txBody>
                  <a:tcPr marL="64008" marR="64008" marT="18288" marB="18288">
                    <a:solidFill>
                      <a:srgbClr val="ECF3E1"/>
                    </a:solidFill>
                  </a:tcPr>
                </a:tc>
                <a:tc>
                  <a:txBody>
                    <a:bodyPr/>
                    <a:lstStyle/>
                    <a:p>
                      <a:pPr rtl="0"/>
                      <a:r>
                        <a:rPr sz="2100" b="0" dirty="0">
                          <a:solidFill>
                            <a:srgbClr val="0A4127"/>
                          </a:solidFill>
                          <a:latin typeface="Calibri"/>
                        </a:rPr>
                        <a:t>K² from one frame</a:t>
                      </a:r>
                    </a:p>
                  </a:txBody>
                  <a:tcPr marL="64008" marR="64008" marT="18288" marB="18288">
                    <a:solidFill>
                      <a:srgbClr val="ECF3E1"/>
                    </a:solidFill>
                  </a:tcPr>
                </a:tc>
                <a:extLst>
                  <a:ext uri="{0D108BD9-81ED-4DB2-BD59-A6C34878D82A}">
                    <a16:rowId xmlns:a16="http://schemas.microsoft.com/office/drawing/2014/main" val="10005"/>
                  </a:ext>
                </a:extLst>
              </a:tr>
              <a:tr h="676656">
                <a:tc>
                  <a:txBody>
                    <a:bodyPr/>
                    <a:lstStyle/>
                    <a:p>
                      <a:pPr rtl="0"/>
                      <a:r>
                        <a:rPr sz="2100" b="0" dirty="0" err="1">
                          <a:solidFill>
                            <a:srgbClr val="0A4127"/>
                          </a:solidFill>
                          <a:latin typeface="Calibri"/>
                        </a:rPr>
                        <a:t>PaLS-iDCS</a:t>
                      </a:r>
                      <a:endParaRPr sz="2100" b="0" dirty="0">
                        <a:solidFill>
                          <a:srgbClr val="0A4127"/>
                        </a:solidFill>
                        <a:latin typeface="Calibri"/>
                      </a:endParaRPr>
                    </a:p>
                  </a:txBody>
                  <a:tcPr marL="64008" marR="64008" marT="18288" marB="18288">
                    <a:solidFill>
                      <a:srgbClr val="ECF3E1"/>
                    </a:solidFill>
                  </a:tcPr>
                </a:tc>
                <a:tc>
                  <a:txBody>
                    <a:bodyPr/>
                    <a:lstStyle/>
                    <a:p>
                      <a:pPr rtl="0"/>
                      <a:r>
                        <a:rPr sz="2100" b="0" dirty="0">
                          <a:solidFill>
                            <a:srgbClr val="0A4127"/>
                          </a:solidFill>
                          <a:latin typeface="Calibri"/>
                        </a:rPr>
                        <a:t>Very high</a:t>
                      </a:r>
                    </a:p>
                  </a:txBody>
                  <a:tcPr marL="64008" marR="64008" marT="18288" marB="18288">
                    <a:solidFill>
                      <a:srgbClr val="ECF3E1"/>
                    </a:solidFill>
                  </a:tcPr>
                </a:tc>
                <a:tc>
                  <a:txBody>
                    <a:bodyPr/>
                    <a:lstStyle/>
                    <a:p>
                      <a:pPr rtl="0"/>
                      <a:r>
                        <a:rPr sz="2100" b="0" dirty="0">
                          <a:solidFill>
                            <a:srgbClr val="0A4127"/>
                          </a:solidFill>
                          <a:latin typeface="Calibri"/>
                        </a:rPr>
                        <a:t>~10 – 50 </a:t>
                      </a:r>
                      <a:r>
                        <a:rPr sz="2100" b="0" dirty="0" err="1">
                          <a:solidFill>
                            <a:srgbClr val="0A4127"/>
                          </a:solidFill>
                          <a:latin typeface="Calibri"/>
                        </a:rPr>
                        <a:t>ms</a:t>
                      </a:r>
                      <a:endParaRPr sz="2100" b="0" dirty="0">
                        <a:solidFill>
                          <a:srgbClr val="0A4127"/>
                        </a:solidFill>
                        <a:latin typeface="Calibri"/>
                      </a:endParaRPr>
                    </a:p>
                  </a:txBody>
                  <a:tcPr marL="64008" marR="64008" marT="18288" marB="18288">
                    <a:solidFill>
                      <a:srgbClr val="ECF3E1"/>
                    </a:solidFill>
                  </a:tcPr>
                </a:tc>
                <a:tc>
                  <a:txBody>
                    <a:bodyPr/>
                    <a:lstStyle/>
                    <a:p>
                      <a:pPr rtl="0"/>
                      <a:r>
                        <a:rPr sz="2100" b="0" dirty="0">
                          <a:solidFill>
                            <a:srgbClr val="0A4127"/>
                          </a:solidFill>
                          <a:latin typeface="Calibri"/>
                        </a:rPr>
                        <a:t>High (heterodyne gain)</a:t>
                      </a:r>
                    </a:p>
                  </a:txBody>
                  <a:tcPr marL="64008" marR="64008" marT="18288" marB="18288">
                    <a:solidFill>
                      <a:srgbClr val="ECF3E1"/>
                    </a:solidFill>
                  </a:tcPr>
                </a:tc>
                <a:tc>
                  <a:txBody>
                    <a:bodyPr/>
                    <a:lstStyle/>
                    <a:p>
                      <a:pPr rtl="0"/>
                      <a:r>
                        <a:rPr sz="2100" b="0" dirty="0">
                          <a:solidFill>
                            <a:srgbClr val="0A4127"/>
                          </a:solidFill>
                          <a:latin typeface="Calibri"/>
                        </a:rPr>
                        <a:t>Minimal</a:t>
                      </a:r>
                    </a:p>
                  </a:txBody>
                  <a:tcPr marL="64008" marR="64008" marT="18288" marB="18288">
                    <a:solidFill>
                      <a:srgbClr val="ECF3E1"/>
                    </a:solidFill>
                  </a:tcPr>
                </a:tc>
                <a:tc>
                  <a:txBody>
                    <a:bodyPr/>
                    <a:lstStyle/>
                    <a:p>
                      <a:pPr rtl="0"/>
                      <a:r>
                        <a:rPr sz="2100" b="0" dirty="0">
                          <a:solidFill>
                            <a:srgbClr val="0A4127"/>
                          </a:solidFill>
                          <a:latin typeface="Calibri"/>
                        </a:rPr>
                        <a:t>g₁(τ) per channel</a:t>
                      </a:r>
                    </a:p>
                  </a:txBody>
                  <a:tcPr marL="64008" marR="64008" marT="18288" marB="18288">
                    <a:solidFill>
                      <a:srgbClr val="ECF3E1"/>
                    </a:solidFill>
                  </a:tcPr>
                </a:tc>
                <a:extLst>
                  <a:ext uri="{0D108BD9-81ED-4DB2-BD59-A6C34878D82A}">
                    <a16:rowId xmlns:a16="http://schemas.microsoft.com/office/drawing/2014/main" val="2213215778"/>
                  </a:ext>
                </a:extLst>
              </a:tr>
              <a:tr h="676656">
                <a:tc>
                  <a:txBody>
                    <a:bodyPr/>
                    <a:lstStyle/>
                    <a:p>
                      <a:pPr rtl="0"/>
                      <a:r>
                        <a:rPr sz="2100" b="1">
                          <a:solidFill>
                            <a:srgbClr val="0A4127"/>
                          </a:solidFill>
                          <a:latin typeface="Calibri"/>
                        </a:rPr>
                        <a:t>PaLS-iSCOS (this work)</a:t>
                      </a:r>
                    </a:p>
                  </a:txBody>
                  <a:tcPr marL="64008" marR="64008" marT="18288" marB="18288">
                    <a:solidFill>
                      <a:srgbClr val="FFFFFF"/>
                    </a:solidFill>
                  </a:tcPr>
                </a:tc>
                <a:tc>
                  <a:txBody>
                    <a:bodyPr/>
                    <a:lstStyle/>
                    <a:p>
                      <a:pPr rtl="0"/>
                      <a:r>
                        <a:rPr sz="2100" b="0">
                          <a:solidFill>
                            <a:srgbClr val="0A4127"/>
                          </a:solidFill>
                          <a:latin typeface="Calibri"/>
                        </a:rPr>
                        <a:t>Very high</a:t>
                      </a:r>
                    </a:p>
                  </a:txBody>
                  <a:tcPr marL="64008" marR="64008" marT="18288" marB="18288">
                    <a:solidFill>
                      <a:srgbClr val="FFFFFF"/>
                    </a:solidFill>
                  </a:tcPr>
                </a:tc>
                <a:tc>
                  <a:txBody>
                    <a:bodyPr/>
                    <a:lstStyle/>
                    <a:p>
                      <a:pPr rtl="0"/>
                      <a:r>
                        <a:rPr sz="2100" b="0">
                          <a:solidFill>
                            <a:srgbClr val="0A4127"/>
                          </a:solidFill>
                          <a:latin typeface="Calibri"/>
                        </a:rPr>
                        <a:t>&lt; 50 ms</a:t>
                      </a:r>
                    </a:p>
                  </a:txBody>
                  <a:tcPr marL="64008" marR="64008" marT="18288" marB="18288">
                    <a:solidFill>
                      <a:srgbClr val="FFFFFF"/>
                    </a:solidFill>
                  </a:tcPr>
                </a:tc>
                <a:tc>
                  <a:txBody>
                    <a:bodyPr/>
                    <a:lstStyle/>
                    <a:p>
                      <a:pPr rtl="0"/>
                      <a:r>
                        <a:rPr sz="2100" b="0">
                          <a:solidFill>
                            <a:srgbClr val="0A4127"/>
                          </a:solidFill>
                          <a:latin typeface="Calibri"/>
                        </a:rPr>
                        <a:t>High (heterodyne + SPAD array)</a:t>
                      </a:r>
                    </a:p>
                  </a:txBody>
                  <a:tcPr marL="64008" marR="64008" marT="18288" marB="18288">
                    <a:solidFill>
                      <a:srgbClr val="FFFFFF"/>
                    </a:solidFill>
                  </a:tcPr>
                </a:tc>
                <a:tc>
                  <a:txBody>
                    <a:bodyPr/>
                    <a:lstStyle/>
                    <a:p>
                      <a:pPr rtl="0"/>
                      <a:r>
                        <a:rPr sz="2100" b="0">
                          <a:solidFill>
                            <a:srgbClr val="0A4127"/>
                          </a:solidFill>
                          <a:latin typeface="Calibri"/>
                        </a:rPr>
                        <a:t>Minimal</a:t>
                      </a:r>
                    </a:p>
                  </a:txBody>
                  <a:tcPr marL="64008" marR="64008" marT="18288" marB="18288">
                    <a:solidFill>
                      <a:srgbClr val="FFFFFF"/>
                    </a:solidFill>
                  </a:tcPr>
                </a:tc>
                <a:tc>
                  <a:txBody>
                    <a:bodyPr/>
                    <a:lstStyle/>
                    <a:p>
                      <a:pPr rtl="0"/>
                      <a:r>
                        <a:rPr sz="2100" b="0" dirty="0">
                          <a:solidFill>
                            <a:srgbClr val="0A4127"/>
                          </a:solidFill>
                          <a:latin typeface="Calibri"/>
                        </a:rPr>
                        <a:t>K² from one frame</a:t>
                      </a:r>
                    </a:p>
                  </a:txBody>
                  <a:tcPr marL="64008" marR="64008" marT="18288" marB="18288">
                    <a:solidFill>
                      <a:srgbClr val="FFFFFF"/>
                    </a:solidFill>
                  </a:tcPr>
                </a:tc>
                <a:extLst>
                  <a:ext uri="{0D108BD9-81ED-4DB2-BD59-A6C34878D82A}">
                    <a16:rowId xmlns:a16="http://schemas.microsoft.com/office/drawing/2014/main" val="10006"/>
                  </a:ext>
                </a:extLst>
              </a:tr>
            </a:tbl>
          </a:graphicData>
        </a:graphic>
      </p:graphicFrame>
      <p:sp>
        <p:nvSpPr>
          <p:cNvPr id="5" name="Picture Placeholder 4">
            <a:extLst>
              <a:ext uri="{FF2B5EF4-FFF2-40B4-BE49-F238E27FC236}">
                <a16:creationId xmlns:a16="http://schemas.microsoft.com/office/drawing/2014/main" id="{E16245F6-8531-5708-48AC-725E78CEEA7A}"/>
              </a:ext>
            </a:extLst>
          </p:cNvPr>
          <p:cNvSpPr>
            <a:spLocks noGrp="1"/>
          </p:cNvSpPr>
          <p:nvPr>
            <p:ph type="pic" sz="quarter" idx="10"/>
          </p:nvPr>
        </p:nvSpPr>
        <p:spPr/>
        <p:txBody>
          <a:bodyPr/>
          <a:lstStyle/>
          <a:p>
            <a:endParaRPr lang="en-US"/>
          </a:p>
        </p:txBody>
      </p:sp>
      <p:pic>
        <p:nvPicPr>
          <p:cNvPr id="152" name="Picture 151" descr="p_bench.png"/>
          <p:cNvPicPr>
            <a:picLocks noChangeAspect="1"/>
          </p:cNvPicPr>
          <p:nvPr/>
        </p:nvPicPr>
        <p:blipFill>
          <a:blip r:embed="rId18"/>
          <a:stretch>
            <a:fillRect/>
          </a:stretch>
        </p:blipFill>
        <p:spPr>
          <a:xfrm>
            <a:off x="22003131" y="35817637"/>
            <a:ext cx="8737017" cy="6348481"/>
          </a:xfrm>
          <a:prstGeom prst="rect">
            <a:avLst/>
          </a:prstGeom>
        </p:spPr>
      </p:pic>
      <p:sp>
        <p:nvSpPr>
          <p:cNvPr id="6" name="Title 91">
            <a:extLst>
              <a:ext uri="{FF2B5EF4-FFF2-40B4-BE49-F238E27FC236}">
                <a16:creationId xmlns:a16="http://schemas.microsoft.com/office/drawing/2014/main" id="{44FFCCE7-1795-101D-18E5-FC564A934D5D}"/>
              </a:ext>
            </a:extLst>
          </p:cNvPr>
          <p:cNvSpPr>
            <a:spLocks noGrp="1"/>
          </p:cNvSpPr>
          <p:nvPr>
            <p:ph type="ctrTitle"/>
          </p:nvPr>
        </p:nvSpPr>
        <p:spPr>
          <a:xfrm>
            <a:off x="1636776" y="4005072"/>
            <a:ext cx="23042880" cy="2331720"/>
          </a:xfrm>
        </p:spPr>
        <p:txBody>
          <a:bodyPr/>
          <a:lstStyle/>
          <a:p>
            <a:br>
              <a:rPr lang="en-US" sz="5400" dirty="0"/>
            </a:br>
            <a:r>
              <a:rPr lang="en-US" sz="6600" dirty="0"/>
              <a:t>Non-Invasive Methods for Brain Research</a:t>
            </a:r>
            <a:br>
              <a:rPr lang="en-US" sz="6600" dirty="0"/>
            </a:br>
            <a:br>
              <a:rPr lang="en-US" sz="2000" dirty="0"/>
            </a:br>
            <a:r>
              <a:rPr sz="4800" dirty="0"/>
              <a:t>Pathlength-Selective, Interferometric Speckle Contrast Optical Spectroscopy (PaLS-iSCOS)</a:t>
            </a:r>
            <a:endParaRPr sz="5400" dirty="0"/>
          </a:p>
        </p:txBody>
      </p:sp>
      <p:sp>
        <p:nvSpPr>
          <p:cNvPr id="12" name="Rounded Rectangle 132">
            <a:extLst>
              <a:ext uri="{FF2B5EF4-FFF2-40B4-BE49-F238E27FC236}">
                <a16:creationId xmlns:a16="http://schemas.microsoft.com/office/drawing/2014/main" id="{C57D0BB3-F061-D147-D946-FD60208898D5}"/>
              </a:ext>
            </a:extLst>
          </p:cNvPr>
          <p:cNvSpPr/>
          <p:nvPr/>
        </p:nvSpPr>
        <p:spPr>
          <a:xfrm>
            <a:off x="19190109" y="36180165"/>
            <a:ext cx="3849184" cy="1957935"/>
          </a:xfrm>
          <a:prstGeom prst="roundRect">
            <a:avLst>
              <a:gd name="adj" fmla="val 5000"/>
            </a:avLst>
          </a:prstGeom>
          <a:solidFill>
            <a:srgbClr val="F6FAF0"/>
          </a:solidFill>
          <a:ln w="31750">
            <a:solidFill>
              <a:srgbClr val="77C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rgbClr val="0A4127"/>
                </a:solidFill>
              </a:rPr>
              <a:t>The system on the bench: sample and reference arms, 90/10 beam splitter and gated SPAD camera.</a:t>
            </a:r>
          </a:p>
        </p:txBody>
      </p:sp>
    </p:spTree>
    <p:extLst>
      <p:ext uri="{BB962C8B-B14F-4D97-AF65-F5344CB8AC3E}">
        <p14:creationId xmlns:p14="http://schemas.microsoft.com/office/powerpoint/2010/main" val="1281719100"/>
      </p:ext>
    </p:extLst>
  </p:cSld>
  <p:clrMapOvr>
    <a:masterClrMapping/>
  </p:clrMapOvr>
</p:sld>
</file>

<file path=ppt/theme/theme1.xml><?xml version="1.0" encoding="utf-8"?>
<a:theme xmlns:a="http://schemas.openxmlformats.org/drawingml/2006/main" name="BarIlan">
  <a:themeElements>
    <a:clrScheme name="BarIlan2">
      <a:dk1>
        <a:srgbClr val="0A4127"/>
      </a:dk1>
      <a:lt1>
        <a:srgbClr val="FFFFFF"/>
      </a:lt1>
      <a:dk2>
        <a:srgbClr val="0A4127"/>
      </a:dk2>
      <a:lt2>
        <a:srgbClr val="F6FAF0"/>
      </a:lt2>
      <a:accent1>
        <a:srgbClr val="77CDE6"/>
      </a:accent1>
      <a:accent2>
        <a:srgbClr val="04280F"/>
      </a:accent2>
      <a:accent3>
        <a:srgbClr val="C3DC86"/>
      </a:accent3>
      <a:accent4>
        <a:srgbClr val="176936"/>
      </a:accent4>
      <a:accent5>
        <a:srgbClr val="77CDE6"/>
      </a:accent5>
      <a:accent6>
        <a:srgbClr val="C3DC86"/>
      </a:accent6>
      <a:hlink>
        <a:srgbClr val="0A4127"/>
      </a:hlink>
      <a:folHlink>
        <a:srgbClr val="04280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מסמך" ma:contentTypeID="0x0101004FFAF70E43890E4C8195F2B0CE90ED26" ma:contentTypeVersion="13" ma:contentTypeDescription="צור מסמך חדש." ma:contentTypeScope="" ma:versionID="d7692df6d6418f5c9411e4ecb01b4db4">
  <xsd:schema xmlns:xsd="http://www.w3.org/2001/XMLSchema" xmlns:xs="http://www.w3.org/2001/XMLSchema" xmlns:p="http://schemas.microsoft.com/office/2006/metadata/properties" xmlns:ns2="907a1a5d-5c8f-4fbf-a898-49dcf6a2b514" xmlns:ns3="ae06b970-e8a1-4b09-9e40-d99b84dd4ed1" targetNamespace="http://schemas.microsoft.com/office/2006/metadata/properties" ma:root="true" ma:fieldsID="da1bae2b3eb718c47c0f6b8b4eab0b42" ns2:_="" ns3:_="">
    <xsd:import namespace="907a1a5d-5c8f-4fbf-a898-49dcf6a2b514"/>
    <xsd:import namespace="ae06b970-e8a1-4b09-9e40-d99b84dd4ed1"/>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lcf76f155ced4ddcb4097134ff3c332f" minOccurs="0"/>
                <xsd:element ref="ns2:TaxCatchAll" minOccurs="0"/>
                <xsd:element ref="ns3:MediaServiceDateTaken" minOccurs="0"/>
                <xsd:element ref="ns3:MediaServiceGenerationTime" minOccurs="0"/>
                <xsd:element ref="ns3:MediaServiceEventHashCode"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07a1a5d-5c8f-4fbf-a898-49dcf6a2b514" elementFormDefault="qualified">
    <xsd:import namespace="http://schemas.microsoft.com/office/2006/documentManagement/types"/>
    <xsd:import namespace="http://schemas.microsoft.com/office/infopath/2007/PartnerControls"/>
    <xsd:element name="SharedWithUsers" ma:index="8" nillable="true" ma:displayName="משותף עם"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משותף עם פרטים" ma:internalName="SharedWithDetails" ma:readOnly="true">
      <xsd:simpleType>
        <xsd:restriction base="dms:Note">
          <xsd:maxLength value="255"/>
        </xsd:restriction>
      </xsd:simpleType>
    </xsd:element>
    <xsd:element name="TaxCatchAll" ma:index="16" nillable="true" ma:displayName="Taxonomy Catch All Column" ma:hidden="true" ma:list="{3b05dc2a-3f3f-4b31-ac2b-3df91a7ccaa7}" ma:internalName="TaxCatchAll" ma:showField="CatchAllData" ma:web="907a1a5d-5c8f-4fbf-a898-49dcf6a2b514">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e06b970-e8a1-4b09-9e40-d99b84dd4ed1"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תגיות תמונה" ma:readOnly="false" ma:fieldId="{5cf76f15-5ced-4ddc-b409-7134ff3c332f}" ma:taxonomyMulti="true" ma:sspId="acdd9abe-8e14-45f1-af14-43c468bb1dc6"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סוג תוכן"/>
        <xsd:element ref="dc:title" minOccurs="0" maxOccurs="1" ma:index="4" ma:displayName="כותר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e06b970-e8a1-4b09-9e40-d99b84dd4ed1">
      <Terms xmlns="http://schemas.microsoft.com/office/infopath/2007/PartnerControls"/>
    </lcf76f155ced4ddcb4097134ff3c332f>
    <TaxCatchAll xmlns="907a1a5d-5c8f-4fbf-a898-49dcf6a2b514"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9394E43-5A20-450A-959C-DAEDAC9D279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07a1a5d-5c8f-4fbf-a898-49dcf6a2b514"/>
    <ds:schemaRef ds:uri="ae06b970-e8a1-4b09-9e40-d99b84dd4e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5875FD1-26C9-4527-8CE3-E5F25EB1A7FF}">
  <ds:schemaRefs>
    <ds:schemaRef ds:uri="http://schemas.microsoft.com/office/2006/metadata/properties"/>
    <ds:schemaRef ds:uri="http://schemas.microsoft.com/office/infopath/2007/PartnerControls"/>
    <ds:schemaRef ds:uri="a78f5240-1f9a-4cc5-8960-961e4eb3a186"/>
    <ds:schemaRef ds:uri="81a48f26-fbb0-4988-9117-51616d6cfe33"/>
    <ds:schemaRef ds:uri="ae06b970-e8a1-4b09-9e40-d99b84dd4ed1"/>
    <ds:schemaRef ds:uri="907a1a5d-5c8f-4fbf-a898-49dcf6a2b514"/>
  </ds:schemaRefs>
</ds:datastoreItem>
</file>

<file path=customXml/itemProps3.xml><?xml version="1.0" encoding="utf-8"?>
<ds:datastoreItem xmlns:ds="http://schemas.openxmlformats.org/officeDocument/2006/customXml" ds:itemID="{87E0C5B9-2CC1-4D93-8FF0-48B552C8CA99}">
  <ds:schemaRefs>
    <ds:schemaRef ds:uri="http://schemas.microsoft.com/sharepoint/v3/contenttype/forms"/>
  </ds:schemaRefs>
</ds:datastoreItem>
</file>

<file path=docMetadata/LabelInfo.xml><?xml version="1.0" encoding="utf-8"?>
<clbl:labelList xmlns:clbl="http://schemas.microsoft.com/office/2020/mipLabelMetadata">
  <clbl:label id="{61234e14-5b87-4b67-ac19-8feaa8ba8f12}" enabled="0" method="" siteId="{61234e14-5b87-4b67-ac19-8feaa8ba8f12}" removed="1"/>
</clbl:labelList>
</file>

<file path=docProps/app.xml><?xml version="1.0" encoding="utf-8"?>
<Properties xmlns="http://schemas.openxmlformats.org/officeDocument/2006/extended-properties" xmlns:vt="http://schemas.openxmlformats.org/officeDocument/2006/docPropsVTypes">
  <Template/>
  <TotalTime>6034</TotalTime>
  <Words>799</Words>
  <Application>Microsoft Office PowerPoint</Application>
  <PresentationFormat>Custom</PresentationFormat>
  <Paragraphs>76</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Fedra Sans Bar-ilan Medium</vt:lpstr>
      <vt:lpstr>BarIlan</vt:lpstr>
      <vt:lpstr> Non-Invasive Methods for Brain Research  Pathlength-Selective, Interferometric Speckle Contrast Optical Spectroscopy (PaLS-iSCOS)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Shira Tziony</cp:lastModifiedBy>
  <cp:revision>166</cp:revision>
  <dcterms:created xsi:type="dcterms:W3CDTF">2020-01-09T10:28:07Z</dcterms:created>
  <dcterms:modified xsi:type="dcterms:W3CDTF">2026-09-18T09:57:18Z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0x0101004FFAF70E43890E4C8195F2B0CE90ED26</vt:lpwstr>
  </property>
  <property fmtid="{D5CDD505-2E9C-101B-9397-08002B2CF9AE}" pid="3" name="MediaServiceImageTags">
    <vt:lpwstr/>
  </property>
</Properties>
</file>